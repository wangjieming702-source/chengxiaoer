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6" r:id="rId18"/>
    <p:sldId id="274" r:id="rId19"/>
  </p:sldIdLst>
  <p:sldSz cx="12192000" cy="68580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71760" y="1089720"/>
            <a:ext cx="54489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900" b="0" u="none" strike="noStrike">
                <a:solidFill>
                  <a:srgbClr val="1D2129"/>
                </a:solidFill>
                <a:effectLst/>
                <a:uFillTx/>
                <a:latin typeface="NotoSansSC"/>
                <a:ea typeface="NotoSansSC"/>
              </a:rPr>
              <a:t>城小二校园即时配送系统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5638680" y="2819160"/>
            <a:ext cx="914760" cy="57600"/>
          </a:xfrm>
          <a:custGeom>
            <a:avLst/>
            <a:gdLst/>
            <a:ahLst/>
            <a:cxnLst/>
            <a:rect l="0" t="0" r="r" b="b"/>
            <a:pathLst>
              <a:path w="2541" h="160">
                <a:moveTo>
                  <a:pt x="0" y="80"/>
                </a:move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2461" y="0"/>
                </a:lnTo>
                <a:cubicBezTo>
                  <a:pt x="2472" y="0"/>
                  <a:pt x="2482" y="2"/>
                  <a:pt x="2492" y="6"/>
                </a:cubicBezTo>
                <a:cubicBezTo>
                  <a:pt x="2502" y="10"/>
                  <a:pt x="2510" y="16"/>
                  <a:pt x="2518" y="23"/>
                </a:cubicBezTo>
                <a:cubicBezTo>
                  <a:pt x="2525" y="31"/>
                  <a:pt x="2531" y="39"/>
                  <a:pt x="2535" y="49"/>
                </a:cubicBezTo>
                <a:cubicBezTo>
                  <a:pt x="2539" y="59"/>
                  <a:pt x="2541" y="69"/>
                  <a:pt x="2541" y="80"/>
                </a:cubicBezTo>
                <a:cubicBezTo>
                  <a:pt x="2541" y="90"/>
                  <a:pt x="2539" y="100"/>
                  <a:pt x="2535" y="110"/>
                </a:cubicBezTo>
                <a:cubicBezTo>
                  <a:pt x="2531" y="120"/>
                  <a:pt x="2525" y="128"/>
                  <a:pt x="2518" y="136"/>
                </a:cubicBezTo>
                <a:cubicBezTo>
                  <a:pt x="2510" y="143"/>
                  <a:pt x="2502" y="150"/>
                  <a:pt x="2492" y="154"/>
                </a:cubicBezTo>
                <a:cubicBezTo>
                  <a:pt x="2482" y="158"/>
                  <a:pt x="2472" y="160"/>
                  <a:pt x="2461" y="160"/>
                </a:cubicBezTo>
                <a:lnTo>
                  <a:pt x="79" y="160"/>
                </a:ln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3"/>
                  <a:pt x="23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1218960" y="3485880"/>
            <a:ext cx="2848320" cy="2286360"/>
          </a:xfrm>
          <a:custGeom>
            <a:avLst/>
            <a:gdLst/>
            <a:ahLst/>
            <a:cxnLst/>
            <a:rect l="0" t="0" r="r" b="b"/>
            <a:pathLst>
              <a:path w="7912" h="6351">
                <a:moveTo>
                  <a:pt x="0" y="6033"/>
                </a:moveTo>
                <a:lnTo>
                  <a:pt x="0" y="318"/>
                </a:lnTo>
                <a:cubicBezTo>
                  <a:pt x="0" y="297"/>
                  <a:pt x="2" y="276"/>
                  <a:pt x="6" y="256"/>
                </a:cubicBezTo>
                <a:cubicBezTo>
                  <a:pt x="10" y="235"/>
                  <a:pt x="16" y="216"/>
                  <a:pt x="24" y="196"/>
                </a:cubicBezTo>
                <a:cubicBezTo>
                  <a:pt x="32" y="177"/>
                  <a:pt x="42" y="159"/>
                  <a:pt x="54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9"/>
                  <a:pt x="124" y="65"/>
                  <a:pt x="141" y="54"/>
                </a:cubicBezTo>
                <a:cubicBezTo>
                  <a:pt x="159" y="42"/>
                  <a:pt x="177" y="32"/>
                  <a:pt x="196" y="24"/>
                </a:cubicBezTo>
                <a:cubicBezTo>
                  <a:pt x="215" y="16"/>
                  <a:pt x="235" y="10"/>
                  <a:pt x="256" y="6"/>
                </a:cubicBezTo>
                <a:cubicBezTo>
                  <a:pt x="276" y="2"/>
                  <a:pt x="297" y="0"/>
                  <a:pt x="318" y="0"/>
                </a:cubicBezTo>
                <a:lnTo>
                  <a:pt x="7595" y="0"/>
                </a:lnTo>
                <a:cubicBezTo>
                  <a:pt x="7616" y="0"/>
                  <a:pt x="7636" y="2"/>
                  <a:pt x="7657" y="6"/>
                </a:cubicBezTo>
                <a:cubicBezTo>
                  <a:pt x="7677" y="10"/>
                  <a:pt x="7697" y="16"/>
                  <a:pt x="7716" y="24"/>
                </a:cubicBezTo>
                <a:cubicBezTo>
                  <a:pt x="7735" y="32"/>
                  <a:pt x="7754" y="42"/>
                  <a:pt x="7771" y="54"/>
                </a:cubicBezTo>
                <a:cubicBezTo>
                  <a:pt x="7788" y="65"/>
                  <a:pt x="7804" y="79"/>
                  <a:pt x="7819" y="93"/>
                </a:cubicBezTo>
                <a:cubicBezTo>
                  <a:pt x="7834" y="108"/>
                  <a:pt x="7847" y="124"/>
                  <a:pt x="7859" y="141"/>
                </a:cubicBezTo>
                <a:cubicBezTo>
                  <a:pt x="7870" y="159"/>
                  <a:pt x="7880" y="177"/>
                  <a:pt x="7888" y="196"/>
                </a:cubicBezTo>
                <a:cubicBezTo>
                  <a:pt x="7896" y="216"/>
                  <a:pt x="7902" y="235"/>
                  <a:pt x="7906" y="256"/>
                </a:cubicBezTo>
                <a:cubicBezTo>
                  <a:pt x="7910" y="276"/>
                  <a:pt x="7912" y="297"/>
                  <a:pt x="7912" y="318"/>
                </a:cubicBezTo>
                <a:lnTo>
                  <a:pt x="7912" y="6033"/>
                </a:lnTo>
                <a:cubicBezTo>
                  <a:pt x="7912" y="6054"/>
                  <a:pt x="7910" y="6074"/>
                  <a:pt x="7906" y="6095"/>
                </a:cubicBezTo>
                <a:cubicBezTo>
                  <a:pt x="7902" y="6115"/>
                  <a:pt x="7896" y="6135"/>
                  <a:pt x="7888" y="6154"/>
                </a:cubicBezTo>
                <a:cubicBezTo>
                  <a:pt x="7880" y="6174"/>
                  <a:pt x="7870" y="6193"/>
                  <a:pt x="7859" y="6210"/>
                </a:cubicBezTo>
                <a:cubicBezTo>
                  <a:pt x="7847" y="6227"/>
                  <a:pt x="7834" y="6244"/>
                  <a:pt x="7819" y="6258"/>
                </a:cubicBezTo>
                <a:cubicBezTo>
                  <a:pt x="7804" y="6273"/>
                  <a:pt x="7788" y="6286"/>
                  <a:pt x="7771" y="6298"/>
                </a:cubicBezTo>
                <a:cubicBezTo>
                  <a:pt x="7754" y="6309"/>
                  <a:pt x="7735" y="6319"/>
                  <a:pt x="7716" y="6327"/>
                </a:cubicBezTo>
                <a:cubicBezTo>
                  <a:pt x="7697" y="6335"/>
                  <a:pt x="7677" y="6341"/>
                  <a:pt x="7657" y="6345"/>
                </a:cubicBezTo>
                <a:cubicBezTo>
                  <a:pt x="7636" y="6349"/>
                  <a:pt x="7616" y="6351"/>
                  <a:pt x="7595" y="6351"/>
                </a:cubicBezTo>
                <a:lnTo>
                  <a:pt x="318" y="6351"/>
                </a:lnTo>
                <a:cubicBezTo>
                  <a:pt x="297" y="6351"/>
                  <a:pt x="276" y="6349"/>
                  <a:pt x="256" y="6345"/>
                </a:cubicBezTo>
                <a:cubicBezTo>
                  <a:pt x="235" y="6341"/>
                  <a:pt x="215" y="6335"/>
                  <a:pt x="196" y="6327"/>
                </a:cubicBezTo>
                <a:cubicBezTo>
                  <a:pt x="177" y="6319"/>
                  <a:pt x="159" y="6309"/>
                  <a:pt x="141" y="6298"/>
                </a:cubicBezTo>
                <a:cubicBezTo>
                  <a:pt x="124" y="6286"/>
                  <a:pt x="108" y="6273"/>
                  <a:pt x="93" y="6258"/>
                </a:cubicBezTo>
                <a:cubicBezTo>
                  <a:pt x="78" y="6244"/>
                  <a:pt x="65" y="6227"/>
                  <a:pt x="54" y="6210"/>
                </a:cubicBezTo>
                <a:cubicBezTo>
                  <a:pt x="42" y="6193"/>
                  <a:pt x="32" y="6174"/>
                  <a:pt x="24" y="6154"/>
                </a:cubicBezTo>
                <a:cubicBezTo>
                  <a:pt x="16" y="6135"/>
                  <a:pt x="10" y="6115"/>
                  <a:pt x="6" y="6095"/>
                </a:cubicBezTo>
                <a:cubicBezTo>
                  <a:pt x="2" y="6074"/>
                  <a:pt x="0" y="6054"/>
                  <a:pt x="0" y="60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2333520" y="3714480"/>
            <a:ext cx="609840" cy="610200"/>
          </a:xfrm>
          <a:custGeom>
            <a:avLst/>
            <a:gdLst/>
            <a:ahLst/>
            <a:cxnLst/>
            <a:rect l="0" t="0" r="r" b="b"/>
            <a:pathLst>
              <a:path w="1694" h="1695">
                <a:moveTo>
                  <a:pt x="1694" y="848"/>
                </a:moveTo>
                <a:cubicBezTo>
                  <a:pt x="1694" y="876"/>
                  <a:pt x="1693" y="903"/>
                  <a:pt x="1690" y="931"/>
                </a:cubicBezTo>
                <a:cubicBezTo>
                  <a:pt x="1687" y="959"/>
                  <a:pt x="1683" y="986"/>
                  <a:pt x="1678" y="1013"/>
                </a:cubicBezTo>
                <a:cubicBezTo>
                  <a:pt x="1672" y="1040"/>
                  <a:pt x="1666" y="1067"/>
                  <a:pt x="1658" y="1094"/>
                </a:cubicBezTo>
                <a:cubicBezTo>
                  <a:pt x="1650" y="1120"/>
                  <a:pt x="1640" y="1146"/>
                  <a:pt x="1630" y="1172"/>
                </a:cubicBezTo>
                <a:cubicBezTo>
                  <a:pt x="1619" y="1198"/>
                  <a:pt x="1607" y="1223"/>
                  <a:pt x="1594" y="1247"/>
                </a:cubicBezTo>
                <a:cubicBezTo>
                  <a:pt x="1581" y="1271"/>
                  <a:pt x="1567" y="1295"/>
                  <a:pt x="1551" y="1318"/>
                </a:cubicBezTo>
                <a:cubicBezTo>
                  <a:pt x="1536" y="1341"/>
                  <a:pt x="1520" y="1364"/>
                  <a:pt x="1502" y="1385"/>
                </a:cubicBezTo>
                <a:cubicBezTo>
                  <a:pt x="1484" y="1406"/>
                  <a:pt x="1466" y="1427"/>
                  <a:pt x="1446" y="1447"/>
                </a:cubicBezTo>
                <a:cubicBezTo>
                  <a:pt x="1427" y="1466"/>
                  <a:pt x="1406" y="1485"/>
                  <a:pt x="1385" y="1502"/>
                </a:cubicBezTo>
                <a:cubicBezTo>
                  <a:pt x="1363" y="1520"/>
                  <a:pt x="1341" y="1536"/>
                  <a:pt x="1318" y="1552"/>
                </a:cubicBezTo>
                <a:cubicBezTo>
                  <a:pt x="1295" y="1567"/>
                  <a:pt x="1271" y="1582"/>
                  <a:pt x="1247" y="1595"/>
                </a:cubicBezTo>
                <a:cubicBezTo>
                  <a:pt x="1222" y="1608"/>
                  <a:pt x="1197" y="1620"/>
                  <a:pt x="1171" y="1630"/>
                </a:cubicBezTo>
                <a:cubicBezTo>
                  <a:pt x="1146" y="1641"/>
                  <a:pt x="1119" y="1650"/>
                  <a:pt x="1092" y="1658"/>
                </a:cubicBezTo>
                <a:cubicBezTo>
                  <a:pt x="1066" y="1666"/>
                  <a:pt x="1039" y="1673"/>
                  <a:pt x="1012" y="1678"/>
                </a:cubicBezTo>
                <a:cubicBezTo>
                  <a:pt x="984" y="1684"/>
                  <a:pt x="957" y="1688"/>
                  <a:pt x="929" y="1691"/>
                </a:cubicBezTo>
                <a:cubicBezTo>
                  <a:pt x="902" y="1693"/>
                  <a:pt x="874" y="1695"/>
                  <a:pt x="846" y="1695"/>
                </a:cubicBezTo>
                <a:cubicBezTo>
                  <a:pt x="819" y="1695"/>
                  <a:pt x="791" y="1693"/>
                  <a:pt x="763" y="1691"/>
                </a:cubicBezTo>
                <a:cubicBezTo>
                  <a:pt x="736" y="1688"/>
                  <a:pt x="708" y="1684"/>
                  <a:pt x="681" y="1678"/>
                </a:cubicBezTo>
                <a:cubicBezTo>
                  <a:pt x="654" y="1673"/>
                  <a:pt x="627" y="1666"/>
                  <a:pt x="601" y="1658"/>
                </a:cubicBezTo>
                <a:cubicBezTo>
                  <a:pt x="574" y="1650"/>
                  <a:pt x="548" y="1641"/>
                  <a:pt x="522" y="1630"/>
                </a:cubicBezTo>
                <a:cubicBezTo>
                  <a:pt x="497" y="1620"/>
                  <a:pt x="472" y="1608"/>
                  <a:pt x="447" y="1595"/>
                </a:cubicBezTo>
                <a:cubicBezTo>
                  <a:pt x="423" y="1582"/>
                  <a:pt x="399" y="1567"/>
                  <a:pt x="376" y="1552"/>
                </a:cubicBezTo>
                <a:cubicBezTo>
                  <a:pt x="353" y="1536"/>
                  <a:pt x="331" y="1520"/>
                  <a:pt x="309" y="1502"/>
                </a:cubicBezTo>
                <a:cubicBezTo>
                  <a:pt x="288" y="1485"/>
                  <a:pt x="267" y="1466"/>
                  <a:pt x="248" y="1447"/>
                </a:cubicBezTo>
                <a:cubicBezTo>
                  <a:pt x="228" y="1427"/>
                  <a:pt x="210" y="1406"/>
                  <a:pt x="192" y="1385"/>
                </a:cubicBezTo>
                <a:cubicBezTo>
                  <a:pt x="174" y="1364"/>
                  <a:pt x="158" y="1341"/>
                  <a:pt x="142" y="1318"/>
                </a:cubicBezTo>
                <a:cubicBezTo>
                  <a:pt x="127" y="1295"/>
                  <a:pt x="113" y="1271"/>
                  <a:pt x="100" y="1247"/>
                </a:cubicBezTo>
                <a:cubicBezTo>
                  <a:pt x="87" y="1223"/>
                  <a:pt x="75" y="1198"/>
                  <a:pt x="64" y="1172"/>
                </a:cubicBezTo>
                <a:cubicBezTo>
                  <a:pt x="54" y="1146"/>
                  <a:pt x="44" y="1120"/>
                  <a:pt x="36" y="1094"/>
                </a:cubicBezTo>
                <a:cubicBezTo>
                  <a:pt x="28" y="1067"/>
                  <a:pt x="21" y="1040"/>
                  <a:pt x="16" y="1013"/>
                </a:cubicBezTo>
                <a:cubicBezTo>
                  <a:pt x="11" y="986"/>
                  <a:pt x="7" y="959"/>
                  <a:pt x="4" y="931"/>
                </a:cubicBezTo>
                <a:cubicBezTo>
                  <a:pt x="1" y="903"/>
                  <a:pt x="0" y="876"/>
                  <a:pt x="0" y="848"/>
                </a:cubicBezTo>
                <a:cubicBezTo>
                  <a:pt x="0" y="820"/>
                  <a:pt x="1" y="793"/>
                  <a:pt x="4" y="765"/>
                </a:cubicBezTo>
                <a:cubicBezTo>
                  <a:pt x="7" y="737"/>
                  <a:pt x="11" y="710"/>
                  <a:pt x="16" y="682"/>
                </a:cubicBezTo>
                <a:cubicBezTo>
                  <a:pt x="21" y="655"/>
                  <a:pt x="28" y="628"/>
                  <a:pt x="36" y="601"/>
                </a:cubicBezTo>
                <a:cubicBezTo>
                  <a:pt x="44" y="575"/>
                  <a:pt x="54" y="549"/>
                  <a:pt x="64" y="523"/>
                </a:cubicBezTo>
                <a:cubicBezTo>
                  <a:pt x="75" y="497"/>
                  <a:pt x="87" y="472"/>
                  <a:pt x="100" y="448"/>
                </a:cubicBezTo>
                <a:cubicBezTo>
                  <a:pt x="113" y="423"/>
                  <a:pt x="127" y="400"/>
                  <a:pt x="142" y="377"/>
                </a:cubicBezTo>
                <a:cubicBezTo>
                  <a:pt x="158" y="353"/>
                  <a:pt x="174" y="331"/>
                  <a:pt x="192" y="310"/>
                </a:cubicBezTo>
                <a:cubicBezTo>
                  <a:pt x="210" y="288"/>
                  <a:pt x="228" y="268"/>
                  <a:pt x="248" y="248"/>
                </a:cubicBezTo>
                <a:cubicBezTo>
                  <a:pt x="267" y="229"/>
                  <a:pt x="288" y="210"/>
                  <a:pt x="309" y="192"/>
                </a:cubicBezTo>
                <a:cubicBezTo>
                  <a:pt x="331" y="175"/>
                  <a:pt x="353" y="158"/>
                  <a:pt x="376" y="143"/>
                </a:cubicBezTo>
                <a:cubicBezTo>
                  <a:pt x="399" y="128"/>
                  <a:pt x="423" y="113"/>
                  <a:pt x="447" y="100"/>
                </a:cubicBezTo>
                <a:cubicBezTo>
                  <a:pt x="472" y="87"/>
                  <a:pt x="497" y="75"/>
                  <a:pt x="522" y="65"/>
                </a:cubicBezTo>
                <a:cubicBezTo>
                  <a:pt x="548" y="54"/>
                  <a:pt x="574" y="45"/>
                  <a:pt x="601" y="37"/>
                </a:cubicBezTo>
                <a:cubicBezTo>
                  <a:pt x="627" y="29"/>
                  <a:pt x="654" y="22"/>
                  <a:pt x="681" y="17"/>
                </a:cubicBezTo>
                <a:cubicBezTo>
                  <a:pt x="708" y="11"/>
                  <a:pt x="736" y="7"/>
                  <a:pt x="763" y="4"/>
                </a:cubicBezTo>
                <a:cubicBezTo>
                  <a:pt x="791" y="2"/>
                  <a:pt x="819" y="0"/>
                  <a:pt x="846" y="0"/>
                </a:cubicBezTo>
                <a:cubicBezTo>
                  <a:pt x="874" y="0"/>
                  <a:pt x="902" y="2"/>
                  <a:pt x="929" y="4"/>
                </a:cubicBezTo>
                <a:cubicBezTo>
                  <a:pt x="957" y="7"/>
                  <a:pt x="984" y="11"/>
                  <a:pt x="1012" y="17"/>
                </a:cubicBezTo>
                <a:cubicBezTo>
                  <a:pt x="1039" y="22"/>
                  <a:pt x="1066" y="29"/>
                  <a:pt x="1092" y="37"/>
                </a:cubicBezTo>
                <a:cubicBezTo>
                  <a:pt x="1119" y="45"/>
                  <a:pt x="1146" y="54"/>
                  <a:pt x="1171" y="65"/>
                </a:cubicBezTo>
                <a:cubicBezTo>
                  <a:pt x="1197" y="75"/>
                  <a:pt x="1222" y="87"/>
                  <a:pt x="1247" y="100"/>
                </a:cubicBezTo>
                <a:cubicBezTo>
                  <a:pt x="1271" y="113"/>
                  <a:pt x="1295" y="128"/>
                  <a:pt x="1318" y="143"/>
                </a:cubicBezTo>
                <a:cubicBezTo>
                  <a:pt x="1341" y="158"/>
                  <a:pt x="1363" y="175"/>
                  <a:pt x="1385" y="192"/>
                </a:cubicBezTo>
                <a:cubicBezTo>
                  <a:pt x="1406" y="210"/>
                  <a:pt x="1427" y="229"/>
                  <a:pt x="1446" y="248"/>
                </a:cubicBezTo>
                <a:cubicBezTo>
                  <a:pt x="1466" y="268"/>
                  <a:pt x="1484" y="288"/>
                  <a:pt x="1502" y="310"/>
                </a:cubicBezTo>
                <a:cubicBezTo>
                  <a:pt x="1520" y="331"/>
                  <a:pt x="1536" y="353"/>
                  <a:pt x="1551" y="377"/>
                </a:cubicBezTo>
                <a:cubicBezTo>
                  <a:pt x="1567" y="400"/>
                  <a:pt x="1581" y="423"/>
                  <a:pt x="1594" y="448"/>
                </a:cubicBezTo>
                <a:cubicBezTo>
                  <a:pt x="1607" y="472"/>
                  <a:pt x="1619" y="497"/>
                  <a:pt x="1630" y="523"/>
                </a:cubicBezTo>
                <a:cubicBezTo>
                  <a:pt x="1640" y="549"/>
                  <a:pt x="1650" y="575"/>
                  <a:pt x="1658" y="601"/>
                </a:cubicBezTo>
                <a:cubicBezTo>
                  <a:pt x="1666" y="628"/>
                  <a:pt x="1672" y="655"/>
                  <a:pt x="1678" y="682"/>
                </a:cubicBezTo>
                <a:cubicBezTo>
                  <a:pt x="1683" y="710"/>
                  <a:pt x="1687" y="737"/>
                  <a:pt x="1690" y="765"/>
                </a:cubicBezTo>
                <a:cubicBezTo>
                  <a:pt x="1693" y="793"/>
                  <a:pt x="1694" y="820"/>
                  <a:pt x="1694" y="848"/>
                </a:cubicBezTo>
                <a:close/>
              </a:path>
            </a:pathLst>
          </a:custGeom>
          <a:solidFill>
            <a:srgbClr val="E8F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" name="任意多边形 8"/>
          <p:cNvSpPr/>
          <p:nvPr/>
        </p:nvSpPr>
        <p:spPr>
          <a:xfrm>
            <a:off x="2466720" y="3876480"/>
            <a:ext cx="357480" cy="286200"/>
          </a:xfrm>
          <a:custGeom>
            <a:avLst/>
            <a:gdLst/>
            <a:ahLst/>
            <a:cxnLst/>
            <a:rect l="0" t="0" r="r" b="b"/>
            <a:pathLst>
              <a:path w="993" h="795">
                <a:moveTo>
                  <a:pt x="223" y="0"/>
                </a:moveTo>
                <a:cubicBezTo>
                  <a:pt x="240" y="0"/>
                  <a:pt x="256" y="3"/>
                  <a:pt x="271" y="9"/>
                </a:cubicBezTo>
                <a:cubicBezTo>
                  <a:pt x="286" y="16"/>
                  <a:pt x="300" y="25"/>
                  <a:pt x="311" y="36"/>
                </a:cubicBezTo>
                <a:cubicBezTo>
                  <a:pt x="323" y="48"/>
                  <a:pt x="332" y="61"/>
                  <a:pt x="338" y="77"/>
                </a:cubicBezTo>
                <a:cubicBezTo>
                  <a:pt x="344" y="92"/>
                  <a:pt x="347" y="108"/>
                  <a:pt x="347" y="124"/>
                </a:cubicBezTo>
                <a:cubicBezTo>
                  <a:pt x="347" y="141"/>
                  <a:pt x="344" y="156"/>
                  <a:pt x="338" y="172"/>
                </a:cubicBezTo>
                <a:cubicBezTo>
                  <a:pt x="332" y="187"/>
                  <a:pt x="323" y="200"/>
                  <a:pt x="311" y="212"/>
                </a:cubicBezTo>
                <a:cubicBezTo>
                  <a:pt x="300" y="223"/>
                  <a:pt x="286" y="232"/>
                  <a:pt x="271" y="239"/>
                </a:cubicBezTo>
                <a:cubicBezTo>
                  <a:pt x="256" y="245"/>
                  <a:pt x="240" y="248"/>
                  <a:pt x="223" y="248"/>
                </a:cubicBezTo>
                <a:cubicBezTo>
                  <a:pt x="207" y="248"/>
                  <a:pt x="191" y="245"/>
                  <a:pt x="176" y="239"/>
                </a:cubicBezTo>
                <a:cubicBezTo>
                  <a:pt x="161" y="232"/>
                  <a:pt x="147" y="223"/>
                  <a:pt x="136" y="212"/>
                </a:cubicBezTo>
                <a:cubicBezTo>
                  <a:pt x="124" y="200"/>
                  <a:pt x="115" y="187"/>
                  <a:pt x="109" y="172"/>
                </a:cubicBezTo>
                <a:cubicBezTo>
                  <a:pt x="103" y="156"/>
                  <a:pt x="99" y="141"/>
                  <a:pt x="99" y="124"/>
                </a:cubicBezTo>
                <a:cubicBezTo>
                  <a:pt x="99" y="108"/>
                  <a:pt x="103" y="92"/>
                  <a:pt x="109" y="77"/>
                </a:cubicBezTo>
                <a:cubicBezTo>
                  <a:pt x="115" y="61"/>
                  <a:pt x="124" y="48"/>
                  <a:pt x="136" y="36"/>
                </a:cubicBezTo>
                <a:cubicBezTo>
                  <a:pt x="147" y="25"/>
                  <a:pt x="161" y="16"/>
                  <a:pt x="176" y="9"/>
                </a:cubicBezTo>
                <a:cubicBezTo>
                  <a:pt x="191" y="3"/>
                  <a:pt x="207" y="0"/>
                  <a:pt x="223" y="0"/>
                </a:cubicBezTo>
                <a:moveTo>
                  <a:pt x="795" y="0"/>
                </a:moveTo>
                <a:cubicBezTo>
                  <a:pt x="811" y="0"/>
                  <a:pt x="827" y="3"/>
                  <a:pt x="842" y="9"/>
                </a:cubicBezTo>
                <a:cubicBezTo>
                  <a:pt x="858" y="16"/>
                  <a:pt x="871" y="25"/>
                  <a:pt x="883" y="36"/>
                </a:cubicBezTo>
                <a:cubicBezTo>
                  <a:pt x="894" y="48"/>
                  <a:pt x="903" y="61"/>
                  <a:pt x="910" y="77"/>
                </a:cubicBezTo>
                <a:cubicBezTo>
                  <a:pt x="916" y="92"/>
                  <a:pt x="919" y="108"/>
                  <a:pt x="919" y="124"/>
                </a:cubicBezTo>
                <a:cubicBezTo>
                  <a:pt x="919" y="141"/>
                  <a:pt x="916" y="156"/>
                  <a:pt x="910" y="172"/>
                </a:cubicBezTo>
                <a:cubicBezTo>
                  <a:pt x="903" y="187"/>
                  <a:pt x="894" y="200"/>
                  <a:pt x="883" y="212"/>
                </a:cubicBezTo>
                <a:cubicBezTo>
                  <a:pt x="871" y="223"/>
                  <a:pt x="858" y="232"/>
                  <a:pt x="842" y="239"/>
                </a:cubicBezTo>
                <a:cubicBezTo>
                  <a:pt x="827" y="245"/>
                  <a:pt x="811" y="248"/>
                  <a:pt x="795" y="248"/>
                </a:cubicBezTo>
                <a:cubicBezTo>
                  <a:pt x="779" y="248"/>
                  <a:pt x="763" y="245"/>
                  <a:pt x="747" y="239"/>
                </a:cubicBezTo>
                <a:cubicBezTo>
                  <a:pt x="732" y="232"/>
                  <a:pt x="719" y="223"/>
                  <a:pt x="707" y="212"/>
                </a:cubicBezTo>
                <a:cubicBezTo>
                  <a:pt x="696" y="200"/>
                  <a:pt x="687" y="187"/>
                  <a:pt x="680" y="172"/>
                </a:cubicBezTo>
                <a:cubicBezTo>
                  <a:pt x="674" y="156"/>
                  <a:pt x="671" y="141"/>
                  <a:pt x="671" y="124"/>
                </a:cubicBezTo>
                <a:cubicBezTo>
                  <a:pt x="671" y="108"/>
                  <a:pt x="674" y="92"/>
                  <a:pt x="680" y="77"/>
                </a:cubicBezTo>
                <a:cubicBezTo>
                  <a:pt x="687" y="61"/>
                  <a:pt x="696" y="48"/>
                  <a:pt x="707" y="36"/>
                </a:cubicBezTo>
                <a:cubicBezTo>
                  <a:pt x="719" y="25"/>
                  <a:pt x="732" y="16"/>
                  <a:pt x="747" y="9"/>
                </a:cubicBezTo>
                <a:cubicBezTo>
                  <a:pt x="763" y="3"/>
                  <a:pt x="779" y="0"/>
                  <a:pt x="795" y="0"/>
                </a:cubicBezTo>
                <a:moveTo>
                  <a:pt x="0" y="463"/>
                </a:moveTo>
                <a:cubicBezTo>
                  <a:pt x="0" y="372"/>
                  <a:pt x="74" y="298"/>
                  <a:pt x="166" y="298"/>
                </a:cubicBezTo>
                <a:lnTo>
                  <a:pt x="232" y="298"/>
                </a:lnTo>
                <a:cubicBezTo>
                  <a:pt x="256" y="298"/>
                  <a:pt x="280" y="303"/>
                  <a:pt x="301" y="313"/>
                </a:cubicBezTo>
                <a:cubicBezTo>
                  <a:pt x="299" y="324"/>
                  <a:pt x="298" y="336"/>
                  <a:pt x="298" y="347"/>
                </a:cubicBezTo>
                <a:cubicBezTo>
                  <a:pt x="298" y="407"/>
                  <a:pt x="324" y="460"/>
                  <a:pt x="365" y="496"/>
                </a:cubicBezTo>
                <a:lnTo>
                  <a:pt x="364" y="496"/>
                </a:lnTo>
                <a:lnTo>
                  <a:pt x="33" y="496"/>
                </a:lnTo>
                <a:cubicBezTo>
                  <a:pt x="15" y="496"/>
                  <a:pt x="0" y="481"/>
                  <a:pt x="0" y="463"/>
                </a:cubicBezTo>
                <a:moveTo>
                  <a:pt x="630" y="496"/>
                </a:moveTo>
                <a:cubicBezTo>
                  <a:pt x="629" y="496"/>
                  <a:pt x="629" y="496"/>
                  <a:pt x="628" y="496"/>
                </a:cubicBezTo>
                <a:cubicBezTo>
                  <a:pt x="670" y="460"/>
                  <a:pt x="696" y="407"/>
                  <a:pt x="696" y="347"/>
                </a:cubicBezTo>
                <a:cubicBezTo>
                  <a:pt x="696" y="336"/>
                  <a:pt x="694" y="324"/>
                  <a:pt x="693" y="313"/>
                </a:cubicBezTo>
                <a:cubicBezTo>
                  <a:pt x="714" y="303"/>
                  <a:pt x="737" y="298"/>
                  <a:pt x="762" y="298"/>
                </a:cubicBezTo>
                <a:lnTo>
                  <a:pt x="828" y="298"/>
                </a:lnTo>
                <a:cubicBezTo>
                  <a:pt x="919" y="298"/>
                  <a:pt x="993" y="372"/>
                  <a:pt x="993" y="463"/>
                </a:cubicBezTo>
                <a:cubicBezTo>
                  <a:pt x="993" y="481"/>
                  <a:pt x="979" y="496"/>
                  <a:pt x="960" y="496"/>
                </a:cubicBezTo>
                <a:lnTo>
                  <a:pt x="630" y="496"/>
                </a:lnTo>
                <a:moveTo>
                  <a:pt x="347" y="347"/>
                </a:moveTo>
                <a:cubicBezTo>
                  <a:pt x="347" y="338"/>
                  <a:pt x="348" y="328"/>
                  <a:pt x="350" y="318"/>
                </a:cubicBezTo>
                <a:cubicBezTo>
                  <a:pt x="352" y="309"/>
                  <a:pt x="355" y="299"/>
                  <a:pt x="359" y="290"/>
                </a:cubicBezTo>
                <a:cubicBezTo>
                  <a:pt x="363" y="281"/>
                  <a:pt x="367" y="273"/>
                  <a:pt x="373" y="265"/>
                </a:cubicBezTo>
                <a:cubicBezTo>
                  <a:pt x="378" y="256"/>
                  <a:pt x="384" y="249"/>
                  <a:pt x="391" y="242"/>
                </a:cubicBezTo>
                <a:cubicBezTo>
                  <a:pt x="398" y="235"/>
                  <a:pt x="405" y="229"/>
                  <a:pt x="414" y="224"/>
                </a:cubicBezTo>
                <a:cubicBezTo>
                  <a:pt x="422" y="218"/>
                  <a:pt x="430" y="214"/>
                  <a:pt x="439" y="210"/>
                </a:cubicBezTo>
                <a:cubicBezTo>
                  <a:pt x="448" y="206"/>
                  <a:pt x="458" y="203"/>
                  <a:pt x="467" y="201"/>
                </a:cubicBezTo>
                <a:cubicBezTo>
                  <a:pt x="477" y="199"/>
                  <a:pt x="487" y="198"/>
                  <a:pt x="496" y="198"/>
                </a:cubicBezTo>
                <a:cubicBezTo>
                  <a:pt x="506" y="198"/>
                  <a:pt x="516" y="199"/>
                  <a:pt x="525" y="201"/>
                </a:cubicBezTo>
                <a:cubicBezTo>
                  <a:pt x="535" y="203"/>
                  <a:pt x="544" y="206"/>
                  <a:pt x="553" y="210"/>
                </a:cubicBezTo>
                <a:cubicBezTo>
                  <a:pt x="562" y="214"/>
                  <a:pt x="571" y="218"/>
                  <a:pt x="579" y="224"/>
                </a:cubicBezTo>
                <a:cubicBezTo>
                  <a:pt x="587" y="229"/>
                  <a:pt x="596" y="235"/>
                  <a:pt x="603" y="242"/>
                </a:cubicBezTo>
                <a:cubicBezTo>
                  <a:pt x="609" y="249"/>
                  <a:pt x="616" y="256"/>
                  <a:pt x="621" y="265"/>
                </a:cubicBezTo>
                <a:cubicBezTo>
                  <a:pt x="626" y="273"/>
                  <a:pt x="631" y="281"/>
                  <a:pt x="635" y="290"/>
                </a:cubicBezTo>
                <a:cubicBezTo>
                  <a:pt x="639" y="299"/>
                  <a:pt x="641" y="309"/>
                  <a:pt x="643" y="318"/>
                </a:cubicBezTo>
                <a:cubicBezTo>
                  <a:pt x="645" y="328"/>
                  <a:pt x="646" y="338"/>
                  <a:pt x="646" y="347"/>
                </a:cubicBezTo>
                <a:cubicBezTo>
                  <a:pt x="646" y="357"/>
                  <a:pt x="645" y="367"/>
                  <a:pt x="643" y="376"/>
                </a:cubicBezTo>
                <a:cubicBezTo>
                  <a:pt x="641" y="386"/>
                  <a:pt x="639" y="395"/>
                  <a:pt x="635" y="404"/>
                </a:cubicBezTo>
                <a:cubicBezTo>
                  <a:pt x="631" y="413"/>
                  <a:pt x="626" y="422"/>
                  <a:pt x="621" y="430"/>
                </a:cubicBezTo>
                <a:cubicBezTo>
                  <a:pt x="616" y="438"/>
                  <a:pt x="609" y="446"/>
                  <a:pt x="603" y="453"/>
                </a:cubicBezTo>
                <a:cubicBezTo>
                  <a:pt x="596" y="459"/>
                  <a:pt x="587" y="466"/>
                  <a:pt x="579" y="471"/>
                </a:cubicBezTo>
                <a:cubicBezTo>
                  <a:pt x="571" y="476"/>
                  <a:pt x="562" y="481"/>
                  <a:pt x="553" y="485"/>
                </a:cubicBezTo>
                <a:cubicBezTo>
                  <a:pt x="544" y="489"/>
                  <a:pt x="535" y="491"/>
                  <a:pt x="525" y="493"/>
                </a:cubicBezTo>
                <a:cubicBezTo>
                  <a:pt x="516" y="495"/>
                  <a:pt x="506" y="496"/>
                  <a:pt x="496" y="496"/>
                </a:cubicBezTo>
                <a:cubicBezTo>
                  <a:pt x="487" y="496"/>
                  <a:pt x="477" y="495"/>
                  <a:pt x="467" y="493"/>
                </a:cubicBezTo>
                <a:cubicBezTo>
                  <a:pt x="458" y="491"/>
                  <a:pt x="448" y="489"/>
                  <a:pt x="439" y="485"/>
                </a:cubicBezTo>
                <a:cubicBezTo>
                  <a:pt x="430" y="481"/>
                  <a:pt x="422" y="476"/>
                  <a:pt x="414" y="471"/>
                </a:cubicBezTo>
                <a:cubicBezTo>
                  <a:pt x="405" y="466"/>
                  <a:pt x="398" y="459"/>
                  <a:pt x="391" y="453"/>
                </a:cubicBezTo>
                <a:cubicBezTo>
                  <a:pt x="384" y="446"/>
                  <a:pt x="378" y="438"/>
                  <a:pt x="373" y="430"/>
                </a:cubicBezTo>
                <a:cubicBezTo>
                  <a:pt x="367" y="422"/>
                  <a:pt x="363" y="413"/>
                  <a:pt x="359" y="404"/>
                </a:cubicBezTo>
                <a:cubicBezTo>
                  <a:pt x="355" y="395"/>
                  <a:pt x="352" y="386"/>
                  <a:pt x="350" y="376"/>
                </a:cubicBezTo>
                <a:cubicBezTo>
                  <a:pt x="348" y="367"/>
                  <a:pt x="347" y="357"/>
                  <a:pt x="347" y="347"/>
                </a:cubicBezTo>
                <a:moveTo>
                  <a:pt x="199" y="753"/>
                </a:moveTo>
                <a:cubicBezTo>
                  <a:pt x="199" y="638"/>
                  <a:pt x="291" y="546"/>
                  <a:pt x="405" y="546"/>
                </a:cubicBezTo>
                <a:lnTo>
                  <a:pt x="587" y="546"/>
                </a:lnTo>
                <a:cubicBezTo>
                  <a:pt x="702" y="546"/>
                  <a:pt x="795" y="638"/>
                  <a:pt x="795" y="753"/>
                </a:cubicBezTo>
                <a:cubicBezTo>
                  <a:pt x="795" y="776"/>
                  <a:pt x="777" y="795"/>
                  <a:pt x="754" y="795"/>
                </a:cubicBezTo>
                <a:lnTo>
                  <a:pt x="240" y="795"/>
                </a:lnTo>
                <a:cubicBezTo>
                  <a:pt x="217" y="795"/>
                  <a:pt x="198" y="776"/>
                  <a:pt x="198" y="753"/>
                </a:cubicBezTo>
                <a:lnTo>
                  <a:pt x="199" y="753"/>
                </a:ln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24280" y="1889280"/>
            <a:ext cx="27439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u="none" strike="noStrike">
                <a:solidFill>
                  <a:srgbClr val="165DFF"/>
                </a:solidFill>
                <a:effectLst/>
                <a:uFillTx/>
                <a:latin typeface="NotoSansSC"/>
                <a:ea typeface="NotoSansSC"/>
              </a:rPr>
              <a:t>软件工程课程项目评审报告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298600" y="4502880"/>
            <a:ext cx="683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u="none" strike="noStrike">
                <a:solidFill>
                  <a:srgbClr val="1D2129"/>
                </a:solidFill>
                <a:effectLst/>
                <a:uFillTx/>
                <a:latin typeface="NotoSansSC"/>
                <a:ea typeface="NotoSansSC"/>
              </a:rPr>
              <a:t>团队信息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26920" y="4875840"/>
            <a:ext cx="18295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NotoSansSC"/>
                <a:ea typeface="NotoSansSC"/>
              </a:rPr>
              <a:t>团队名称：城小二项目团队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98320" y="5104440"/>
            <a:ext cx="22867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NotoSansSC"/>
                <a:ea typeface="NotoSansSC"/>
              </a:rPr>
              <a:t>组员：杨俊杰、潘攀兆、陈鹏宇、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4676760" y="3485880"/>
            <a:ext cx="2838600" cy="2286360"/>
          </a:xfrm>
          <a:custGeom>
            <a:avLst/>
            <a:gdLst/>
            <a:ahLst/>
            <a:cxnLst/>
            <a:rect l="0" t="0" r="r" b="b"/>
            <a:pathLst>
              <a:path w="7885" h="6351">
                <a:moveTo>
                  <a:pt x="0" y="6033"/>
                </a:moveTo>
                <a:lnTo>
                  <a:pt x="0" y="318"/>
                </a:lnTo>
                <a:cubicBezTo>
                  <a:pt x="0" y="297"/>
                  <a:pt x="2" y="276"/>
                  <a:pt x="6" y="256"/>
                </a:cubicBezTo>
                <a:cubicBezTo>
                  <a:pt x="10" y="235"/>
                  <a:pt x="16" y="216"/>
                  <a:pt x="24" y="196"/>
                </a:cubicBezTo>
                <a:cubicBezTo>
                  <a:pt x="32" y="177"/>
                  <a:pt x="41" y="159"/>
                  <a:pt x="53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7" y="79"/>
                  <a:pt x="123" y="65"/>
                  <a:pt x="141" y="54"/>
                </a:cubicBezTo>
                <a:cubicBezTo>
                  <a:pt x="158" y="42"/>
                  <a:pt x="176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lnTo>
                  <a:pt x="7568" y="0"/>
                </a:lnTo>
                <a:cubicBezTo>
                  <a:pt x="7588" y="0"/>
                  <a:pt x="7609" y="2"/>
                  <a:pt x="7630" y="6"/>
                </a:cubicBezTo>
                <a:cubicBezTo>
                  <a:pt x="7650" y="10"/>
                  <a:pt x="7670" y="16"/>
                  <a:pt x="7689" y="24"/>
                </a:cubicBezTo>
                <a:cubicBezTo>
                  <a:pt x="7708" y="32"/>
                  <a:pt x="7727" y="42"/>
                  <a:pt x="7744" y="54"/>
                </a:cubicBezTo>
                <a:cubicBezTo>
                  <a:pt x="7761" y="65"/>
                  <a:pt x="7777" y="79"/>
                  <a:pt x="7792" y="93"/>
                </a:cubicBezTo>
                <a:cubicBezTo>
                  <a:pt x="7807" y="108"/>
                  <a:pt x="7820" y="124"/>
                  <a:pt x="7832" y="141"/>
                </a:cubicBezTo>
                <a:cubicBezTo>
                  <a:pt x="7843" y="159"/>
                  <a:pt x="7853" y="177"/>
                  <a:pt x="7861" y="196"/>
                </a:cubicBezTo>
                <a:cubicBezTo>
                  <a:pt x="7869" y="216"/>
                  <a:pt x="7875" y="235"/>
                  <a:pt x="7879" y="256"/>
                </a:cubicBezTo>
                <a:cubicBezTo>
                  <a:pt x="7883" y="276"/>
                  <a:pt x="7885" y="297"/>
                  <a:pt x="7885" y="318"/>
                </a:cubicBezTo>
                <a:lnTo>
                  <a:pt x="7885" y="6033"/>
                </a:lnTo>
                <a:cubicBezTo>
                  <a:pt x="7885" y="6054"/>
                  <a:pt x="7883" y="6074"/>
                  <a:pt x="7879" y="6095"/>
                </a:cubicBezTo>
                <a:cubicBezTo>
                  <a:pt x="7875" y="6115"/>
                  <a:pt x="7869" y="6135"/>
                  <a:pt x="7861" y="6154"/>
                </a:cubicBezTo>
                <a:cubicBezTo>
                  <a:pt x="7853" y="6174"/>
                  <a:pt x="7843" y="6193"/>
                  <a:pt x="7832" y="6210"/>
                </a:cubicBezTo>
                <a:cubicBezTo>
                  <a:pt x="7820" y="6227"/>
                  <a:pt x="7807" y="6244"/>
                  <a:pt x="7792" y="6258"/>
                </a:cubicBezTo>
                <a:cubicBezTo>
                  <a:pt x="7777" y="6273"/>
                  <a:pt x="7761" y="6286"/>
                  <a:pt x="7744" y="6298"/>
                </a:cubicBezTo>
                <a:cubicBezTo>
                  <a:pt x="7727" y="6309"/>
                  <a:pt x="7708" y="6319"/>
                  <a:pt x="7689" y="6327"/>
                </a:cubicBezTo>
                <a:cubicBezTo>
                  <a:pt x="7670" y="6335"/>
                  <a:pt x="7650" y="6341"/>
                  <a:pt x="7630" y="6345"/>
                </a:cubicBezTo>
                <a:cubicBezTo>
                  <a:pt x="7609" y="6349"/>
                  <a:pt x="7588" y="6351"/>
                  <a:pt x="7568" y="6351"/>
                </a:cubicBezTo>
                <a:lnTo>
                  <a:pt x="317" y="6351"/>
                </a:lnTo>
                <a:cubicBezTo>
                  <a:pt x="296" y="6351"/>
                  <a:pt x="276" y="6349"/>
                  <a:pt x="255" y="6345"/>
                </a:cubicBezTo>
                <a:cubicBezTo>
                  <a:pt x="235" y="6341"/>
                  <a:pt x="215" y="6335"/>
                  <a:pt x="196" y="6327"/>
                </a:cubicBezTo>
                <a:cubicBezTo>
                  <a:pt x="176" y="6319"/>
                  <a:pt x="158" y="6309"/>
                  <a:pt x="141" y="6298"/>
                </a:cubicBezTo>
                <a:cubicBezTo>
                  <a:pt x="123" y="6286"/>
                  <a:pt x="107" y="6273"/>
                  <a:pt x="93" y="6258"/>
                </a:cubicBezTo>
                <a:cubicBezTo>
                  <a:pt x="78" y="6244"/>
                  <a:pt x="65" y="6227"/>
                  <a:pt x="53" y="6210"/>
                </a:cubicBezTo>
                <a:cubicBezTo>
                  <a:pt x="41" y="6193"/>
                  <a:pt x="32" y="6174"/>
                  <a:pt x="24" y="6154"/>
                </a:cubicBezTo>
                <a:cubicBezTo>
                  <a:pt x="16" y="6135"/>
                  <a:pt x="10" y="6115"/>
                  <a:pt x="6" y="6095"/>
                </a:cubicBezTo>
                <a:cubicBezTo>
                  <a:pt x="2" y="6074"/>
                  <a:pt x="0" y="6054"/>
                  <a:pt x="0" y="60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" name="任意多边形 14"/>
          <p:cNvSpPr/>
          <p:nvPr/>
        </p:nvSpPr>
        <p:spPr>
          <a:xfrm>
            <a:off x="5790960" y="3714480"/>
            <a:ext cx="609840" cy="610200"/>
          </a:xfrm>
          <a:custGeom>
            <a:avLst/>
            <a:gdLst/>
            <a:ahLst/>
            <a:cxnLst/>
            <a:rect l="0" t="0" r="r" b="b"/>
            <a:pathLst>
              <a:path w="1694" h="1695">
                <a:moveTo>
                  <a:pt x="1694" y="848"/>
                </a:moveTo>
                <a:cubicBezTo>
                  <a:pt x="1695" y="876"/>
                  <a:pt x="1693" y="903"/>
                  <a:pt x="1689" y="931"/>
                </a:cubicBezTo>
                <a:cubicBezTo>
                  <a:pt x="1687" y="959"/>
                  <a:pt x="1683" y="986"/>
                  <a:pt x="1677" y="1013"/>
                </a:cubicBezTo>
                <a:cubicBezTo>
                  <a:pt x="1672" y="1040"/>
                  <a:pt x="1665" y="1067"/>
                  <a:pt x="1657" y="1094"/>
                </a:cubicBezTo>
                <a:cubicBezTo>
                  <a:pt x="1649" y="1120"/>
                  <a:pt x="1640" y="1146"/>
                  <a:pt x="1629" y="1172"/>
                </a:cubicBezTo>
                <a:cubicBezTo>
                  <a:pt x="1618" y="1198"/>
                  <a:pt x="1607" y="1223"/>
                  <a:pt x="1594" y="1247"/>
                </a:cubicBezTo>
                <a:cubicBezTo>
                  <a:pt x="1580" y="1271"/>
                  <a:pt x="1566" y="1295"/>
                  <a:pt x="1551" y="1318"/>
                </a:cubicBezTo>
                <a:cubicBezTo>
                  <a:pt x="1535" y="1341"/>
                  <a:pt x="1519" y="1364"/>
                  <a:pt x="1501" y="1385"/>
                </a:cubicBezTo>
                <a:cubicBezTo>
                  <a:pt x="1484" y="1406"/>
                  <a:pt x="1465" y="1427"/>
                  <a:pt x="1446" y="1447"/>
                </a:cubicBezTo>
                <a:cubicBezTo>
                  <a:pt x="1426" y="1466"/>
                  <a:pt x="1405" y="1485"/>
                  <a:pt x="1384" y="1502"/>
                </a:cubicBezTo>
                <a:cubicBezTo>
                  <a:pt x="1363" y="1520"/>
                  <a:pt x="1340" y="1536"/>
                  <a:pt x="1317" y="1552"/>
                </a:cubicBezTo>
                <a:cubicBezTo>
                  <a:pt x="1294" y="1567"/>
                  <a:pt x="1270" y="1582"/>
                  <a:pt x="1246" y="1595"/>
                </a:cubicBezTo>
                <a:cubicBezTo>
                  <a:pt x="1221" y="1608"/>
                  <a:pt x="1196" y="1620"/>
                  <a:pt x="1171" y="1630"/>
                </a:cubicBezTo>
                <a:cubicBezTo>
                  <a:pt x="1145" y="1641"/>
                  <a:pt x="1119" y="1650"/>
                  <a:pt x="1093" y="1658"/>
                </a:cubicBezTo>
                <a:cubicBezTo>
                  <a:pt x="1066" y="1666"/>
                  <a:pt x="1039" y="1673"/>
                  <a:pt x="1012" y="1678"/>
                </a:cubicBezTo>
                <a:cubicBezTo>
                  <a:pt x="985" y="1684"/>
                  <a:pt x="957" y="1688"/>
                  <a:pt x="930" y="1691"/>
                </a:cubicBezTo>
                <a:cubicBezTo>
                  <a:pt x="902" y="1693"/>
                  <a:pt x="875" y="1695"/>
                  <a:pt x="847" y="1695"/>
                </a:cubicBezTo>
                <a:cubicBezTo>
                  <a:pt x="819" y="1695"/>
                  <a:pt x="791" y="1693"/>
                  <a:pt x="764" y="1691"/>
                </a:cubicBezTo>
                <a:cubicBezTo>
                  <a:pt x="736" y="1688"/>
                  <a:pt x="709" y="1684"/>
                  <a:pt x="682" y="1678"/>
                </a:cubicBezTo>
                <a:cubicBezTo>
                  <a:pt x="654" y="1673"/>
                  <a:pt x="628" y="1666"/>
                  <a:pt x="601" y="1658"/>
                </a:cubicBezTo>
                <a:cubicBezTo>
                  <a:pt x="575" y="1650"/>
                  <a:pt x="548" y="1641"/>
                  <a:pt x="523" y="1630"/>
                </a:cubicBezTo>
                <a:cubicBezTo>
                  <a:pt x="497" y="1620"/>
                  <a:pt x="472" y="1608"/>
                  <a:pt x="448" y="1595"/>
                </a:cubicBezTo>
                <a:cubicBezTo>
                  <a:pt x="423" y="1582"/>
                  <a:pt x="400" y="1567"/>
                  <a:pt x="376" y="1552"/>
                </a:cubicBezTo>
                <a:cubicBezTo>
                  <a:pt x="353" y="1536"/>
                  <a:pt x="331" y="1520"/>
                  <a:pt x="310" y="1502"/>
                </a:cubicBezTo>
                <a:cubicBezTo>
                  <a:pt x="288" y="1485"/>
                  <a:pt x="268" y="1466"/>
                  <a:pt x="248" y="1447"/>
                </a:cubicBezTo>
                <a:cubicBezTo>
                  <a:pt x="229" y="1427"/>
                  <a:pt x="210" y="1406"/>
                  <a:pt x="192" y="1385"/>
                </a:cubicBezTo>
                <a:cubicBezTo>
                  <a:pt x="175" y="1364"/>
                  <a:pt x="158" y="1341"/>
                  <a:pt x="143" y="1318"/>
                </a:cubicBezTo>
                <a:cubicBezTo>
                  <a:pt x="127" y="1295"/>
                  <a:pt x="113" y="1271"/>
                  <a:pt x="100" y="1247"/>
                </a:cubicBezTo>
                <a:cubicBezTo>
                  <a:pt x="87" y="1223"/>
                  <a:pt x="75" y="1198"/>
                  <a:pt x="65" y="1172"/>
                </a:cubicBezTo>
                <a:cubicBezTo>
                  <a:pt x="54" y="1146"/>
                  <a:pt x="45" y="1120"/>
                  <a:pt x="37" y="1094"/>
                </a:cubicBezTo>
                <a:cubicBezTo>
                  <a:pt x="29" y="1067"/>
                  <a:pt x="22" y="1040"/>
                  <a:pt x="16" y="1013"/>
                </a:cubicBezTo>
                <a:cubicBezTo>
                  <a:pt x="11" y="986"/>
                  <a:pt x="7" y="959"/>
                  <a:pt x="4" y="931"/>
                </a:cubicBezTo>
                <a:cubicBezTo>
                  <a:pt x="2" y="903"/>
                  <a:pt x="0" y="876"/>
                  <a:pt x="0" y="848"/>
                </a:cubicBezTo>
                <a:cubicBezTo>
                  <a:pt x="0" y="820"/>
                  <a:pt x="2" y="793"/>
                  <a:pt x="4" y="765"/>
                </a:cubicBezTo>
                <a:cubicBezTo>
                  <a:pt x="7" y="737"/>
                  <a:pt x="11" y="710"/>
                  <a:pt x="16" y="682"/>
                </a:cubicBezTo>
                <a:cubicBezTo>
                  <a:pt x="22" y="655"/>
                  <a:pt x="29" y="628"/>
                  <a:pt x="37" y="601"/>
                </a:cubicBezTo>
                <a:cubicBezTo>
                  <a:pt x="45" y="575"/>
                  <a:pt x="54" y="549"/>
                  <a:pt x="65" y="523"/>
                </a:cubicBezTo>
                <a:cubicBezTo>
                  <a:pt x="75" y="497"/>
                  <a:pt x="87" y="472"/>
                  <a:pt x="100" y="448"/>
                </a:cubicBezTo>
                <a:cubicBezTo>
                  <a:pt x="113" y="423"/>
                  <a:pt x="127" y="400"/>
                  <a:pt x="143" y="377"/>
                </a:cubicBezTo>
                <a:cubicBezTo>
                  <a:pt x="158" y="353"/>
                  <a:pt x="175" y="331"/>
                  <a:pt x="192" y="310"/>
                </a:cubicBezTo>
                <a:cubicBezTo>
                  <a:pt x="210" y="288"/>
                  <a:pt x="229" y="268"/>
                  <a:pt x="248" y="248"/>
                </a:cubicBezTo>
                <a:cubicBezTo>
                  <a:pt x="268" y="229"/>
                  <a:pt x="288" y="210"/>
                  <a:pt x="310" y="192"/>
                </a:cubicBezTo>
                <a:cubicBezTo>
                  <a:pt x="331" y="175"/>
                  <a:pt x="353" y="158"/>
                  <a:pt x="376" y="143"/>
                </a:cubicBezTo>
                <a:cubicBezTo>
                  <a:pt x="400" y="128"/>
                  <a:pt x="423" y="113"/>
                  <a:pt x="448" y="100"/>
                </a:cubicBezTo>
                <a:cubicBezTo>
                  <a:pt x="472" y="87"/>
                  <a:pt x="497" y="75"/>
                  <a:pt x="523" y="65"/>
                </a:cubicBezTo>
                <a:cubicBezTo>
                  <a:pt x="548" y="54"/>
                  <a:pt x="575" y="45"/>
                  <a:pt x="601" y="37"/>
                </a:cubicBezTo>
                <a:cubicBezTo>
                  <a:pt x="628" y="29"/>
                  <a:pt x="654" y="22"/>
                  <a:pt x="682" y="17"/>
                </a:cubicBezTo>
                <a:cubicBezTo>
                  <a:pt x="709" y="11"/>
                  <a:pt x="736" y="7"/>
                  <a:pt x="764" y="4"/>
                </a:cubicBezTo>
                <a:cubicBezTo>
                  <a:pt x="791" y="2"/>
                  <a:pt x="819" y="0"/>
                  <a:pt x="847" y="0"/>
                </a:cubicBezTo>
                <a:cubicBezTo>
                  <a:pt x="875" y="0"/>
                  <a:pt x="902" y="2"/>
                  <a:pt x="930" y="4"/>
                </a:cubicBezTo>
                <a:cubicBezTo>
                  <a:pt x="957" y="7"/>
                  <a:pt x="985" y="11"/>
                  <a:pt x="1012" y="17"/>
                </a:cubicBezTo>
                <a:cubicBezTo>
                  <a:pt x="1039" y="22"/>
                  <a:pt x="1066" y="29"/>
                  <a:pt x="1093" y="37"/>
                </a:cubicBezTo>
                <a:cubicBezTo>
                  <a:pt x="1119" y="45"/>
                  <a:pt x="1145" y="54"/>
                  <a:pt x="1171" y="65"/>
                </a:cubicBezTo>
                <a:cubicBezTo>
                  <a:pt x="1196" y="75"/>
                  <a:pt x="1221" y="87"/>
                  <a:pt x="1246" y="100"/>
                </a:cubicBezTo>
                <a:cubicBezTo>
                  <a:pt x="1270" y="113"/>
                  <a:pt x="1294" y="128"/>
                  <a:pt x="1317" y="143"/>
                </a:cubicBezTo>
                <a:cubicBezTo>
                  <a:pt x="1340" y="158"/>
                  <a:pt x="1363" y="175"/>
                  <a:pt x="1384" y="192"/>
                </a:cubicBezTo>
                <a:cubicBezTo>
                  <a:pt x="1405" y="210"/>
                  <a:pt x="1426" y="229"/>
                  <a:pt x="1446" y="248"/>
                </a:cubicBezTo>
                <a:cubicBezTo>
                  <a:pt x="1465" y="268"/>
                  <a:pt x="1484" y="288"/>
                  <a:pt x="1501" y="310"/>
                </a:cubicBezTo>
                <a:cubicBezTo>
                  <a:pt x="1519" y="331"/>
                  <a:pt x="1535" y="353"/>
                  <a:pt x="1551" y="377"/>
                </a:cubicBezTo>
                <a:cubicBezTo>
                  <a:pt x="1566" y="400"/>
                  <a:pt x="1580" y="423"/>
                  <a:pt x="1594" y="448"/>
                </a:cubicBezTo>
                <a:cubicBezTo>
                  <a:pt x="1607" y="472"/>
                  <a:pt x="1618" y="497"/>
                  <a:pt x="1629" y="523"/>
                </a:cubicBezTo>
                <a:cubicBezTo>
                  <a:pt x="1640" y="549"/>
                  <a:pt x="1649" y="575"/>
                  <a:pt x="1657" y="601"/>
                </a:cubicBezTo>
                <a:cubicBezTo>
                  <a:pt x="1665" y="628"/>
                  <a:pt x="1672" y="655"/>
                  <a:pt x="1677" y="682"/>
                </a:cubicBezTo>
                <a:cubicBezTo>
                  <a:pt x="1683" y="710"/>
                  <a:pt x="1687" y="737"/>
                  <a:pt x="1689" y="765"/>
                </a:cubicBezTo>
                <a:cubicBezTo>
                  <a:pt x="1693" y="793"/>
                  <a:pt x="1695" y="820"/>
                  <a:pt x="1694" y="848"/>
                </a:cubicBezTo>
                <a:close/>
              </a:path>
            </a:pathLst>
          </a:custGeom>
          <a:solidFill>
            <a:srgbClr val="E8F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" name="任意多边形 15"/>
          <p:cNvSpPr/>
          <p:nvPr/>
        </p:nvSpPr>
        <p:spPr>
          <a:xfrm>
            <a:off x="5933880" y="3876480"/>
            <a:ext cx="321840" cy="286200"/>
          </a:xfrm>
          <a:custGeom>
            <a:avLst/>
            <a:gdLst/>
            <a:ahLst/>
            <a:cxnLst/>
            <a:rect l="0" t="0" r="r" b="b"/>
            <a:pathLst>
              <a:path w="894" h="795">
                <a:moveTo>
                  <a:pt x="452" y="75"/>
                </a:moveTo>
                <a:lnTo>
                  <a:pt x="573" y="121"/>
                </a:lnTo>
                <a:lnTo>
                  <a:pt x="448" y="170"/>
                </a:lnTo>
                <a:lnTo>
                  <a:pt x="322" y="121"/>
                </a:lnTo>
                <a:lnTo>
                  <a:pt x="443" y="75"/>
                </a:lnTo>
                <a:cubicBezTo>
                  <a:pt x="446" y="74"/>
                  <a:pt x="449" y="74"/>
                  <a:pt x="452" y="75"/>
                </a:cubicBezTo>
                <a:moveTo>
                  <a:pt x="212" y="143"/>
                </a:moveTo>
                <a:lnTo>
                  <a:pt x="212" y="317"/>
                </a:lnTo>
                <a:cubicBezTo>
                  <a:pt x="210" y="318"/>
                  <a:pt x="208" y="319"/>
                  <a:pt x="206" y="319"/>
                </a:cubicBezTo>
                <a:lnTo>
                  <a:pt x="57" y="376"/>
                </a:lnTo>
                <a:cubicBezTo>
                  <a:pt x="22" y="389"/>
                  <a:pt x="0" y="421"/>
                  <a:pt x="0" y="457"/>
                </a:cubicBezTo>
                <a:lnTo>
                  <a:pt x="0" y="642"/>
                </a:lnTo>
                <a:cubicBezTo>
                  <a:pt x="0" y="676"/>
                  <a:pt x="20" y="707"/>
                  <a:pt x="53" y="721"/>
                </a:cubicBezTo>
                <a:lnTo>
                  <a:pt x="202" y="788"/>
                </a:lnTo>
                <a:cubicBezTo>
                  <a:pt x="224" y="797"/>
                  <a:pt x="249" y="797"/>
                  <a:pt x="272" y="788"/>
                </a:cubicBezTo>
                <a:lnTo>
                  <a:pt x="448" y="709"/>
                </a:lnTo>
                <a:lnTo>
                  <a:pt x="623" y="788"/>
                </a:lnTo>
                <a:cubicBezTo>
                  <a:pt x="646" y="797"/>
                  <a:pt x="671" y="797"/>
                  <a:pt x="693" y="788"/>
                </a:cubicBezTo>
                <a:lnTo>
                  <a:pt x="842" y="721"/>
                </a:lnTo>
                <a:cubicBezTo>
                  <a:pt x="874" y="707"/>
                  <a:pt x="894" y="676"/>
                  <a:pt x="894" y="642"/>
                </a:cubicBezTo>
                <a:lnTo>
                  <a:pt x="894" y="457"/>
                </a:lnTo>
                <a:cubicBezTo>
                  <a:pt x="894" y="421"/>
                  <a:pt x="872" y="389"/>
                  <a:pt x="838" y="376"/>
                </a:cubicBezTo>
                <a:lnTo>
                  <a:pt x="689" y="319"/>
                </a:lnTo>
                <a:cubicBezTo>
                  <a:pt x="687" y="319"/>
                  <a:pt x="685" y="318"/>
                  <a:pt x="683" y="317"/>
                </a:cubicBezTo>
                <a:lnTo>
                  <a:pt x="683" y="143"/>
                </a:lnTo>
                <a:cubicBezTo>
                  <a:pt x="683" y="107"/>
                  <a:pt x="661" y="75"/>
                  <a:pt x="627" y="62"/>
                </a:cubicBezTo>
                <a:lnTo>
                  <a:pt x="479" y="6"/>
                </a:lnTo>
                <a:cubicBezTo>
                  <a:pt x="459" y="-2"/>
                  <a:pt x="437" y="-2"/>
                  <a:pt x="417" y="6"/>
                </a:cubicBezTo>
                <a:lnTo>
                  <a:pt x="268" y="62"/>
                </a:lnTo>
                <a:cubicBezTo>
                  <a:pt x="234" y="75"/>
                  <a:pt x="212" y="107"/>
                  <a:pt x="212" y="143"/>
                </a:cubicBezTo>
                <a:moveTo>
                  <a:pt x="609" y="327"/>
                </a:moveTo>
                <a:lnTo>
                  <a:pt x="481" y="375"/>
                </a:lnTo>
                <a:lnTo>
                  <a:pt x="481" y="237"/>
                </a:lnTo>
                <a:lnTo>
                  <a:pt x="609" y="188"/>
                </a:lnTo>
                <a:lnTo>
                  <a:pt x="609" y="327"/>
                </a:lnTo>
                <a:moveTo>
                  <a:pt x="241" y="389"/>
                </a:moveTo>
                <a:lnTo>
                  <a:pt x="363" y="435"/>
                </a:lnTo>
                <a:lnTo>
                  <a:pt x="237" y="483"/>
                </a:lnTo>
                <a:lnTo>
                  <a:pt x="111" y="435"/>
                </a:lnTo>
                <a:lnTo>
                  <a:pt x="232" y="389"/>
                </a:lnTo>
                <a:cubicBezTo>
                  <a:pt x="235" y="388"/>
                  <a:pt x="238" y="388"/>
                  <a:pt x="241" y="389"/>
                </a:cubicBezTo>
                <a:moveTo>
                  <a:pt x="270" y="706"/>
                </a:moveTo>
                <a:lnTo>
                  <a:pt x="270" y="550"/>
                </a:lnTo>
                <a:lnTo>
                  <a:pt x="398" y="501"/>
                </a:lnTo>
                <a:lnTo>
                  <a:pt x="398" y="650"/>
                </a:lnTo>
                <a:lnTo>
                  <a:pt x="270" y="706"/>
                </a:lnTo>
                <a:moveTo>
                  <a:pt x="654" y="389"/>
                </a:moveTo>
                <a:cubicBezTo>
                  <a:pt x="657" y="388"/>
                  <a:pt x="660" y="388"/>
                  <a:pt x="663" y="389"/>
                </a:cubicBezTo>
                <a:lnTo>
                  <a:pt x="784" y="435"/>
                </a:lnTo>
                <a:lnTo>
                  <a:pt x="658" y="483"/>
                </a:lnTo>
                <a:lnTo>
                  <a:pt x="532" y="435"/>
                </a:lnTo>
                <a:lnTo>
                  <a:pt x="654" y="389"/>
                </a:lnTo>
                <a:moveTo>
                  <a:pt x="812" y="653"/>
                </a:moveTo>
                <a:lnTo>
                  <a:pt x="692" y="706"/>
                </a:lnTo>
                <a:lnTo>
                  <a:pt x="692" y="550"/>
                </a:lnTo>
                <a:lnTo>
                  <a:pt x="820" y="501"/>
                </a:lnTo>
                <a:lnTo>
                  <a:pt x="820" y="642"/>
                </a:lnTo>
                <a:cubicBezTo>
                  <a:pt x="820" y="647"/>
                  <a:pt x="817" y="651"/>
                  <a:pt x="812" y="653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412720" y="533304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NotoSansSC"/>
                <a:ea typeface="NotoSansSC"/>
              </a:rPr>
              <a:t>王杰铭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752800" y="4502880"/>
            <a:ext cx="683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u="none" strike="noStrike">
                <a:solidFill>
                  <a:srgbClr val="1D2129"/>
                </a:solidFill>
                <a:effectLst/>
                <a:uFillTx/>
                <a:latin typeface="NotoSansSC"/>
                <a:ea typeface="NotoSansSC"/>
              </a:rPr>
              <a:t>项目标识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486400" y="4875840"/>
            <a:ext cx="12200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NotoSansSC"/>
                <a:ea typeface="NotoSansSC"/>
              </a:rPr>
              <a:t>类型：微信小程序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717520" y="5104440"/>
            <a:ext cx="80856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NotoSansSC"/>
                <a:ea typeface="NotoSansSC"/>
              </a:rPr>
              <a:t>版本：</a:t>
            </a:r>
            <a:r>
              <a:rPr lang="en-US" sz="1200" b="0" u="none" strike="noStrike">
                <a:solidFill>
                  <a:srgbClr val="4E5969"/>
                </a:solidFill>
                <a:effectLst/>
                <a:uFillTx/>
                <a:latin typeface="NotoSansSC"/>
                <a:ea typeface="NotoSansSC"/>
              </a:rPr>
              <a:t>V1.0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8124480" y="3485880"/>
            <a:ext cx="2848320" cy="2286360"/>
          </a:xfrm>
          <a:custGeom>
            <a:avLst/>
            <a:gdLst/>
            <a:ahLst/>
            <a:cxnLst/>
            <a:rect l="0" t="0" r="r" b="b"/>
            <a:pathLst>
              <a:path w="7912" h="6351">
                <a:moveTo>
                  <a:pt x="0" y="6033"/>
                </a:moveTo>
                <a:lnTo>
                  <a:pt x="0" y="318"/>
                </a:lnTo>
                <a:cubicBezTo>
                  <a:pt x="0" y="297"/>
                  <a:pt x="2" y="276"/>
                  <a:pt x="7" y="256"/>
                </a:cubicBezTo>
                <a:cubicBezTo>
                  <a:pt x="11" y="235"/>
                  <a:pt x="17" y="216"/>
                  <a:pt x="25" y="196"/>
                </a:cubicBezTo>
                <a:cubicBezTo>
                  <a:pt x="33" y="177"/>
                  <a:pt x="42" y="159"/>
                  <a:pt x="54" y="141"/>
                </a:cubicBezTo>
                <a:cubicBezTo>
                  <a:pt x="66" y="124"/>
                  <a:pt x="79" y="108"/>
                  <a:pt x="93" y="93"/>
                </a:cubicBezTo>
                <a:cubicBezTo>
                  <a:pt x="108" y="79"/>
                  <a:pt x="124" y="65"/>
                  <a:pt x="142" y="54"/>
                </a:cubicBezTo>
                <a:cubicBezTo>
                  <a:pt x="159" y="42"/>
                  <a:pt x="177" y="32"/>
                  <a:pt x="196" y="24"/>
                </a:cubicBezTo>
                <a:cubicBezTo>
                  <a:pt x="216" y="16"/>
                  <a:pt x="236" y="10"/>
                  <a:pt x="256" y="6"/>
                </a:cubicBezTo>
                <a:cubicBezTo>
                  <a:pt x="276" y="2"/>
                  <a:pt x="297" y="0"/>
                  <a:pt x="318" y="0"/>
                </a:cubicBezTo>
                <a:lnTo>
                  <a:pt x="7595" y="0"/>
                </a:lnTo>
                <a:cubicBezTo>
                  <a:pt x="7616" y="0"/>
                  <a:pt x="7636" y="2"/>
                  <a:pt x="7657" y="6"/>
                </a:cubicBezTo>
                <a:cubicBezTo>
                  <a:pt x="7677" y="10"/>
                  <a:pt x="7697" y="16"/>
                  <a:pt x="7716" y="24"/>
                </a:cubicBezTo>
                <a:cubicBezTo>
                  <a:pt x="7736" y="32"/>
                  <a:pt x="7754" y="42"/>
                  <a:pt x="7771" y="54"/>
                </a:cubicBezTo>
                <a:cubicBezTo>
                  <a:pt x="7789" y="65"/>
                  <a:pt x="7805" y="79"/>
                  <a:pt x="7820" y="93"/>
                </a:cubicBezTo>
                <a:cubicBezTo>
                  <a:pt x="7834" y="108"/>
                  <a:pt x="7847" y="124"/>
                  <a:pt x="7859" y="141"/>
                </a:cubicBezTo>
                <a:cubicBezTo>
                  <a:pt x="7871" y="159"/>
                  <a:pt x="7880" y="177"/>
                  <a:pt x="7888" y="196"/>
                </a:cubicBezTo>
                <a:cubicBezTo>
                  <a:pt x="7896" y="216"/>
                  <a:pt x="7902" y="235"/>
                  <a:pt x="7906" y="256"/>
                </a:cubicBezTo>
                <a:cubicBezTo>
                  <a:pt x="7910" y="276"/>
                  <a:pt x="7912" y="297"/>
                  <a:pt x="7912" y="318"/>
                </a:cubicBezTo>
                <a:lnTo>
                  <a:pt x="7912" y="6033"/>
                </a:lnTo>
                <a:cubicBezTo>
                  <a:pt x="7912" y="6054"/>
                  <a:pt x="7910" y="6074"/>
                  <a:pt x="7906" y="6095"/>
                </a:cubicBezTo>
                <a:cubicBezTo>
                  <a:pt x="7902" y="6115"/>
                  <a:pt x="7896" y="6135"/>
                  <a:pt x="7888" y="6154"/>
                </a:cubicBezTo>
                <a:cubicBezTo>
                  <a:pt x="7880" y="6174"/>
                  <a:pt x="7871" y="6193"/>
                  <a:pt x="7859" y="6210"/>
                </a:cubicBezTo>
                <a:cubicBezTo>
                  <a:pt x="7847" y="6227"/>
                  <a:pt x="7834" y="6244"/>
                  <a:pt x="7820" y="6258"/>
                </a:cubicBezTo>
                <a:cubicBezTo>
                  <a:pt x="7805" y="6273"/>
                  <a:pt x="7789" y="6286"/>
                  <a:pt x="7771" y="6298"/>
                </a:cubicBezTo>
                <a:cubicBezTo>
                  <a:pt x="7754" y="6309"/>
                  <a:pt x="7736" y="6319"/>
                  <a:pt x="7716" y="6327"/>
                </a:cubicBezTo>
                <a:cubicBezTo>
                  <a:pt x="7697" y="6335"/>
                  <a:pt x="7677" y="6341"/>
                  <a:pt x="7657" y="6345"/>
                </a:cubicBezTo>
                <a:cubicBezTo>
                  <a:pt x="7636" y="6349"/>
                  <a:pt x="7616" y="6351"/>
                  <a:pt x="7595" y="6351"/>
                </a:cubicBezTo>
                <a:lnTo>
                  <a:pt x="318" y="6351"/>
                </a:lnTo>
                <a:cubicBezTo>
                  <a:pt x="297" y="6351"/>
                  <a:pt x="276" y="6349"/>
                  <a:pt x="256" y="6345"/>
                </a:cubicBezTo>
                <a:cubicBezTo>
                  <a:pt x="236" y="6341"/>
                  <a:pt x="216" y="6335"/>
                  <a:pt x="196" y="6327"/>
                </a:cubicBezTo>
                <a:cubicBezTo>
                  <a:pt x="177" y="6319"/>
                  <a:pt x="159" y="6309"/>
                  <a:pt x="142" y="6298"/>
                </a:cubicBezTo>
                <a:cubicBezTo>
                  <a:pt x="124" y="6286"/>
                  <a:pt x="108" y="6273"/>
                  <a:pt x="93" y="6258"/>
                </a:cubicBezTo>
                <a:cubicBezTo>
                  <a:pt x="79" y="6244"/>
                  <a:pt x="66" y="6227"/>
                  <a:pt x="54" y="6210"/>
                </a:cubicBezTo>
                <a:cubicBezTo>
                  <a:pt x="42" y="6193"/>
                  <a:pt x="33" y="6174"/>
                  <a:pt x="25" y="6154"/>
                </a:cubicBezTo>
                <a:cubicBezTo>
                  <a:pt x="17" y="6135"/>
                  <a:pt x="11" y="6115"/>
                  <a:pt x="7" y="6095"/>
                </a:cubicBezTo>
                <a:cubicBezTo>
                  <a:pt x="2" y="6074"/>
                  <a:pt x="0" y="6054"/>
                  <a:pt x="0" y="60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9248760" y="3714480"/>
            <a:ext cx="609840" cy="610200"/>
          </a:xfrm>
          <a:custGeom>
            <a:avLst/>
            <a:gdLst/>
            <a:ahLst/>
            <a:cxnLst/>
            <a:rect l="0" t="0" r="r" b="b"/>
            <a:pathLst>
              <a:path w="1694" h="1695">
                <a:moveTo>
                  <a:pt x="1694" y="848"/>
                </a:moveTo>
                <a:cubicBezTo>
                  <a:pt x="1694" y="876"/>
                  <a:pt x="1693" y="903"/>
                  <a:pt x="1690" y="931"/>
                </a:cubicBezTo>
                <a:cubicBezTo>
                  <a:pt x="1687" y="959"/>
                  <a:pt x="1683" y="986"/>
                  <a:pt x="1678" y="1013"/>
                </a:cubicBezTo>
                <a:cubicBezTo>
                  <a:pt x="1672" y="1040"/>
                  <a:pt x="1665" y="1067"/>
                  <a:pt x="1657" y="1094"/>
                </a:cubicBezTo>
                <a:cubicBezTo>
                  <a:pt x="1649" y="1120"/>
                  <a:pt x="1640" y="1146"/>
                  <a:pt x="1629" y="1172"/>
                </a:cubicBezTo>
                <a:cubicBezTo>
                  <a:pt x="1619" y="1198"/>
                  <a:pt x="1607" y="1223"/>
                  <a:pt x="1594" y="1247"/>
                </a:cubicBezTo>
                <a:cubicBezTo>
                  <a:pt x="1581" y="1271"/>
                  <a:pt x="1567" y="1295"/>
                  <a:pt x="1551" y="1318"/>
                </a:cubicBezTo>
                <a:cubicBezTo>
                  <a:pt x="1536" y="1341"/>
                  <a:pt x="1519" y="1364"/>
                  <a:pt x="1502" y="1385"/>
                </a:cubicBezTo>
                <a:cubicBezTo>
                  <a:pt x="1484" y="1406"/>
                  <a:pt x="1465" y="1427"/>
                  <a:pt x="1446" y="1447"/>
                </a:cubicBezTo>
                <a:cubicBezTo>
                  <a:pt x="1426" y="1466"/>
                  <a:pt x="1406" y="1485"/>
                  <a:pt x="1384" y="1502"/>
                </a:cubicBezTo>
                <a:cubicBezTo>
                  <a:pt x="1363" y="1520"/>
                  <a:pt x="1341" y="1536"/>
                  <a:pt x="1318" y="1552"/>
                </a:cubicBezTo>
                <a:cubicBezTo>
                  <a:pt x="1295" y="1567"/>
                  <a:pt x="1271" y="1582"/>
                  <a:pt x="1246" y="1595"/>
                </a:cubicBezTo>
                <a:cubicBezTo>
                  <a:pt x="1222" y="1608"/>
                  <a:pt x="1197" y="1620"/>
                  <a:pt x="1171" y="1630"/>
                </a:cubicBezTo>
                <a:cubicBezTo>
                  <a:pt x="1146" y="1641"/>
                  <a:pt x="1120" y="1650"/>
                  <a:pt x="1093" y="1658"/>
                </a:cubicBezTo>
                <a:cubicBezTo>
                  <a:pt x="1066" y="1666"/>
                  <a:pt x="1040" y="1673"/>
                  <a:pt x="1012" y="1678"/>
                </a:cubicBezTo>
                <a:cubicBezTo>
                  <a:pt x="985" y="1684"/>
                  <a:pt x="958" y="1688"/>
                  <a:pt x="930" y="1691"/>
                </a:cubicBezTo>
                <a:cubicBezTo>
                  <a:pt x="903" y="1693"/>
                  <a:pt x="875" y="1695"/>
                  <a:pt x="847" y="1695"/>
                </a:cubicBezTo>
                <a:cubicBezTo>
                  <a:pt x="819" y="1695"/>
                  <a:pt x="792" y="1693"/>
                  <a:pt x="764" y="1691"/>
                </a:cubicBezTo>
                <a:cubicBezTo>
                  <a:pt x="737" y="1688"/>
                  <a:pt x="709" y="1684"/>
                  <a:pt x="682" y="1678"/>
                </a:cubicBezTo>
                <a:cubicBezTo>
                  <a:pt x="655" y="1673"/>
                  <a:pt x="628" y="1666"/>
                  <a:pt x="601" y="1658"/>
                </a:cubicBezTo>
                <a:cubicBezTo>
                  <a:pt x="575" y="1650"/>
                  <a:pt x="548" y="1641"/>
                  <a:pt x="522" y="1630"/>
                </a:cubicBezTo>
                <a:cubicBezTo>
                  <a:pt x="497" y="1620"/>
                  <a:pt x="472" y="1608"/>
                  <a:pt x="447" y="1595"/>
                </a:cubicBezTo>
                <a:cubicBezTo>
                  <a:pt x="423" y="1582"/>
                  <a:pt x="399" y="1567"/>
                  <a:pt x="376" y="1552"/>
                </a:cubicBezTo>
                <a:cubicBezTo>
                  <a:pt x="353" y="1536"/>
                  <a:pt x="331" y="1520"/>
                  <a:pt x="309" y="1502"/>
                </a:cubicBezTo>
                <a:cubicBezTo>
                  <a:pt x="288" y="1485"/>
                  <a:pt x="267" y="1466"/>
                  <a:pt x="248" y="1447"/>
                </a:cubicBezTo>
                <a:cubicBezTo>
                  <a:pt x="228" y="1427"/>
                  <a:pt x="209" y="1406"/>
                  <a:pt x="192" y="1385"/>
                </a:cubicBezTo>
                <a:cubicBezTo>
                  <a:pt x="174" y="1364"/>
                  <a:pt x="158" y="1341"/>
                  <a:pt x="142" y="1318"/>
                </a:cubicBezTo>
                <a:cubicBezTo>
                  <a:pt x="127" y="1295"/>
                  <a:pt x="113" y="1271"/>
                  <a:pt x="100" y="1247"/>
                </a:cubicBezTo>
                <a:cubicBezTo>
                  <a:pt x="86" y="1223"/>
                  <a:pt x="75" y="1198"/>
                  <a:pt x="64" y="1172"/>
                </a:cubicBezTo>
                <a:cubicBezTo>
                  <a:pt x="53" y="1146"/>
                  <a:pt x="44" y="1120"/>
                  <a:pt x="36" y="1094"/>
                </a:cubicBezTo>
                <a:cubicBezTo>
                  <a:pt x="28" y="1067"/>
                  <a:pt x="21" y="1040"/>
                  <a:pt x="16" y="1013"/>
                </a:cubicBezTo>
                <a:cubicBezTo>
                  <a:pt x="10" y="986"/>
                  <a:pt x="6" y="959"/>
                  <a:pt x="4" y="931"/>
                </a:cubicBezTo>
                <a:cubicBezTo>
                  <a:pt x="1" y="903"/>
                  <a:pt x="0" y="876"/>
                  <a:pt x="0" y="848"/>
                </a:cubicBezTo>
                <a:cubicBezTo>
                  <a:pt x="0" y="820"/>
                  <a:pt x="1" y="793"/>
                  <a:pt x="4" y="765"/>
                </a:cubicBezTo>
                <a:cubicBezTo>
                  <a:pt x="6" y="737"/>
                  <a:pt x="10" y="710"/>
                  <a:pt x="16" y="682"/>
                </a:cubicBezTo>
                <a:cubicBezTo>
                  <a:pt x="21" y="655"/>
                  <a:pt x="28" y="628"/>
                  <a:pt x="36" y="601"/>
                </a:cubicBezTo>
                <a:cubicBezTo>
                  <a:pt x="44" y="575"/>
                  <a:pt x="53" y="549"/>
                  <a:pt x="64" y="523"/>
                </a:cubicBezTo>
                <a:cubicBezTo>
                  <a:pt x="75" y="497"/>
                  <a:pt x="86" y="472"/>
                  <a:pt x="100" y="448"/>
                </a:cubicBezTo>
                <a:cubicBezTo>
                  <a:pt x="113" y="423"/>
                  <a:pt x="127" y="400"/>
                  <a:pt x="142" y="377"/>
                </a:cubicBezTo>
                <a:cubicBezTo>
                  <a:pt x="158" y="353"/>
                  <a:pt x="174" y="331"/>
                  <a:pt x="192" y="310"/>
                </a:cubicBezTo>
                <a:cubicBezTo>
                  <a:pt x="209" y="288"/>
                  <a:pt x="228" y="268"/>
                  <a:pt x="248" y="248"/>
                </a:cubicBezTo>
                <a:cubicBezTo>
                  <a:pt x="267" y="229"/>
                  <a:pt x="288" y="210"/>
                  <a:pt x="309" y="192"/>
                </a:cubicBezTo>
                <a:cubicBezTo>
                  <a:pt x="331" y="175"/>
                  <a:pt x="353" y="158"/>
                  <a:pt x="376" y="143"/>
                </a:cubicBezTo>
                <a:cubicBezTo>
                  <a:pt x="399" y="128"/>
                  <a:pt x="423" y="113"/>
                  <a:pt x="447" y="100"/>
                </a:cubicBezTo>
                <a:cubicBezTo>
                  <a:pt x="472" y="87"/>
                  <a:pt x="497" y="75"/>
                  <a:pt x="522" y="65"/>
                </a:cubicBezTo>
                <a:cubicBezTo>
                  <a:pt x="548" y="54"/>
                  <a:pt x="575" y="45"/>
                  <a:pt x="601" y="37"/>
                </a:cubicBezTo>
                <a:cubicBezTo>
                  <a:pt x="628" y="29"/>
                  <a:pt x="655" y="22"/>
                  <a:pt x="682" y="17"/>
                </a:cubicBezTo>
                <a:cubicBezTo>
                  <a:pt x="709" y="11"/>
                  <a:pt x="737" y="7"/>
                  <a:pt x="764" y="4"/>
                </a:cubicBezTo>
                <a:cubicBezTo>
                  <a:pt x="792" y="2"/>
                  <a:pt x="819" y="0"/>
                  <a:pt x="847" y="0"/>
                </a:cubicBezTo>
                <a:cubicBezTo>
                  <a:pt x="875" y="0"/>
                  <a:pt x="903" y="2"/>
                  <a:pt x="930" y="4"/>
                </a:cubicBezTo>
                <a:cubicBezTo>
                  <a:pt x="958" y="7"/>
                  <a:pt x="985" y="11"/>
                  <a:pt x="1012" y="17"/>
                </a:cubicBezTo>
                <a:cubicBezTo>
                  <a:pt x="1040" y="22"/>
                  <a:pt x="1066" y="29"/>
                  <a:pt x="1093" y="37"/>
                </a:cubicBezTo>
                <a:cubicBezTo>
                  <a:pt x="1120" y="45"/>
                  <a:pt x="1146" y="54"/>
                  <a:pt x="1171" y="65"/>
                </a:cubicBezTo>
                <a:cubicBezTo>
                  <a:pt x="1197" y="75"/>
                  <a:pt x="1222" y="87"/>
                  <a:pt x="1246" y="100"/>
                </a:cubicBezTo>
                <a:cubicBezTo>
                  <a:pt x="1271" y="113"/>
                  <a:pt x="1295" y="128"/>
                  <a:pt x="1318" y="143"/>
                </a:cubicBezTo>
                <a:cubicBezTo>
                  <a:pt x="1341" y="158"/>
                  <a:pt x="1363" y="175"/>
                  <a:pt x="1384" y="192"/>
                </a:cubicBezTo>
                <a:cubicBezTo>
                  <a:pt x="1406" y="210"/>
                  <a:pt x="1426" y="229"/>
                  <a:pt x="1446" y="248"/>
                </a:cubicBezTo>
                <a:cubicBezTo>
                  <a:pt x="1465" y="268"/>
                  <a:pt x="1484" y="288"/>
                  <a:pt x="1502" y="310"/>
                </a:cubicBezTo>
                <a:cubicBezTo>
                  <a:pt x="1519" y="331"/>
                  <a:pt x="1536" y="353"/>
                  <a:pt x="1551" y="377"/>
                </a:cubicBezTo>
                <a:cubicBezTo>
                  <a:pt x="1567" y="400"/>
                  <a:pt x="1581" y="423"/>
                  <a:pt x="1594" y="448"/>
                </a:cubicBezTo>
                <a:cubicBezTo>
                  <a:pt x="1607" y="472"/>
                  <a:pt x="1619" y="497"/>
                  <a:pt x="1629" y="523"/>
                </a:cubicBezTo>
                <a:cubicBezTo>
                  <a:pt x="1640" y="549"/>
                  <a:pt x="1649" y="575"/>
                  <a:pt x="1657" y="601"/>
                </a:cubicBezTo>
                <a:cubicBezTo>
                  <a:pt x="1665" y="628"/>
                  <a:pt x="1672" y="655"/>
                  <a:pt x="1678" y="682"/>
                </a:cubicBezTo>
                <a:cubicBezTo>
                  <a:pt x="1683" y="710"/>
                  <a:pt x="1687" y="737"/>
                  <a:pt x="1690" y="765"/>
                </a:cubicBezTo>
                <a:cubicBezTo>
                  <a:pt x="1693" y="793"/>
                  <a:pt x="1694" y="820"/>
                  <a:pt x="1694" y="848"/>
                </a:cubicBezTo>
                <a:close/>
              </a:path>
            </a:pathLst>
          </a:custGeom>
          <a:solidFill>
            <a:srgbClr val="E8F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" name="任意多边形 22"/>
          <p:cNvSpPr/>
          <p:nvPr/>
        </p:nvSpPr>
        <p:spPr>
          <a:xfrm>
            <a:off x="9415440" y="3881160"/>
            <a:ext cx="276480" cy="276840"/>
          </a:xfrm>
          <a:custGeom>
            <a:avLst/>
            <a:gdLst/>
            <a:ahLst/>
            <a:cxnLst/>
            <a:rect l="0" t="0" r="r" b="b"/>
            <a:pathLst>
              <a:path w="768" h="769">
                <a:moveTo>
                  <a:pt x="229" y="682"/>
                </a:moveTo>
                <a:lnTo>
                  <a:pt x="209" y="728"/>
                </a:lnTo>
                <a:cubicBezTo>
                  <a:pt x="180" y="713"/>
                  <a:pt x="154" y="695"/>
                  <a:pt x="130" y="674"/>
                </a:cubicBezTo>
                <a:lnTo>
                  <a:pt x="165" y="639"/>
                </a:lnTo>
                <a:cubicBezTo>
                  <a:pt x="184" y="655"/>
                  <a:pt x="206" y="670"/>
                  <a:pt x="229" y="682"/>
                </a:cubicBezTo>
                <a:moveTo>
                  <a:pt x="49" y="410"/>
                </a:moveTo>
                <a:lnTo>
                  <a:pt x="0" y="410"/>
                </a:lnTo>
                <a:cubicBezTo>
                  <a:pt x="2" y="443"/>
                  <a:pt x="8" y="474"/>
                  <a:pt x="18" y="504"/>
                </a:cubicBezTo>
                <a:lnTo>
                  <a:pt x="64" y="486"/>
                </a:lnTo>
                <a:cubicBezTo>
                  <a:pt x="56" y="462"/>
                  <a:pt x="51" y="436"/>
                  <a:pt x="49" y="410"/>
                </a:cubicBezTo>
                <a:moveTo>
                  <a:pt x="49" y="360"/>
                </a:moveTo>
                <a:cubicBezTo>
                  <a:pt x="51" y="330"/>
                  <a:pt x="57" y="302"/>
                  <a:pt x="66" y="275"/>
                </a:cubicBezTo>
                <a:lnTo>
                  <a:pt x="21" y="256"/>
                </a:lnTo>
                <a:cubicBezTo>
                  <a:pt x="9" y="288"/>
                  <a:pt x="2" y="323"/>
                  <a:pt x="0" y="360"/>
                </a:cubicBezTo>
                <a:lnTo>
                  <a:pt x="49" y="360"/>
                </a:lnTo>
                <a:moveTo>
                  <a:pt x="86" y="230"/>
                </a:moveTo>
                <a:cubicBezTo>
                  <a:pt x="98" y="207"/>
                  <a:pt x="113" y="185"/>
                  <a:pt x="130" y="165"/>
                </a:cubicBezTo>
                <a:lnTo>
                  <a:pt x="94" y="130"/>
                </a:lnTo>
                <a:cubicBezTo>
                  <a:pt x="73" y="154"/>
                  <a:pt x="55" y="181"/>
                  <a:pt x="40" y="210"/>
                </a:cubicBezTo>
                <a:lnTo>
                  <a:pt x="86" y="230"/>
                </a:lnTo>
                <a:moveTo>
                  <a:pt x="603" y="639"/>
                </a:moveTo>
                <a:cubicBezTo>
                  <a:pt x="581" y="657"/>
                  <a:pt x="557" y="673"/>
                  <a:pt x="531" y="686"/>
                </a:cubicBezTo>
                <a:lnTo>
                  <a:pt x="550" y="732"/>
                </a:lnTo>
                <a:cubicBezTo>
                  <a:pt x="582" y="717"/>
                  <a:pt x="611" y="697"/>
                  <a:pt x="638" y="674"/>
                </a:cubicBezTo>
                <a:lnTo>
                  <a:pt x="603" y="639"/>
                </a:lnTo>
                <a:moveTo>
                  <a:pt x="165" y="130"/>
                </a:moveTo>
                <a:cubicBezTo>
                  <a:pt x="186" y="112"/>
                  <a:pt x="210" y="96"/>
                  <a:pt x="236" y="83"/>
                </a:cubicBezTo>
                <a:lnTo>
                  <a:pt x="218" y="37"/>
                </a:lnTo>
                <a:cubicBezTo>
                  <a:pt x="186" y="52"/>
                  <a:pt x="156" y="72"/>
                  <a:pt x="130" y="95"/>
                </a:cubicBezTo>
                <a:lnTo>
                  <a:pt x="165" y="130"/>
                </a:lnTo>
                <a:moveTo>
                  <a:pt x="681" y="539"/>
                </a:moveTo>
                <a:cubicBezTo>
                  <a:pt x="669" y="562"/>
                  <a:pt x="655" y="584"/>
                  <a:pt x="638" y="604"/>
                </a:cubicBezTo>
                <a:lnTo>
                  <a:pt x="673" y="639"/>
                </a:lnTo>
                <a:cubicBezTo>
                  <a:pt x="694" y="615"/>
                  <a:pt x="713" y="588"/>
                  <a:pt x="727" y="559"/>
                </a:cubicBezTo>
                <a:lnTo>
                  <a:pt x="681" y="539"/>
                </a:lnTo>
                <a:moveTo>
                  <a:pt x="718" y="410"/>
                </a:moveTo>
                <a:cubicBezTo>
                  <a:pt x="716" y="439"/>
                  <a:pt x="710" y="467"/>
                  <a:pt x="701" y="494"/>
                </a:cubicBezTo>
                <a:lnTo>
                  <a:pt x="747" y="513"/>
                </a:lnTo>
                <a:cubicBezTo>
                  <a:pt x="758" y="480"/>
                  <a:pt x="766" y="446"/>
                  <a:pt x="768" y="410"/>
                </a:cubicBezTo>
                <a:lnTo>
                  <a:pt x="718" y="410"/>
                </a:lnTo>
                <a:moveTo>
                  <a:pt x="485" y="704"/>
                </a:moveTo>
                <a:cubicBezTo>
                  <a:pt x="461" y="712"/>
                  <a:pt x="435" y="717"/>
                  <a:pt x="409" y="719"/>
                </a:cubicBezTo>
                <a:lnTo>
                  <a:pt x="409" y="769"/>
                </a:lnTo>
                <a:cubicBezTo>
                  <a:pt x="442" y="766"/>
                  <a:pt x="474" y="760"/>
                  <a:pt x="504" y="750"/>
                </a:cubicBezTo>
                <a:lnTo>
                  <a:pt x="485" y="704"/>
                </a:lnTo>
                <a:moveTo>
                  <a:pt x="359" y="719"/>
                </a:moveTo>
                <a:cubicBezTo>
                  <a:pt x="330" y="717"/>
                  <a:pt x="301" y="711"/>
                  <a:pt x="275" y="702"/>
                </a:cubicBezTo>
                <a:lnTo>
                  <a:pt x="255" y="747"/>
                </a:lnTo>
                <a:cubicBezTo>
                  <a:pt x="288" y="759"/>
                  <a:pt x="323" y="766"/>
                  <a:pt x="360" y="768"/>
                </a:cubicBezTo>
                <a:lnTo>
                  <a:pt x="360" y="719"/>
                </a:lnTo>
                <a:lnTo>
                  <a:pt x="359" y="719"/>
                </a:lnTo>
                <a:moveTo>
                  <a:pt x="704" y="283"/>
                </a:moveTo>
                <a:cubicBezTo>
                  <a:pt x="711" y="307"/>
                  <a:pt x="716" y="333"/>
                  <a:pt x="718" y="360"/>
                </a:cubicBezTo>
                <a:lnTo>
                  <a:pt x="768" y="360"/>
                </a:lnTo>
                <a:cubicBezTo>
                  <a:pt x="766" y="326"/>
                  <a:pt x="760" y="294"/>
                  <a:pt x="750" y="264"/>
                </a:cubicBezTo>
                <a:lnTo>
                  <a:pt x="704" y="283"/>
                </a:lnTo>
                <a:moveTo>
                  <a:pt x="130" y="604"/>
                </a:moveTo>
                <a:cubicBezTo>
                  <a:pt x="111" y="582"/>
                  <a:pt x="95" y="558"/>
                  <a:pt x="82" y="532"/>
                </a:cubicBezTo>
                <a:lnTo>
                  <a:pt x="36" y="550"/>
                </a:lnTo>
                <a:cubicBezTo>
                  <a:pt x="52" y="583"/>
                  <a:pt x="71" y="612"/>
                  <a:pt x="95" y="639"/>
                </a:cubicBezTo>
                <a:lnTo>
                  <a:pt x="130" y="604"/>
                </a:lnTo>
                <a:moveTo>
                  <a:pt x="409" y="50"/>
                </a:moveTo>
                <a:cubicBezTo>
                  <a:pt x="438" y="52"/>
                  <a:pt x="466" y="58"/>
                  <a:pt x="493" y="67"/>
                </a:cubicBezTo>
                <a:lnTo>
                  <a:pt x="512" y="21"/>
                </a:lnTo>
                <a:cubicBezTo>
                  <a:pt x="480" y="10"/>
                  <a:pt x="445" y="3"/>
                  <a:pt x="409" y="0"/>
                </a:cubicBezTo>
                <a:lnTo>
                  <a:pt x="409" y="50"/>
                </a:lnTo>
                <a:moveTo>
                  <a:pt x="282" y="65"/>
                </a:moveTo>
                <a:cubicBezTo>
                  <a:pt x="306" y="57"/>
                  <a:pt x="333" y="52"/>
                  <a:pt x="359" y="50"/>
                </a:cubicBezTo>
                <a:lnTo>
                  <a:pt x="359" y="0"/>
                </a:lnTo>
                <a:cubicBezTo>
                  <a:pt x="327" y="2"/>
                  <a:pt x="294" y="9"/>
                  <a:pt x="264" y="18"/>
                </a:cubicBezTo>
                <a:lnTo>
                  <a:pt x="282" y="65"/>
                </a:lnTo>
                <a:moveTo>
                  <a:pt x="673" y="130"/>
                </a:moveTo>
                <a:lnTo>
                  <a:pt x="638" y="165"/>
                </a:lnTo>
                <a:cubicBezTo>
                  <a:pt x="656" y="187"/>
                  <a:pt x="672" y="211"/>
                  <a:pt x="685" y="237"/>
                </a:cubicBezTo>
                <a:lnTo>
                  <a:pt x="731" y="218"/>
                </a:lnTo>
                <a:cubicBezTo>
                  <a:pt x="716" y="186"/>
                  <a:pt x="696" y="157"/>
                  <a:pt x="673" y="130"/>
                </a:cubicBezTo>
                <a:moveTo>
                  <a:pt x="603" y="130"/>
                </a:moveTo>
                <a:lnTo>
                  <a:pt x="638" y="95"/>
                </a:lnTo>
                <a:cubicBezTo>
                  <a:pt x="614" y="74"/>
                  <a:pt x="587" y="56"/>
                  <a:pt x="558" y="41"/>
                </a:cubicBezTo>
                <a:lnTo>
                  <a:pt x="539" y="87"/>
                </a:lnTo>
                <a:cubicBezTo>
                  <a:pt x="562" y="99"/>
                  <a:pt x="583" y="113"/>
                  <a:pt x="603" y="130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9541080" y="4067280"/>
            <a:ext cx="25200" cy="25200"/>
          </a:xfrm>
          <a:custGeom>
            <a:avLst/>
            <a:gdLst/>
            <a:ahLst/>
            <a:cxnLst/>
            <a:rect l="0" t="0" r="r" b="b"/>
            <a:pathLst>
              <a:path w="70" h="70">
                <a:moveTo>
                  <a:pt x="70" y="35"/>
                </a:moveTo>
                <a:cubicBezTo>
                  <a:pt x="70" y="45"/>
                  <a:pt x="66" y="53"/>
                  <a:pt x="60" y="60"/>
                </a:cubicBezTo>
                <a:cubicBezTo>
                  <a:pt x="53" y="66"/>
                  <a:pt x="44" y="70"/>
                  <a:pt x="34" y="70"/>
                </a:cubicBezTo>
                <a:cubicBezTo>
                  <a:pt x="25" y="70"/>
                  <a:pt x="17" y="66"/>
                  <a:pt x="10" y="60"/>
                </a:cubicBezTo>
                <a:cubicBezTo>
                  <a:pt x="3" y="53"/>
                  <a:pt x="0" y="45"/>
                  <a:pt x="0" y="35"/>
                </a:cubicBezTo>
                <a:cubicBezTo>
                  <a:pt x="0" y="26"/>
                  <a:pt x="3" y="17"/>
                  <a:pt x="10" y="10"/>
                </a:cubicBezTo>
                <a:cubicBezTo>
                  <a:pt x="17" y="3"/>
                  <a:pt x="25" y="0"/>
                  <a:pt x="34" y="0"/>
                </a:cubicBezTo>
                <a:cubicBezTo>
                  <a:pt x="44" y="0"/>
                  <a:pt x="53" y="3"/>
                  <a:pt x="60" y="10"/>
                </a:cubicBezTo>
                <a:cubicBezTo>
                  <a:pt x="66" y="17"/>
                  <a:pt x="70" y="26"/>
                  <a:pt x="70" y="35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9501120" y="3939120"/>
            <a:ext cx="106920" cy="111960"/>
          </a:xfrm>
          <a:custGeom>
            <a:avLst/>
            <a:gdLst/>
            <a:ahLst/>
            <a:cxnLst/>
            <a:rect l="0" t="0" r="r" b="b"/>
            <a:pathLst>
              <a:path w="297" h="311">
                <a:moveTo>
                  <a:pt x="158" y="311"/>
                </a:moveTo>
                <a:lnTo>
                  <a:pt x="133" y="311"/>
                </a:lnTo>
                <a:cubicBezTo>
                  <a:pt x="123" y="311"/>
                  <a:pt x="115" y="302"/>
                  <a:pt x="115" y="292"/>
                </a:cubicBezTo>
                <a:cubicBezTo>
                  <a:pt x="115" y="182"/>
                  <a:pt x="235" y="193"/>
                  <a:pt x="235" y="125"/>
                </a:cubicBezTo>
                <a:cubicBezTo>
                  <a:pt x="235" y="94"/>
                  <a:pt x="207" y="62"/>
                  <a:pt x="146" y="62"/>
                </a:cubicBezTo>
                <a:cubicBezTo>
                  <a:pt x="100" y="62"/>
                  <a:pt x="76" y="78"/>
                  <a:pt x="53" y="107"/>
                </a:cubicBezTo>
                <a:cubicBezTo>
                  <a:pt x="47" y="115"/>
                  <a:pt x="36" y="116"/>
                  <a:pt x="28" y="111"/>
                </a:cubicBezTo>
                <a:lnTo>
                  <a:pt x="8" y="97"/>
                </a:lnTo>
                <a:cubicBezTo>
                  <a:pt x="-1" y="91"/>
                  <a:pt x="-3" y="78"/>
                  <a:pt x="4" y="70"/>
                </a:cubicBezTo>
                <a:cubicBezTo>
                  <a:pt x="36" y="27"/>
                  <a:pt x="75" y="0"/>
                  <a:pt x="146" y="0"/>
                </a:cubicBezTo>
                <a:cubicBezTo>
                  <a:pt x="227" y="0"/>
                  <a:pt x="297" y="46"/>
                  <a:pt x="297" y="125"/>
                </a:cubicBezTo>
                <a:cubicBezTo>
                  <a:pt x="297" y="230"/>
                  <a:pt x="177" y="223"/>
                  <a:pt x="177" y="292"/>
                </a:cubicBezTo>
                <a:cubicBezTo>
                  <a:pt x="177" y="302"/>
                  <a:pt x="168" y="311"/>
                  <a:pt x="158" y="311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384880" y="5333040"/>
            <a:ext cx="16938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NotoSansSC"/>
                <a:ea typeface="NotoSansSC"/>
              </a:rPr>
              <a:t>日期：</a:t>
            </a:r>
            <a:r>
              <a:rPr lang="en-US" sz="1200" b="0" u="none" strike="noStrike">
                <a:solidFill>
                  <a:srgbClr val="4E5969"/>
                </a:solidFill>
                <a:effectLst/>
                <a:uFillTx/>
                <a:latin typeface="NotoSansSC"/>
                <a:ea typeface="NotoSansSC"/>
              </a:rPr>
              <a:t>2026</a:t>
            </a:r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NotoSansSC"/>
                <a:ea typeface="NotoSansSC"/>
              </a:rPr>
              <a:t>年</a:t>
            </a:r>
            <a:r>
              <a:rPr lang="en-US" sz="1200" b="0" u="none" strike="noStrike">
                <a:solidFill>
                  <a:srgbClr val="4E5969"/>
                </a:solidFill>
                <a:effectLst/>
                <a:uFillTx/>
                <a:latin typeface="NotoSansSC"/>
                <a:ea typeface="NotoSansSC"/>
              </a:rPr>
              <a:t>1</a:t>
            </a:r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NotoSansSC"/>
                <a:ea typeface="NotoSansSC"/>
              </a:rPr>
              <a:t>月</a:t>
            </a:r>
            <a:r>
              <a:rPr lang="en-US" sz="1200" b="0" u="none" strike="noStrike">
                <a:solidFill>
                  <a:srgbClr val="4E5969"/>
                </a:solidFill>
                <a:effectLst/>
                <a:uFillTx/>
                <a:latin typeface="NotoSansSC"/>
                <a:ea typeface="NotoSansSC"/>
              </a:rPr>
              <a:t>4</a:t>
            </a:r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NotoSansSC"/>
                <a:ea typeface="NotoSansSC"/>
              </a:rPr>
              <a:t>日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207360" y="4502880"/>
            <a:ext cx="683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u="none" strike="noStrike">
                <a:solidFill>
                  <a:srgbClr val="1D2129"/>
                </a:solidFill>
                <a:effectLst/>
                <a:uFillTx/>
                <a:latin typeface="NotoSansSC"/>
                <a:ea typeface="NotoSansSC"/>
              </a:rPr>
              <a:t>项目描述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407080" y="4875840"/>
            <a:ext cx="22867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NotoSansSC"/>
                <a:ea typeface="NotoSansSC"/>
              </a:rPr>
              <a:t>基于《软件工程》课程项目评审表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398800" y="5104440"/>
            <a:ext cx="23500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4E5969"/>
                </a:solidFill>
                <a:effectLst/>
                <a:uFillTx/>
                <a:latin typeface="NotoSansSC"/>
                <a:ea typeface="NotoSansSC"/>
              </a:rPr>
              <a:t>33</a:t>
            </a:r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NotoSansSC"/>
                <a:ea typeface="NotoSansSC"/>
              </a:rPr>
              <a:t>个条目制作，旨在全面展示项目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940600" y="5333040"/>
            <a:ext cx="12200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NotoSansSC"/>
                <a:ea typeface="NotoSansSC"/>
              </a:rPr>
              <a:t>开发过程与成果。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/>
        </p:nvSpPr>
        <p:spPr>
          <a:xfrm>
            <a:off x="-24765" y="-27305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380880" y="799920"/>
            <a:ext cx="762120" cy="38520"/>
          </a:xfrm>
          <a:custGeom>
            <a:avLst/>
            <a:gdLst/>
            <a:ahLst/>
            <a:cxnLst/>
            <a:rect l="0" t="0" r="r" b="b"/>
            <a:pathLst>
              <a:path w="2117" h="107">
                <a:moveTo>
                  <a:pt x="0" y="54"/>
                </a:moveTo>
                <a:cubicBezTo>
                  <a:pt x="0" y="47"/>
                  <a:pt x="1" y="40"/>
                  <a:pt x="4" y="33"/>
                </a:cubicBezTo>
                <a:cubicBezTo>
                  <a:pt x="7" y="26"/>
                  <a:pt x="10" y="20"/>
                  <a:pt x="15" y="15"/>
                </a:cubicBezTo>
                <a:cubicBezTo>
                  <a:pt x="20" y="11"/>
                  <a:pt x="26" y="7"/>
                  <a:pt x="32" y="4"/>
                </a:cubicBezTo>
                <a:cubicBezTo>
                  <a:pt x="39" y="1"/>
                  <a:pt x="46" y="0"/>
                  <a:pt x="53" y="0"/>
                </a:cubicBezTo>
                <a:lnTo>
                  <a:pt x="2064" y="0"/>
                </a:lnTo>
                <a:cubicBezTo>
                  <a:pt x="2071" y="0"/>
                  <a:pt x="2077" y="1"/>
                  <a:pt x="2084" y="4"/>
                </a:cubicBezTo>
                <a:cubicBezTo>
                  <a:pt x="2090" y="7"/>
                  <a:pt x="2096" y="11"/>
                  <a:pt x="2101" y="15"/>
                </a:cubicBezTo>
                <a:cubicBezTo>
                  <a:pt x="2106" y="20"/>
                  <a:pt x="2110" y="26"/>
                  <a:pt x="2112" y="33"/>
                </a:cubicBezTo>
                <a:cubicBezTo>
                  <a:pt x="2115" y="40"/>
                  <a:pt x="2117" y="47"/>
                  <a:pt x="2117" y="54"/>
                </a:cubicBezTo>
                <a:cubicBezTo>
                  <a:pt x="2117" y="61"/>
                  <a:pt x="2115" y="68"/>
                  <a:pt x="2112" y="74"/>
                </a:cubicBezTo>
                <a:cubicBezTo>
                  <a:pt x="2110" y="81"/>
                  <a:pt x="2106" y="86"/>
                  <a:pt x="2101" y="91"/>
                </a:cubicBezTo>
                <a:cubicBezTo>
                  <a:pt x="2096" y="96"/>
                  <a:pt x="2090" y="100"/>
                  <a:pt x="2084" y="103"/>
                </a:cubicBezTo>
                <a:cubicBezTo>
                  <a:pt x="2077" y="105"/>
                  <a:pt x="2071" y="107"/>
                  <a:pt x="2064" y="107"/>
                </a:cubicBezTo>
                <a:lnTo>
                  <a:pt x="53" y="107"/>
                </a:lnTo>
                <a:cubicBezTo>
                  <a:pt x="46" y="107"/>
                  <a:pt x="39" y="105"/>
                  <a:pt x="32" y="103"/>
                </a:cubicBezTo>
                <a:cubicBezTo>
                  <a:pt x="26" y="100"/>
                  <a:pt x="20" y="96"/>
                  <a:pt x="15" y="91"/>
                </a:cubicBezTo>
                <a:cubicBezTo>
                  <a:pt x="10" y="86"/>
                  <a:pt x="7" y="81"/>
                  <a:pt x="4" y="74"/>
                </a:cubicBezTo>
                <a:cubicBezTo>
                  <a:pt x="1" y="68"/>
                  <a:pt x="0" y="61"/>
                  <a:pt x="0" y="54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" name="任意多边形 32"/>
          <p:cNvSpPr/>
          <p:nvPr>
            <p:custDataLst>
              <p:tags r:id="rId1"/>
            </p:custDataLst>
          </p:nvPr>
        </p:nvSpPr>
        <p:spPr>
          <a:xfrm>
            <a:off x="380880" y="121896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1271" y="635"/>
                </a:moveTo>
                <a:cubicBezTo>
                  <a:pt x="1271" y="656"/>
                  <a:pt x="1270" y="677"/>
                  <a:pt x="1268" y="697"/>
                </a:cubicBezTo>
                <a:cubicBezTo>
                  <a:pt x="1266" y="718"/>
                  <a:pt x="1263" y="739"/>
                  <a:pt x="1259" y="759"/>
                </a:cubicBezTo>
                <a:cubicBezTo>
                  <a:pt x="1255" y="779"/>
                  <a:pt x="1250" y="800"/>
                  <a:pt x="1243" y="819"/>
                </a:cubicBezTo>
                <a:cubicBezTo>
                  <a:pt x="1237" y="839"/>
                  <a:pt x="1230" y="859"/>
                  <a:pt x="1222" y="878"/>
                </a:cubicBezTo>
                <a:cubicBezTo>
                  <a:pt x="1215" y="897"/>
                  <a:pt x="1206" y="916"/>
                  <a:pt x="1196" y="935"/>
                </a:cubicBezTo>
                <a:cubicBezTo>
                  <a:pt x="1186" y="953"/>
                  <a:pt x="1175" y="971"/>
                  <a:pt x="1164" y="988"/>
                </a:cubicBezTo>
                <a:cubicBezTo>
                  <a:pt x="1152" y="1005"/>
                  <a:pt x="1140" y="1022"/>
                  <a:pt x="1127" y="1038"/>
                </a:cubicBezTo>
                <a:cubicBezTo>
                  <a:pt x="1114" y="1054"/>
                  <a:pt x="1100" y="1070"/>
                  <a:pt x="1085" y="1085"/>
                </a:cubicBezTo>
                <a:cubicBezTo>
                  <a:pt x="1070" y="1100"/>
                  <a:pt x="1055" y="1114"/>
                  <a:pt x="1039" y="1127"/>
                </a:cubicBezTo>
                <a:cubicBezTo>
                  <a:pt x="1023" y="1140"/>
                  <a:pt x="1006" y="1153"/>
                  <a:pt x="989" y="1164"/>
                </a:cubicBezTo>
                <a:cubicBezTo>
                  <a:pt x="971" y="1176"/>
                  <a:pt x="954" y="1186"/>
                  <a:pt x="935" y="1196"/>
                </a:cubicBezTo>
                <a:cubicBezTo>
                  <a:pt x="917" y="1206"/>
                  <a:pt x="898" y="1215"/>
                  <a:pt x="879" y="1223"/>
                </a:cubicBezTo>
                <a:cubicBezTo>
                  <a:pt x="860" y="1231"/>
                  <a:pt x="839" y="1238"/>
                  <a:pt x="819" y="1244"/>
                </a:cubicBezTo>
                <a:cubicBezTo>
                  <a:pt x="799" y="1250"/>
                  <a:pt x="779" y="1255"/>
                  <a:pt x="759" y="1259"/>
                </a:cubicBezTo>
                <a:cubicBezTo>
                  <a:pt x="738" y="1263"/>
                  <a:pt x="718" y="1266"/>
                  <a:pt x="697" y="1268"/>
                </a:cubicBezTo>
                <a:cubicBezTo>
                  <a:pt x="676" y="1270"/>
                  <a:pt x="656" y="1271"/>
                  <a:pt x="635" y="1271"/>
                </a:cubicBezTo>
                <a:cubicBezTo>
                  <a:pt x="614" y="1271"/>
                  <a:pt x="593" y="1270"/>
                  <a:pt x="573" y="1268"/>
                </a:cubicBezTo>
                <a:cubicBezTo>
                  <a:pt x="552" y="1266"/>
                  <a:pt x="531" y="1263"/>
                  <a:pt x="511" y="1259"/>
                </a:cubicBezTo>
                <a:cubicBezTo>
                  <a:pt x="491" y="1255"/>
                  <a:pt x="470" y="1250"/>
                  <a:pt x="451" y="1244"/>
                </a:cubicBezTo>
                <a:cubicBezTo>
                  <a:pt x="431" y="1238"/>
                  <a:pt x="411" y="1231"/>
                  <a:pt x="392" y="1223"/>
                </a:cubicBezTo>
                <a:cubicBezTo>
                  <a:pt x="373" y="1215"/>
                  <a:pt x="354" y="1206"/>
                  <a:pt x="335" y="1196"/>
                </a:cubicBezTo>
                <a:cubicBezTo>
                  <a:pt x="317" y="1186"/>
                  <a:pt x="299" y="1176"/>
                  <a:pt x="282" y="1164"/>
                </a:cubicBezTo>
                <a:cubicBezTo>
                  <a:pt x="265" y="1153"/>
                  <a:pt x="248" y="1140"/>
                  <a:pt x="232" y="1127"/>
                </a:cubicBezTo>
                <a:cubicBezTo>
                  <a:pt x="216" y="1114"/>
                  <a:pt x="201" y="1100"/>
                  <a:pt x="186" y="1085"/>
                </a:cubicBezTo>
                <a:cubicBezTo>
                  <a:pt x="171" y="1070"/>
                  <a:pt x="157" y="1054"/>
                  <a:pt x="144" y="1038"/>
                </a:cubicBezTo>
                <a:cubicBezTo>
                  <a:pt x="131" y="1022"/>
                  <a:pt x="118" y="1005"/>
                  <a:pt x="107" y="988"/>
                </a:cubicBezTo>
                <a:cubicBezTo>
                  <a:pt x="95" y="971"/>
                  <a:pt x="85" y="953"/>
                  <a:pt x="75" y="935"/>
                </a:cubicBezTo>
                <a:cubicBezTo>
                  <a:pt x="65" y="916"/>
                  <a:pt x="56" y="897"/>
                  <a:pt x="48" y="878"/>
                </a:cubicBezTo>
                <a:cubicBezTo>
                  <a:pt x="40" y="859"/>
                  <a:pt x="33" y="839"/>
                  <a:pt x="27" y="819"/>
                </a:cubicBezTo>
                <a:cubicBezTo>
                  <a:pt x="21" y="800"/>
                  <a:pt x="16" y="779"/>
                  <a:pt x="12" y="759"/>
                </a:cubicBezTo>
                <a:cubicBezTo>
                  <a:pt x="8" y="739"/>
                  <a:pt x="5" y="718"/>
                  <a:pt x="3" y="697"/>
                </a:cubicBezTo>
                <a:cubicBezTo>
                  <a:pt x="1" y="677"/>
                  <a:pt x="0" y="656"/>
                  <a:pt x="0" y="635"/>
                </a:cubicBezTo>
                <a:cubicBezTo>
                  <a:pt x="0" y="614"/>
                  <a:pt x="1" y="594"/>
                  <a:pt x="3" y="573"/>
                </a:cubicBezTo>
                <a:cubicBezTo>
                  <a:pt x="5" y="552"/>
                  <a:pt x="8" y="532"/>
                  <a:pt x="12" y="511"/>
                </a:cubicBezTo>
                <a:cubicBezTo>
                  <a:pt x="16" y="491"/>
                  <a:pt x="21" y="471"/>
                  <a:pt x="27" y="451"/>
                </a:cubicBezTo>
                <a:cubicBezTo>
                  <a:pt x="33" y="431"/>
                  <a:pt x="40" y="411"/>
                  <a:pt x="48" y="392"/>
                </a:cubicBezTo>
                <a:cubicBezTo>
                  <a:pt x="56" y="373"/>
                  <a:pt x="65" y="354"/>
                  <a:pt x="75" y="336"/>
                </a:cubicBezTo>
                <a:cubicBezTo>
                  <a:pt x="85" y="317"/>
                  <a:pt x="95" y="300"/>
                  <a:pt x="107" y="282"/>
                </a:cubicBezTo>
                <a:cubicBezTo>
                  <a:pt x="118" y="265"/>
                  <a:pt x="131" y="248"/>
                  <a:pt x="144" y="232"/>
                </a:cubicBezTo>
                <a:cubicBezTo>
                  <a:pt x="157" y="216"/>
                  <a:pt x="171" y="201"/>
                  <a:pt x="186" y="186"/>
                </a:cubicBezTo>
                <a:cubicBezTo>
                  <a:pt x="201" y="171"/>
                  <a:pt x="216" y="157"/>
                  <a:pt x="232" y="144"/>
                </a:cubicBezTo>
                <a:cubicBezTo>
                  <a:pt x="248" y="131"/>
                  <a:pt x="265" y="119"/>
                  <a:pt x="282" y="107"/>
                </a:cubicBezTo>
                <a:cubicBezTo>
                  <a:pt x="299" y="96"/>
                  <a:pt x="317" y="85"/>
                  <a:pt x="335" y="75"/>
                </a:cubicBezTo>
                <a:cubicBezTo>
                  <a:pt x="354" y="65"/>
                  <a:pt x="373" y="56"/>
                  <a:pt x="392" y="49"/>
                </a:cubicBezTo>
                <a:cubicBezTo>
                  <a:pt x="411" y="41"/>
                  <a:pt x="431" y="34"/>
                  <a:pt x="451" y="28"/>
                </a:cubicBezTo>
                <a:cubicBezTo>
                  <a:pt x="470" y="21"/>
                  <a:pt x="491" y="16"/>
                  <a:pt x="511" y="12"/>
                </a:cubicBezTo>
                <a:cubicBezTo>
                  <a:pt x="531" y="8"/>
                  <a:pt x="552" y="5"/>
                  <a:pt x="573" y="3"/>
                </a:cubicBezTo>
                <a:cubicBezTo>
                  <a:pt x="593" y="1"/>
                  <a:pt x="614" y="0"/>
                  <a:pt x="635" y="0"/>
                </a:cubicBezTo>
                <a:cubicBezTo>
                  <a:pt x="656" y="0"/>
                  <a:pt x="676" y="1"/>
                  <a:pt x="697" y="3"/>
                </a:cubicBezTo>
                <a:cubicBezTo>
                  <a:pt x="718" y="5"/>
                  <a:pt x="738" y="8"/>
                  <a:pt x="759" y="12"/>
                </a:cubicBezTo>
                <a:cubicBezTo>
                  <a:pt x="779" y="16"/>
                  <a:pt x="799" y="21"/>
                  <a:pt x="819" y="28"/>
                </a:cubicBezTo>
                <a:cubicBezTo>
                  <a:pt x="839" y="34"/>
                  <a:pt x="860" y="41"/>
                  <a:pt x="879" y="49"/>
                </a:cubicBezTo>
                <a:cubicBezTo>
                  <a:pt x="898" y="56"/>
                  <a:pt x="917" y="65"/>
                  <a:pt x="935" y="75"/>
                </a:cubicBezTo>
                <a:cubicBezTo>
                  <a:pt x="954" y="85"/>
                  <a:pt x="971" y="96"/>
                  <a:pt x="989" y="107"/>
                </a:cubicBezTo>
                <a:cubicBezTo>
                  <a:pt x="1006" y="119"/>
                  <a:pt x="1023" y="131"/>
                  <a:pt x="1039" y="144"/>
                </a:cubicBezTo>
                <a:cubicBezTo>
                  <a:pt x="1055" y="157"/>
                  <a:pt x="1070" y="171"/>
                  <a:pt x="1085" y="186"/>
                </a:cubicBezTo>
                <a:cubicBezTo>
                  <a:pt x="1100" y="201"/>
                  <a:pt x="1114" y="216"/>
                  <a:pt x="1127" y="232"/>
                </a:cubicBezTo>
                <a:cubicBezTo>
                  <a:pt x="1140" y="248"/>
                  <a:pt x="1152" y="265"/>
                  <a:pt x="1164" y="282"/>
                </a:cubicBezTo>
                <a:cubicBezTo>
                  <a:pt x="1175" y="300"/>
                  <a:pt x="1186" y="317"/>
                  <a:pt x="1196" y="336"/>
                </a:cubicBezTo>
                <a:cubicBezTo>
                  <a:pt x="1206" y="354"/>
                  <a:pt x="1215" y="373"/>
                  <a:pt x="1222" y="392"/>
                </a:cubicBezTo>
                <a:cubicBezTo>
                  <a:pt x="1230" y="411"/>
                  <a:pt x="1237" y="431"/>
                  <a:pt x="1243" y="451"/>
                </a:cubicBezTo>
                <a:cubicBezTo>
                  <a:pt x="1250" y="471"/>
                  <a:pt x="1255" y="491"/>
                  <a:pt x="1259" y="511"/>
                </a:cubicBezTo>
                <a:cubicBezTo>
                  <a:pt x="1263" y="532"/>
                  <a:pt x="1266" y="552"/>
                  <a:pt x="1268" y="573"/>
                </a:cubicBezTo>
                <a:cubicBezTo>
                  <a:pt x="1270" y="594"/>
                  <a:pt x="1271" y="614"/>
                  <a:pt x="1271" y="635"/>
                </a:cubicBezTo>
                <a:close/>
              </a:path>
            </a:pathLst>
          </a:custGeom>
          <a:solidFill>
            <a:srgbClr val="165D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80880" y="372600"/>
            <a:ext cx="57384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2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目录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495360" y="1321560"/>
            <a:ext cx="229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01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" name="文本框 35"/>
          <p:cNvSpPr txBox="1"/>
          <p:nvPr>
            <p:custDataLst>
              <p:tags r:id="rId3"/>
            </p:custDataLst>
          </p:nvPr>
        </p:nvSpPr>
        <p:spPr>
          <a:xfrm>
            <a:off x="1028520" y="1226160"/>
            <a:ext cx="762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项目概述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" name="任意多边形 36"/>
          <p:cNvSpPr/>
          <p:nvPr>
            <p:custDataLst>
              <p:tags r:id="rId4"/>
            </p:custDataLst>
          </p:nvPr>
        </p:nvSpPr>
        <p:spPr>
          <a:xfrm>
            <a:off x="6400440" y="121896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1271" y="635"/>
                </a:moveTo>
                <a:cubicBezTo>
                  <a:pt x="1271" y="656"/>
                  <a:pt x="1270" y="677"/>
                  <a:pt x="1268" y="697"/>
                </a:cubicBezTo>
                <a:cubicBezTo>
                  <a:pt x="1266" y="718"/>
                  <a:pt x="1263" y="739"/>
                  <a:pt x="1259" y="759"/>
                </a:cubicBezTo>
                <a:cubicBezTo>
                  <a:pt x="1255" y="779"/>
                  <a:pt x="1250" y="800"/>
                  <a:pt x="1244" y="819"/>
                </a:cubicBezTo>
                <a:cubicBezTo>
                  <a:pt x="1238" y="839"/>
                  <a:pt x="1231" y="859"/>
                  <a:pt x="1223" y="878"/>
                </a:cubicBezTo>
                <a:cubicBezTo>
                  <a:pt x="1215" y="897"/>
                  <a:pt x="1206" y="916"/>
                  <a:pt x="1197" y="935"/>
                </a:cubicBezTo>
                <a:cubicBezTo>
                  <a:pt x="1187" y="953"/>
                  <a:pt x="1176" y="971"/>
                  <a:pt x="1164" y="988"/>
                </a:cubicBezTo>
                <a:cubicBezTo>
                  <a:pt x="1153" y="1005"/>
                  <a:pt x="1141" y="1022"/>
                  <a:pt x="1127" y="1038"/>
                </a:cubicBezTo>
                <a:cubicBezTo>
                  <a:pt x="1114" y="1054"/>
                  <a:pt x="1100" y="1070"/>
                  <a:pt x="1086" y="1085"/>
                </a:cubicBezTo>
                <a:cubicBezTo>
                  <a:pt x="1071" y="1100"/>
                  <a:pt x="1055" y="1114"/>
                  <a:pt x="1039" y="1127"/>
                </a:cubicBezTo>
                <a:cubicBezTo>
                  <a:pt x="1023" y="1140"/>
                  <a:pt x="1007" y="1153"/>
                  <a:pt x="989" y="1164"/>
                </a:cubicBezTo>
                <a:cubicBezTo>
                  <a:pt x="972" y="1176"/>
                  <a:pt x="954" y="1186"/>
                  <a:pt x="936" y="1196"/>
                </a:cubicBezTo>
                <a:cubicBezTo>
                  <a:pt x="917" y="1206"/>
                  <a:pt x="899" y="1215"/>
                  <a:pt x="880" y="1223"/>
                </a:cubicBezTo>
                <a:cubicBezTo>
                  <a:pt x="860" y="1231"/>
                  <a:pt x="841" y="1238"/>
                  <a:pt x="821" y="1244"/>
                </a:cubicBezTo>
                <a:cubicBezTo>
                  <a:pt x="801" y="1250"/>
                  <a:pt x="781" y="1255"/>
                  <a:pt x="760" y="1259"/>
                </a:cubicBezTo>
                <a:cubicBezTo>
                  <a:pt x="740" y="1263"/>
                  <a:pt x="719" y="1266"/>
                  <a:pt x="699" y="1268"/>
                </a:cubicBezTo>
                <a:cubicBezTo>
                  <a:pt x="678" y="1270"/>
                  <a:pt x="657" y="1271"/>
                  <a:pt x="636" y="1271"/>
                </a:cubicBezTo>
                <a:cubicBezTo>
                  <a:pt x="615" y="1271"/>
                  <a:pt x="594" y="1270"/>
                  <a:pt x="573" y="1268"/>
                </a:cubicBezTo>
                <a:cubicBezTo>
                  <a:pt x="553" y="1266"/>
                  <a:pt x="532" y="1263"/>
                  <a:pt x="512" y="1259"/>
                </a:cubicBezTo>
                <a:cubicBezTo>
                  <a:pt x="491" y="1255"/>
                  <a:pt x="471" y="1250"/>
                  <a:pt x="451" y="1244"/>
                </a:cubicBezTo>
                <a:cubicBezTo>
                  <a:pt x="431" y="1238"/>
                  <a:pt x="412" y="1231"/>
                  <a:pt x="392" y="1223"/>
                </a:cubicBezTo>
                <a:cubicBezTo>
                  <a:pt x="373" y="1215"/>
                  <a:pt x="355" y="1206"/>
                  <a:pt x="336" y="1196"/>
                </a:cubicBezTo>
                <a:cubicBezTo>
                  <a:pt x="318" y="1186"/>
                  <a:pt x="300" y="1176"/>
                  <a:pt x="283" y="1164"/>
                </a:cubicBezTo>
                <a:cubicBezTo>
                  <a:pt x="265" y="1153"/>
                  <a:pt x="249" y="1140"/>
                  <a:pt x="233" y="1127"/>
                </a:cubicBezTo>
                <a:cubicBezTo>
                  <a:pt x="217" y="1114"/>
                  <a:pt x="201" y="1100"/>
                  <a:pt x="186" y="1085"/>
                </a:cubicBezTo>
                <a:cubicBezTo>
                  <a:pt x="172" y="1070"/>
                  <a:pt x="158" y="1054"/>
                  <a:pt x="145" y="1038"/>
                </a:cubicBezTo>
                <a:cubicBezTo>
                  <a:pt x="131" y="1022"/>
                  <a:pt x="119" y="1005"/>
                  <a:pt x="108" y="988"/>
                </a:cubicBezTo>
                <a:cubicBezTo>
                  <a:pt x="96" y="971"/>
                  <a:pt x="85" y="953"/>
                  <a:pt x="75" y="935"/>
                </a:cubicBezTo>
                <a:cubicBezTo>
                  <a:pt x="66" y="916"/>
                  <a:pt x="57" y="897"/>
                  <a:pt x="49" y="878"/>
                </a:cubicBezTo>
                <a:cubicBezTo>
                  <a:pt x="41" y="859"/>
                  <a:pt x="34" y="839"/>
                  <a:pt x="28" y="819"/>
                </a:cubicBezTo>
                <a:cubicBezTo>
                  <a:pt x="22" y="800"/>
                  <a:pt x="17" y="779"/>
                  <a:pt x="13" y="759"/>
                </a:cubicBezTo>
                <a:cubicBezTo>
                  <a:pt x="9" y="739"/>
                  <a:pt x="6" y="718"/>
                  <a:pt x="4" y="697"/>
                </a:cubicBezTo>
                <a:cubicBezTo>
                  <a:pt x="2" y="677"/>
                  <a:pt x="1" y="656"/>
                  <a:pt x="0" y="635"/>
                </a:cubicBezTo>
                <a:cubicBezTo>
                  <a:pt x="1" y="614"/>
                  <a:pt x="2" y="594"/>
                  <a:pt x="4" y="573"/>
                </a:cubicBezTo>
                <a:cubicBezTo>
                  <a:pt x="6" y="552"/>
                  <a:pt x="9" y="532"/>
                  <a:pt x="13" y="511"/>
                </a:cubicBezTo>
                <a:cubicBezTo>
                  <a:pt x="17" y="491"/>
                  <a:pt x="22" y="471"/>
                  <a:pt x="28" y="451"/>
                </a:cubicBezTo>
                <a:cubicBezTo>
                  <a:pt x="34" y="431"/>
                  <a:pt x="41" y="411"/>
                  <a:pt x="49" y="392"/>
                </a:cubicBezTo>
                <a:cubicBezTo>
                  <a:pt x="57" y="373"/>
                  <a:pt x="66" y="354"/>
                  <a:pt x="75" y="336"/>
                </a:cubicBezTo>
                <a:cubicBezTo>
                  <a:pt x="85" y="317"/>
                  <a:pt x="96" y="300"/>
                  <a:pt x="108" y="282"/>
                </a:cubicBezTo>
                <a:cubicBezTo>
                  <a:pt x="119" y="265"/>
                  <a:pt x="131" y="248"/>
                  <a:pt x="145" y="232"/>
                </a:cubicBezTo>
                <a:cubicBezTo>
                  <a:pt x="158" y="216"/>
                  <a:pt x="172" y="201"/>
                  <a:pt x="186" y="186"/>
                </a:cubicBezTo>
                <a:cubicBezTo>
                  <a:pt x="201" y="171"/>
                  <a:pt x="217" y="157"/>
                  <a:pt x="233" y="144"/>
                </a:cubicBezTo>
                <a:cubicBezTo>
                  <a:pt x="249" y="131"/>
                  <a:pt x="265" y="119"/>
                  <a:pt x="283" y="107"/>
                </a:cubicBezTo>
                <a:cubicBezTo>
                  <a:pt x="300" y="96"/>
                  <a:pt x="318" y="85"/>
                  <a:pt x="336" y="75"/>
                </a:cubicBezTo>
                <a:cubicBezTo>
                  <a:pt x="355" y="65"/>
                  <a:pt x="373" y="56"/>
                  <a:pt x="392" y="49"/>
                </a:cubicBezTo>
                <a:cubicBezTo>
                  <a:pt x="412" y="41"/>
                  <a:pt x="431" y="34"/>
                  <a:pt x="451" y="28"/>
                </a:cubicBezTo>
                <a:cubicBezTo>
                  <a:pt x="471" y="21"/>
                  <a:pt x="491" y="16"/>
                  <a:pt x="512" y="12"/>
                </a:cubicBezTo>
                <a:cubicBezTo>
                  <a:pt x="532" y="8"/>
                  <a:pt x="553" y="5"/>
                  <a:pt x="573" y="3"/>
                </a:cubicBezTo>
                <a:cubicBezTo>
                  <a:pt x="594" y="1"/>
                  <a:pt x="615" y="0"/>
                  <a:pt x="636" y="0"/>
                </a:cubicBezTo>
                <a:cubicBezTo>
                  <a:pt x="657" y="0"/>
                  <a:pt x="678" y="1"/>
                  <a:pt x="699" y="3"/>
                </a:cubicBezTo>
                <a:cubicBezTo>
                  <a:pt x="719" y="5"/>
                  <a:pt x="740" y="8"/>
                  <a:pt x="760" y="12"/>
                </a:cubicBezTo>
                <a:cubicBezTo>
                  <a:pt x="781" y="16"/>
                  <a:pt x="801" y="21"/>
                  <a:pt x="821" y="28"/>
                </a:cubicBezTo>
                <a:cubicBezTo>
                  <a:pt x="841" y="34"/>
                  <a:pt x="860" y="41"/>
                  <a:pt x="880" y="49"/>
                </a:cubicBezTo>
                <a:cubicBezTo>
                  <a:pt x="899" y="56"/>
                  <a:pt x="917" y="65"/>
                  <a:pt x="936" y="75"/>
                </a:cubicBezTo>
                <a:cubicBezTo>
                  <a:pt x="954" y="85"/>
                  <a:pt x="972" y="96"/>
                  <a:pt x="989" y="107"/>
                </a:cubicBezTo>
                <a:cubicBezTo>
                  <a:pt x="1007" y="119"/>
                  <a:pt x="1023" y="131"/>
                  <a:pt x="1039" y="144"/>
                </a:cubicBezTo>
                <a:cubicBezTo>
                  <a:pt x="1055" y="157"/>
                  <a:pt x="1071" y="171"/>
                  <a:pt x="1086" y="186"/>
                </a:cubicBezTo>
                <a:cubicBezTo>
                  <a:pt x="1100" y="201"/>
                  <a:pt x="1114" y="216"/>
                  <a:pt x="1127" y="232"/>
                </a:cubicBezTo>
                <a:cubicBezTo>
                  <a:pt x="1141" y="248"/>
                  <a:pt x="1153" y="265"/>
                  <a:pt x="1164" y="282"/>
                </a:cubicBezTo>
                <a:cubicBezTo>
                  <a:pt x="1176" y="300"/>
                  <a:pt x="1187" y="317"/>
                  <a:pt x="1197" y="336"/>
                </a:cubicBezTo>
                <a:cubicBezTo>
                  <a:pt x="1206" y="354"/>
                  <a:pt x="1215" y="373"/>
                  <a:pt x="1223" y="392"/>
                </a:cubicBezTo>
                <a:cubicBezTo>
                  <a:pt x="1231" y="411"/>
                  <a:pt x="1238" y="431"/>
                  <a:pt x="1244" y="451"/>
                </a:cubicBezTo>
                <a:cubicBezTo>
                  <a:pt x="1250" y="471"/>
                  <a:pt x="1255" y="491"/>
                  <a:pt x="1259" y="511"/>
                </a:cubicBezTo>
                <a:cubicBezTo>
                  <a:pt x="1263" y="532"/>
                  <a:pt x="1266" y="552"/>
                  <a:pt x="1268" y="573"/>
                </a:cubicBezTo>
                <a:cubicBezTo>
                  <a:pt x="1270" y="594"/>
                  <a:pt x="1271" y="614"/>
                  <a:pt x="1271" y="635"/>
                </a:cubicBezTo>
                <a:close/>
              </a:path>
            </a:pathLst>
          </a:custGeom>
          <a:solidFill>
            <a:srgbClr val="165D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" name="文本框 37"/>
          <p:cNvSpPr txBox="1"/>
          <p:nvPr>
            <p:custDataLst>
              <p:tags r:id="rId5"/>
            </p:custDataLst>
          </p:nvPr>
        </p:nvSpPr>
        <p:spPr>
          <a:xfrm>
            <a:off x="1028520" y="1539000"/>
            <a:ext cx="27439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项目基本信息、系统架构、功能模块介绍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" name="文本框 38"/>
          <p:cNvSpPr txBox="1"/>
          <p:nvPr>
            <p:custDataLst>
              <p:tags r:id="rId6"/>
            </p:custDataLst>
          </p:nvPr>
        </p:nvSpPr>
        <p:spPr>
          <a:xfrm>
            <a:off x="6514920" y="1321560"/>
            <a:ext cx="229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02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" name="文本框 39"/>
          <p:cNvSpPr txBox="1"/>
          <p:nvPr>
            <p:custDataLst>
              <p:tags r:id="rId7"/>
            </p:custDataLst>
          </p:nvPr>
        </p:nvSpPr>
        <p:spPr>
          <a:xfrm>
            <a:off x="7048440" y="1226160"/>
            <a:ext cx="1715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准备与计划阶段评审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" name="任意多边形 40"/>
          <p:cNvSpPr/>
          <p:nvPr>
            <p:custDataLst>
              <p:tags r:id="rId8"/>
            </p:custDataLst>
          </p:nvPr>
        </p:nvSpPr>
        <p:spPr>
          <a:xfrm>
            <a:off x="380880" y="260964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1271" y="635"/>
                </a:moveTo>
                <a:cubicBezTo>
                  <a:pt x="1271" y="656"/>
                  <a:pt x="1270" y="677"/>
                  <a:pt x="1268" y="697"/>
                </a:cubicBezTo>
                <a:cubicBezTo>
                  <a:pt x="1266" y="718"/>
                  <a:pt x="1263" y="739"/>
                  <a:pt x="1259" y="759"/>
                </a:cubicBezTo>
                <a:cubicBezTo>
                  <a:pt x="1255" y="779"/>
                  <a:pt x="1250" y="800"/>
                  <a:pt x="1243" y="819"/>
                </a:cubicBezTo>
                <a:cubicBezTo>
                  <a:pt x="1237" y="839"/>
                  <a:pt x="1230" y="859"/>
                  <a:pt x="1222" y="878"/>
                </a:cubicBezTo>
                <a:cubicBezTo>
                  <a:pt x="1215" y="897"/>
                  <a:pt x="1206" y="916"/>
                  <a:pt x="1196" y="934"/>
                </a:cubicBezTo>
                <a:cubicBezTo>
                  <a:pt x="1186" y="953"/>
                  <a:pt x="1175" y="971"/>
                  <a:pt x="1164" y="988"/>
                </a:cubicBezTo>
                <a:cubicBezTo>
                  <a:pt x="1152" y="1006"/>
                  <a:pt x="1140" y="1023"/>
                  <a:pt x="1127" y="1039"/>
                </a:cubicBezTo>
                <a:cubicBezTo>
                  <a:pt x="1114" y="1055"/>
                  <a:pt x="1100" y="1070"/>
                  <a:pt x="1085" y="1085"/>
                </a:cubicBezTo>
                <a:cubicBezTo>
                  <a:pt x="1070" y="1100"/>
                  <a:pt x="1055" y="1114"/>
                  <a:pt x="1039" y="1127"/>
                </a:cubicBezTo>
                <a:cubicBezTo>
                  <a:pt x="1023" y="1140"/>
                  <a:pt x="1006" y="1153"/>
                  <a:pt x="989" y="1164"/>
                </a:cubicBezTo>
                <a:cubicBezTo>
                  <a:pt x="971" y="1176"/>
                  <a:pt x="954" y="1186"/>
                  <a:pt x="935" y="1196"/>
                </a:cubicBezTo>
                <a:cubicBezTo>
                  <a:pt x="917" y="1206"/>
                  <a:pt x="898" y="1215"/>
                  <a:pt x="879" y="1223"/>
                </a:cubicBezTo>
                <a:cubicBezTo>
                  <a:pt x="860" y="1231"/>
                  <a:pt x="839" y="1238"/>
                  <a:pt x="819" y="1244"/>
                </a:cubicBezTo>
                <a:cubicBezTo>
                  <a:pt x="799" y="1250"/>
                  <a:pt x="779" y="1255"/>
                  <a:pt x="759" y="1259"/>
                </a:cubicBezTo>
                <a:cubicBezTo>
                  <a:pt x="738" y="1263"/>
                  <a:pt x="718" y="1266"/>
                  <a:pt x="697" y="1268"/>
                </a:cubicBezTo>
                <a:cubicBezTo>
                  <a:pt x="676" y="1270"/>
                  <a:pt x="656" y="1271"/>
                  <a:pt x="635" y="1271"/>
                </a:cubicBezTo>
                <a:cubicBezTo>
                  <a:pt x="614" y="1271"/>
                  <a:pt x="593" y="1270"/>
                  <a:pt x="573" y="1268"/>
                </a:cubicBezTo>
                <a:cubicBezTo>
                  <a:pt x="552" y="1266"/>
                  <a:pt x="531" y="1263"/>
                  <a:pt x="511" y="1259"/>
                </a:cubicBezTo>
                <a:cubicBezTo>
                  <a:pt x="491" y="1255"/>
                  <a:pt x="470" y="1250"/>
                  <a:pt x="451" y="1244"/>
                </a:cubicBezTo>
                <a:cubicBezTo>
                  <a:pt x="431" y="1238"/>
                  <a:pt x="411" y="1231"/>
                  <a:pt x="392" y="1223"/>
                </a:cubicBezTo>
                <a:cubicBezTo>
                  <a:pt x="373" y="1215"/>
                  <a:pt x="354" y="1206"/>
                  <a:pt x="335" y="1196"/>
                </a:cubicBezTo>
                <a:cubicBezTo>
                  <a:pt x="317" y="1186"/>
                  <a:pt x="299" y="1176"/>
                  <a:pt x="282" y="1164"/>
                </a:cubicBezTo>
                <a:cubicBezTo>
                  <a:pt x="265" y="1153"/>
                  <a:pt x="248" y="1140"/>
                  <a:pt x="232" y="1127"/>
                </a:cubicBezTo>
                <a:cubicBezTo>
                  <a:pt x="216" y="1114"/>
                  <a:pt x="201" y="1100"/>
                  <a:pt x="186" y="1085"/>
                </a:cubicBezTo>
                <a:cubicBezTo>
                  <a:pt x="171" y="1070"/>
                  <a:pt x="157" y="1055"/>
                  <a:pt x="144" y="1039"/>
                </a:cubicBezTo>
                <a:cubicBezTo>
                  <a:pt x="131" y="1023"/>
                  <a:pt x="118" y="1006"/>
                  <a:pt x="107" y="988"/>
                </a:cubicBezTo>
                <a:cubicBezTo>
                  <a:pt x="95" y="971"/>
                  <a:pt x="85" y="953"/>
                  <a:pt x="75" y="934"/>
                </a:cubicBezTo>
                <a:cubicBezTo>
                  <a:pt x="65" y="916"/>
                  <a:pt x="56" y="897"/>
                  <a:pt x="48" y="878"/>
                </a:cubicBezTo>
                <a:cubicBezTo>
                  <a:pt x="40" y="859"/>
                  <a:pt x="33" y="839"/>
                  <a:pt x="27" y="819"/>
                </a:cubicBezTo>
                <a:cubicBezTo>
                  <a:pt x="21" y="800"/>
                  <a:pt x="16" y="779"/>
                  <a:pt x="12" y="759"/>
                </a:cubicBezTo>
                <a:cubicBezTo>
                  <a:pt x="8" y="739"/>
                  <a:pt x="5" y="718"/>
                  <a:pt x="3" y="697"/>
                </a:cubicBezTo>
                <a:cubicBezTo>
                  <a:pt x="1" y="677"/>
                  <a:pt x="0" y="656"/>
                  <a:pt x="0" y="635"/>
                </a:cubicBezTo>
                <a:cubicBezTo>
                  <a:pt x="0" y="614"/>
                  <a:pt x="1" y="594"/>
                  <a:pt x="3" y="573"/>
                </a:cubicBezTo>
                <a:cubicBezTo>
                  <a:pt x="5" y="552"/>
                  <a:pt x="8" y="532"/>
                  <a:pt x="12" y="511"/>
                </a:cubicBezTo>
                <a:cubicBezTo>
                  <a:pt x="16" y="491"/>
                  <a:pt x="21" y="471"/>
                  <a:pt x="27" y="451"/>
                </a:cubicBezTo>
                <a:cubicBezTo>
                  <a:pt x="33" y="431"/>
                  <a:pt x="40" y="411"/>
                  <a:pt x="48" y="392"/>
                </a:cubicBezTo>
                <a:cubicBezTo>
                  <a:pt x="56" y="373"/>
                  <a:pt x="65" y="354"/>
                  <a:pt x="75" y="336"/>
                </a:cubicBezTo>
                <a:cubicBezTo>
                  <a:pt x="85" y="317"/>
                  <a:pt x="95" y="300"/>
                  <a:pt x="107" y="282"/>
                </a:cubicBezTo>
                <a:cubicBezTo>
                  <a:pt x="118" y="265"/>
                  <a:pt x="131" y="248"/>
                  <a:pt x="144" y="232"/>
                </a:cubicBezTo>
                <a:cubicBezTo>
                  <a:pt x="157" y="216"/>
                  <a:pt x="171" y="201"/>
                  <a:pt x="186" y="186"/>
                </a:cubicBezTo>
                <a:cubicBezTo>
                  <a:pt x="201" y="171"/>
                  <a:pt x="216" y="157"/>
                  <a:pt x="232" y="144"/>
                </a:cubicBezTo>
                <a:cubicBezTo>
                  <a:pt x="248" y="131"/>
                  <a:pt x="265" y="119"/>
                  <a:pt x="282" y="107"/>
                </a:cubicBezTo>
                <a:cubicBezTo>
                  <a:pt x="299" y="96"/>
                  <a:pt x="317" y="85"/>
                  <a:pt x="335" y="75"/>
                </a:cubicBezTo>
                <a:cubicBezTo>
                  <a:pt x="354" y="65"/>
                  <a:pt x="373" y="56"/>
                  <a:pt x="392" y="48"/>
                </a:cubicBezTo>
                <a:cubicBezTo>
                  <a:pt x="411" y="40"/>
                  <a:pt x="431" y="33"/>
                  <a:pt x="451" y="27"/>
                </a:cubicBezTo>
                <a:cubicBezTo>
                  <a:pt x="470" y="21"/>
                  <a:pt x="491" y="16"/>
                  <a:pt x="511" y="12"/>
                </a:cubicBezTo>
                <a:cubicBezTo>
                  <a:pt x="531" y="8"/>
                  <a:pt x="552" y="5"/>
                  <a:pt x="573" y="3"/>
                </a:cubicBezTo>
                <a:cubicBezTo>
                  <a:pt x="593" y="1"/>
                  <a:pt x="614" y="0"/>
                  <a:pt x="635" y="0"/>
                </a:cubicBezTo>
                <a:cubicBezTo>
                  <a:pt x="656" y="0"/>
                  <a:pt x="676" y="1"/>
                  <a:pt x="697" y="3"/>
                </a:cubicBezTo>
                <a:cubicBezTo>
                  <a:pt x="718" y="5"/>
                  <a:pt x="738" y="8"/>
                  <a:pt x="759" y="12"/>
                </a:cubicBezTo>
                <a:cubicBezTo>
                  <a:pt x="779" y="16"/>
                  <a:pt x="799" y="21"/>
                  <a:pt x="819" y="27"/>
                </a:cubicBezTo>
                <a:cubicBezTo>
                  <a:pt x="839" y="33"/>
                  <a:pt x="860" y="40"/>
                  <a:pt x="879" y="48"/>
                </a:cubicBezTo>
                <a:cubicBezTo>
                  <a:pt x="898" y="56"/>
                  <a:pt x="917" y="65"/>
                  <a:pt x="935" y="75"/>
                </a:cubicBezTo>
                <a:cubicBezTo>
                  <a:pt x="954" y="85"/>
                  <a:pt x="971" y="96"/>
                  <a:pt x="989" y="107"/>
                </a:cubicBezTo>
                <a:cubicBezTo>
                  <a:pt x="1006" y="119"/>
                  <a:pt x="1023" y="131"/>
                  <a:pt x="1039" y="144"/>
                </a:cubicBezTo>
                <a:cubicBezTo>
                  <a:pt x="1055" y="157"/>
                  <a:pt x="1070" y="171"/>
                  <a:pt x="1085" y="186"/>
                </a:cubicBezTo>
                <a:cubicBezTo>
                  <a:pt x="1100" y="201"/>
                  <a:pt x="1114" y="216"/>
                  <a:pt x="1127" y="232"/>
                </a:cubicBezTo>
                <a:cubicBezTo>
                  <a:pt x="1140" y="248"/>
                  <a:pt x="1152" y="265"/>
                  <a:pt x="1164" y="282"/>
                </a:cubicBezTo>
                <a:cubicBezTo>
                  <a:pt x="1175" y="300"/>
                  <a:pt x="1186" y="317"/>
                  <a:pt x="1196" y="336"/>
                </a:cubicBezTo>
                <a:cubicBezTo>
                  <a:pt x="1206" y="354"/>
                  <a:pt x="1215" y="373"/>
                  <a:pt x="1222" y="392"/>
                </a:cubicBezTo>
                <a:cubicBezTo>
                  <a:pt x="1230" y="411"/>
                  <a:pt x="1237" y="431"/>
                  <a:pt x="1243" y="451"/>
                </a:cubicBezTo>
                <a:cubicBezTo>
                  <a:pt x="1250" y="471"/>
                  <a:pt x="1255" y="491"/>
                  <a:pt x="1259" y="511"/>
                </a:cubicBezTo>
                <a:cubicBezTo>
                  <a:pt x="1263" y="532"/>
                  <a:pt x="1266" y="552"/>
                  <a:pt x="1268" y="573"/>
                </a:cubicBezTo>
                <a:cubicBezTo>
                  <a:pt x="1270" y="594"/>
                  <a:pt x="1271" y="614"/>
                  <a:pt x="1271" y="635"/>
                </a:cubicBezTo>
                <a:close/>
              </a:path>
            </a:pathLst>
          </a:custGeom>
          <a:solidFill>
            <a:srgbClr val="165D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" name="文本框 41"/>
          <p:cNvSpPr txBox="1"/>
          <p:nvPr>
            <p:custDataLst>
              <p:tags r:id="rId9"/>
            </p:custDataLst>
          </p:nvPr>
        </p:nvSpPr>
        <p:spPr>
          <a:xfrm>
            <a:off x="7048440" y="1539000"/>
            <a:ext cx="291420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项目演示</a:t>
            </a:r>
            <a:r>
              <a:rPr lang="en-US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PPT</a:t>
            </a:r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、成果提交、项目计划与调整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" name="文本框 42"/>
          <p:cNvSpPr txBox="1"/>
          <p:nvPr>
            <p:custDataLst>
              <p:tags r:id="rId10"/>
            </p:custDataLst>
          </p:nvPr>
        </p:nvSpPr>
        <p:spPr>
          <a:xfrm>
            <a:off x="495360" y="2712240"/>
            <a:ext cx="229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03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" name="文本框 43"/>
          <p:cNvSpPr txBox="1"/>
          <p:nvPr>
            <p:custDataLst>
              <p:tags r:id="rId11"/>
            </p:custDataLst>
          </p:nvPr>
        </p:nvSpPr>
        <p:spPr>
          <a:xfrm>
            <a:off x="1028520" y="2616840"/>
            <a:ext cx="1524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需求分析阶段评审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" name="任意多边形 44"/>
          <p:cNvSpPr/>
          <p:nvPr>
            <p:custDataLst>
              <p:tags r:id="rId12"/>
            </p:custDataLst>
          </p:nvPr>
        </p:nvSpPr>
        <p:spPr>
          <a:xfrm>
            <a:off x="6400440" y="260964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1271" y="635"/>
                </a:moveTo>
                <a:cubicBezTo>
                  <a:pt x="1271" y="656"/>
                  <a:pt x="1270" y="677"/>
                  <a:pt x="1268" y="697"/>
                </a:cubicBezTo>
                <a:cubicBezTo>
                  <a:pt x="1266" y="718"/>
                  <a:pt x="1263" y="739"/>
                  <a:pt x="1259" y="759"/>
                </a:cubicBezTo>
                <a:cubicBezTo>
                  <a:pt x="1255" y="779"/>
                  <a:pt x="1250" y="800"/>
                  <a:pt x="1244" y="819"/>
                </a:cubicBezTo>
                <a:cubicBezTo>
                  <a:pt x="1238" y="839"/>
                  <a:pt x="1231" y="859"/>
                  <a:pt x="1223" y="878"/>
                </a:cubicBezTo>
                <a:cubicBezTo>
                  <a:pt x="1215" y="897"/>
                  <a:pt x="1206" y="916"/>
                  <a:pt x="1197" y="934"/>
                </a:cubicBezTo>
                <a:cubicBezTo>
                  <a:pt x="1187" y="953"/>
                  <a:pt x="1176" y="971"/>
                  <a:pt x="1164" y="988"/>
                </a:cubicBezTo>
                <a:cubicBezTo>
                  <a:pt x="1153" y="1006"/>
                  <a:pt x="1141" y="1023"/>
                  <a:pt x="1127" y="1039"/>
                </a:cubicBezTo>
                <a:cubicBezTo>
                  <a:pt x="1114" y="1055"/>
                  <a:pt x="1100" y="1070"/>
                  <a:pt x="1086" y="1085"/>
                </a:cubicBezTo>
                <a:cubicBezTo>
                  <a:pt x="1071" y="1100"/>
                  <a:pt x="1055" y="1114"/>
                  <a:pt x="1039" y="1127"/>
                </a:cubicBezTo>
                <a:cubicBezTo>
                  <a:pt x="1023" y="1140"/>
                  <a:pt x="1007" y="1153"/>
                  <a:pt x="989" y="1164"/>
                </a:cubicBezTo>
                <a:cubicBezTo>
                  <a:pt x="972" y="1176"/>
                  <a:pt x="954" y="1186"/>
                  <a:pt x="936" y="1196"/>
                </a:cubicBezTo>
                <a:cubicBezTo>
                  <a:pt x="917" y="1206"/>
                  <a:pt x="899" y="1215"/>
                  <a:pt x="880" y="1223"/>
                </a:cubicBezTo>
                <a:cubicBezTo>
                  <a:pt x="860" y="1231"/>
                  <a:pt x="841" y="1238"/>
                  <a:pt x="821" y="1244"/>
                </a:cubicBezTo>
                <a:cubicBezTo>
                  <a:pt x="801" y="1250"/>
                  <a:pt x="781" y="1255"/>
                  <a:pt x="760" y="1259"/>
                </a:cubicBezTo>
                <a:cubicBezTo>
                  <a:pt x="740" y="1263"/>
                  <a:pt x="719" y="1266"/>
                  <a:pt x="699" y="1268"/>
                </a:cubicBezTo>
                <a:cubicBezTo>
                  <a:pt x="678" y="1270"/>
                  <a:pt x="657" y="1271"/>
                  <a:pt x="636" y="1271"/>
                </a:cubicBezTo>
                <a:cubicBezTo>
                  <a:pt x="615" y="1271"/>
                  <a:pt x="594" y="1270"/>
                  <a:pt x="573" y="1268"/>
                </a:cubicBezTo>
                <a:cubicBezTo>
                  <a:pt x="553" y="1266"/>
                  <a:pt x="532" y="1263"/>
                  <a:pt x="512" y="1259"/>
                </a:cubicBezTo>
                <a:cubicBezTo>
                  <a:pt x="491" y="1255"/>
                  <a:pt x="471" y="1250"/>
                  <a:pt x="451" y="1244"/>
                </a:cubicBezTo>
                <a:cubicBezTo>
                  <a:pt x="431" y="1238"/>
                  <a:pt x="412" y="1231"/>
                  <a:pt x="392" y="1223"/>
                </a:cubicBezTo>
                <a:cubicBezTo>
                  <a:pt x="373" y="1215"/>
                  <a:pt x="355" y="1206"/>
                  <a:pt x="336" y="1196"/>
                </a:cubicBezTo>
                <a:cubicBezTo>
                  <a:pt x="318" y="1186"/>
                  <a:pt x="300" y="1176"/>
                  <a:pt x="283" y="1164"/>
                </a:cubicBezTo>
                <a:cubicBezTo>
                  <a:pt x="265" y="1153"/>
                  <a:pt x="249" y="1140"/>
                  <a:pt x="233" y="1127"/>
                </a:cubicBezTo>
                <a:cubicBezTo>
                  <a:pt x="217" y="1114"/>
                  <a:pt x="201" y="1100"/>
                  <a:pt x="186" y="1085"/>
                </a:cubicBezTo>
                <a:cubicBezTo>
                  <a:pt x="172" y="1070"/>
                  <a:pt x="158" y="1055"/>
                  <a:pt x="145" y="1039"/>
                </a:cubicBezTo>
                <a:cubicBezTo>
                  <a:pt x="131" y="1023"/>
                  <a:pt x="119" y="1006"/>
                  <a:pt x="108" y="988"/>
                </a:cubicBezTo>
                <a:cubicBezTo>
                  <a:pt x="96" y="971"/>
                  <a:pt x="85" y="953"/>
                  <a:pt x="75" y="934"/>
                </a:cubicBezTo>
                <a:cubicBezTo>
                  <a:pt x="66" y="916"/>
                  <a:pt x="57" y="897"/>
                  <a:pt x="49" y="878"/>
                </a:cubicBezTo>
                <a:cubicBezTo>
                  <a:pt x="41" y="859"/>
                  <a:pt x="34" y="839"/>
                  <a:pt x="28" y="819"/>
                </a:cubicBezTo>
                <a:cubicBezTo>
                  <a:pt x="22" y="800"/>
                  <a:pt x="17" y="779"/>
                  <a:pt x="13" y="759"/>
                </a:cubicBezTo>
                <a:cubicBezTo>
                  <a:pt x="9" y="739"/>
                  <a:pt x="6" y="718"/>
                  <a:pt x="4" y="697"/>
                </a:cubicBezTo>
                <a:cubicBezTo>
                  <a:pt x="2" y="677"/>
                  <a:pt x="1" y="656"/>
                  <a:pt x="0" y="635"/>
                </a:cubicBezTo>
                <a:cubicBezTo>
                  <a:pt x="1" y="614"/>
                  <a:pt x="2" y="594"/>
                  <a:pt x="4" y="573"/>
                </a:cubicBezTo>
                <a:cubicBezTo>
                  <a:pt x="6" y="552"/>
                  <a:pt x="9" y="532"/>
                  <a:pt x="13" y="511"/>
                </a:cubicBezTo>
                <a:cubicBezTo>
                  <a:pt x="17" y="491"/>
                  <a:pt x="22" y="471"/>
                  <a:pt x="28" y="451"/>
                </a:cubicBezTo>
                <a:cubicBezTo>
                  <a:pt x="34" y="431"/>
                  <a:pt x="41" y="411"/>
                  <a:pt x="49" y="392"/>
                </a:cubicBezTo>
                <a:cubicBezTo>
                  <a:pt x="57" y="373"/>
                  <a:pt x="66" y="354"/>
                  <a:pt x="75" y="336"/>
                </a:cubicBezTo>
                <a:cubicBezTo>
                  <a:pt x="85" y="317"/>
                  <a:pt x="96" y="300"/>
                  <a:pt x="108" y="282"/>
                </a:cubicBezTo>
                <a:cubicBezTo>
                  <a:pt x="119" y="265"/>
                  <a:pt x="131" y="248"/>
                  <a:pt x="145" y="232"/>
                </a:cubicBezTo>
                <a:cubicBezTo>
                  <a:pt x="158" y="216"/>
                  <a:pt x="172" y="201"/>
                  <a:pt x="186" y="186"/>
                </a:cubicBezTo>
                <a:cubicBezTo>
                  <a:pt x="201" y="171"/>
                  <a:pt x="217" y="157"/>
                  <a:pt x="233" y="144"/>
                </a:cubicBezTo>
                <a:cubicBezTo>
                  <a:pt x="249" y="131"/>
                  <a:pt x="265" y="119"/>
                  <a:pt x="283" y="107"/>
                </a:cubicBezTo>
                <a:cubicBezTo>
                  <a:pt x="300" y="96"/>
                  <a:pt x="318" y="85"/>
                  <a:pt x="336" y="75"/>
                </a:cubicBezTo>
                <a:cubicBezTo>
                  <a:pt x="355" y="65"/>
                  <a:pt x="373" y="56"/>
                  <a:pt x="392" y="48"/>
                </a:cubicBezTo>
                <a:cubicBezTo>
                  <a:pt x="412" y="40"/>
                  <a:pt x="431" y="33"/>
                  <a:pt x="451" y="27"/>
                </a:cubicBezTo>
                <a:cubicBezTo>
                  <a:pt x="471" y="21"/>
                  <a:pt x="491" y="16"/>
                  <a:pt x="512" y="12"/>
                </a:cubicBezTo>
                <a:cubicBezTo>
                  <a:pt x="532" y="8"/>
                  <a:pt x="553" y="5"/>
                  <a:pt x="573" y="3"/>
                </a:cubicBezTo>
                <a:cubicBezTo>
                  <a:pt x="594" y="1"/>
                  <a:pt x="615" y="0"/>
                  <a:pt x="636" y="0"/>
                </a:cubicBezTo>
                <a:cubicBezTo>
                  <a:pt x="657" y="0"/>
                  <a:pt x="678" y="1"/>
                  <a:pt x="699" y="3"/>
                </a:cubicBezTo>
                <a:cubicBezTo>
                  <a:pt x="719" y="5"/>
                  <a:pt x="740" y="8"/>
                  <a:pt x="760" y="12"/>
                </a:cubicBezTo>
                <a:cubicBezTo>
                  <a:pt x="781" y="16"/>
                  <a:pt x="801" y="21"/>
                  <a:pt x="821" y="27"/>
                </a:cubicBezTo>
                <a:cubicBezTo>
                  <a:pt x="841" y="33"/>
                  <a:pt x="860" y="40"/>
                  <a:pt x="880" y="48"/>
                </a:cubicBezTo>
                <a:cubicBezTo>
                  <a:pt x="899" y="56"/>
                  <a:pt x="917" y="65"/>
                  <a:pt x="936" y="75"/>
                </a:cubicBezTo>
                <a:cubicBezTo>
                  <a:pt x="954" y="85"/>
                  <a:pt x="972" y="96"/>
                  <a:pt x="989" y="107"/>
                </a:cubicBezTo>
                <a:cubicBezTo>
                  <a:pt x="1007" y="119"/>
                  <a:pt x="1023" y="131"/>
                  <a:pt x="1039" y="144"/>
                </a:cubicBezTo>
                <a:cubicBezTo>
                  <a:pt x="1055" y="157"/>
                  <a:pt x="1071" y="171"/>
                  <a:pt x="1086" y="186"/>
                </a:cubicBezTo>
                <a:cubicBezTo>
                  <a:pt x="1100" y="201"/>
                  <a:pt x="1114" y="216"/>
                  <a:pt x="1127" y="232"/>
                </a:cubicBezTo>
                <a:cubicBezTo>
                  <a:pt x="1141" y="248"/>
                  <a:pt x="1153" y="265"/>
                  <a:pt x="1164" y="282"/>
                </a:cubicBezTo>
                <a:cubicBezTo>
                  <a:pt x="1176" y="300"/>
                  <a:pt x="1187" y="317"/>
                  <a:pt x="1197" y="336"/>
                </a:cubicBezTo>
                <a:cubicBezTo>
                  <a:pt x="1206" y="354"/>
                  <a:pt x="1215" y="373"/>
                  <a:pt x="1223" y="392"/>
                </a:cubicBezTo>
                <a:cubicBezTo>
                  <a:pt x="1231" y="411"/>
                  <a:pt x="1238" y="431"/>
                  <a:pt x="1244" y="451"/>
                </a:cubicBezTo>
                <a:cubicBezTo>
                  <a:pt x="1250" y="471"/>
                  <a:pt x="1255" y="491"/>
                  <a:pt x="1259" y="511"/>
                </a:cubicBezTo>
                <a:cubicBezTo>
                  <a:pt x="1263" y="532"/>
                  <a:pt x="1266" y="552"/>
                  <a:pt x="1268" y="573"/>
                </a:cubicBezTo>
                <a:cubicBezTo>
                  <a:pt x="1270" y="594"/>
                  <a:pt x="1271" y="614"/>
                  <a:pt x="1271" y="635"/>
                </a:cubicBezTo>
                <a:close/>
              </a:path>
            </a:pathLst>
          </a:custGeom>
          <a:solidFill>
            <a:srgbClr val="165D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" name="文本框 45"/>
          <p:cNvSpPr txBox="1"/>
          <p:nvPr>
            <p:custDataLst>
              <p:tags r:id="rId13"/>
            </p:custDataLst>
          </p:nvPr>
        </p:nvSpPr>
        <p:spPr>
          <a:xfrm>
            <a:off x="1028520" y="2929680"/>
            <a:ext cx="295056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界面原型、用户确认与反馈、</a:t>
            </a:r>
            <a:r>
              <a:rPr lang="en-US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SRS</a:t>
            </a:r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需求规格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" name="文本框 46"/>
          <p:cNvSpPr txBox="1"/>
          <p:nvPr>
            <p:custDataLst>
              <p:tags r:id="rId14"/>
            </p:custDataLst>
          </p:nvPr>
        </p:nvSpPr>
        <p:spPr>
          <a:xfrm>
            <a:off x="6514920" y="2712240"/>
            <a:ext cx="229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04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" name="文本框 47"/>
          <p:cNvSpPr txBox="1"/>
          <p:nvPr>
            <p:custDataLst>
              <p:tags r:id="rId15"/>
            </p:custDataLst>
          </p:nvPr>
        </p:nvSpPr>
        <p:spPr>
          <a:xfrm>
            <a:off x="7048440" y="2616840"/>
            <a:ext cx="1143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设计阶段评审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" name="任意多边形 48"/>
          <p:cNvSpPr/>
          <p:nvPr>
            <p:custDataLst>
              <p:tags r:id="rId16"/>
            </p:custDataLst>
          </p:nvPr>
        </p:nvSpPr>
        <p:spPr>
          <a:xfrm>
            <a:off x="380880" y="400032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1271" y="635"/>
                </a:moveTo>
                <a:cubicBezTo>
                  <a:pt x="1271" y="656"/>
                  <a:pt x="1270" y="677"/>
                  <a:pt x="1268" y="697"/>
                </a:cubicBezTo>
                <a:cubicBezTo>
                  <a:pt x="1266" y="718"/>
                  <a:pt x="1263" y="738"/>
                  <a:pt x="1259" y="759"/>
                </a:cubicBezTo>
                <a:cubicBezTo>
                  <a:pt x="1255" y="779"/>
                  <a:pt x="1250" y="799"/>
                  <a:pt x="1243" y="819"/>
                </a:cubicBezTo>
                <a:cubicBezTo>
                  <a:pt x="1237" y="839"/>
                  <a:pt x="1230" y="859"/>
                  <a:pt x="1222" y="878"/>
                </a:cubicBezTo>
                <a:cubicBezTo>
                  <a:pt x="1215" y="897"/>
                  <a:pt x="1206" y="916"/>
                  <a:pt x="1196" y="934"/>
                </a:cubicBezTo>
                <a:cubicBezTo>
                  <a:pt x="1186" y="954"/>
                  <a:pt x="1175" y="971"/>
                  <a:pt x="1164" y="989"/>
                </a:cubicBezTo>
                <a:cubicBezTo>
                  <a:pt x="1152" y="1006"/>
                  <a:pt x="1140" y="1023"/>
                  <a:pt x="1127" y="1039"/>
                </a:cubicBezTo>
                <a:cubicBezTo>
                  <a:pt x="1114" y="1055"/>
                  <a:pt x="1100" y="1070"/>
                  <a:pt x="1085" y="1085"/>
                </a:cubicBezTo>
                <a:cubicBezTo>
                  <a:pt x="1070" y="1100"/>
                  <a:pt x="1055" y="1114"/>
                  <a:pt x="1039" y="1127"/>
                </a:cubicBezTo>
                <a:cubicBezTo>
                  <a:pt x="1023" y="1140"/>
                  <a:pt x="1006" y="1152"/>
                  <a:pt x="989" y="1164"/>
                </a:cubicBezTo>
                <a:cubicBezTo>
                  <a:pt x="971" y="1176"/>
                  <a:pt x="954" y="1186"/>
                  <a:pt x="935" y="1196"/>
                </a:cubicBezTo>
                <a:cubicBezTo>
                  <a:pt x="917" y="1206"/>
                  <a:pt x="898" y="1215"/>
                  <a:pt x="879" y="1223"/>
                </a:cubicBezTo>
                <a:cubicBezTo>
                  <a:pt x="860" y="1231"/>
                  <a:pt x="839" y="1238"/>
                  <a:pt x="819" y="1244"/>
                </a:cubicBezTo>
                <a:cubicBezTo>
                  <a:pt x="799" y="1250"/>
                  <a:pt x="779" y="1255"/>
                  <a:pt x="759" y="1259"/>
                </a:cubicBezTo>
                <a:cubicBezTo>
                  <a:pt x="738" y="1263"/>
                  <a:pt x="718" y="1266"/>
                  <a:pt x="697" y="1268"/>
                </a:cubicBezTo>
                <a:cubicBezTo>
                  <a:pt x="676" y="1270"/>
                  <a:pt x="656" y="1271"/>
                  <a:pt x="635" y="1271"/>
                </a:cubicBezTo>
                <a:cubicBezTo>
                  <a:pt x="614" y="1271"/>
                  <a:pt x="593" y="1270"/>
                  <a:pt x="573" y="1268"/>
                </a:cubicBezTo>
                <a:cubicBezTo>
                  <a:pt x="552" y="1266"/>
                  <a:pt x="531" y="1263"/>
                  <a:pt x="511" y="1259"/>
                </a:cubicBezTo>
                <a:cubicBezTo>
                  <a:pt x="491" y="1255"/>
                  <a:pt x="470" y="1250"/>
                  <a:pt x="451" y="1244"/>
                </a:cubicBezTo>
                <a:cubicBezTo>
                  <a:pt x="431" y="1238"/>
                  <a:pt x="411" y="1231"/>
                  <a:pt x="392" y="1223"/>
                </a:cubicBezTo>
                <a:cubicBezTo>
                  <a:pt x="373" y="1215"/>
                  <a:pt x="354" y="1206"/>
                  <a:pt x="335" y="1196"/>
                </a:cubicBezTo>
                <a:cubicBezTo>
                  <a:pt x="317" y="1186"/>
                  <a:pt x="299" y="1176"/>
                  <a:pt x="282" y="1164"/>
                </a:cubicBezTo>
                <a:cubicBezTo>
                  <a:pt x="265" y="1152"/>
                  <a:pt x="248" y="1140"/>
                  <a:pt x="232" y="1127"/>
                </a:cubicBezTo>
                <a:cubicBezTo>
                  <a:pt x="216" y="1114"/>
                  <a:pt x="201" y="1100"/>
                  <a:pt x="186" y="1085"/>
                </a:cubicBezTo>
                <a:cubicBezTo>
                  <a:pt x="171" y="1070"/>
                  <a:pt x="157" y="1055"/>
                  <a:pt x="144" y="1039"/>
                </a:cubicBezTo>
                <a:cubicBezTo>
                  <a:pt x="131" y="1023"/>
                  <a:pt x="118" y="1006"/>
                  <a:pt x="107" y="989"/>
                </a:cubicBezTo>
                <a:cubicBezTo>
                  <a:pt x="95" y="971"/>
                  <a:pt x="85" y="954"/>
                  <a:pt x="75" y="934"/>
                </a:cubicBezTo>
                <a:cubicBezTo>
                  <a:pt x="65" y="916"/>
                  <a:pt x="56" y="897"/>
                  <a:pt x="48" y="878"/>
                </a:cubicBezTo>
                <a:cubicBezTo>
                  <a:pt x="40" y="859"/>
                  <a:pt x="33" y="839"/>
                  <a:pt x="27" y="819"/>
                </a:cubicBezTo>
                <a:cubicBezTo>
                  <a:pt x="21" y="799"/>
                  <a:pt x="16" y="779"/>
                  <a:pt x="12" y="759"/>
                </a:cubicBezTo>
                <a:cubicBezTo>
                  <a:pt x="8" y="738"/>
                  <a:pt x="5" y="718"/>
                  <a:pt x="3" y="697"/>
                </a:cubicBezTo>
                <a:cubicBezTo>
                  <a:pt x="1" y="677"/>
                  <a:pt x="0" y="656"/>
                  <a:pt x="0" y="635"/>
                </a:cubicBezTo>
                <a:cubicBezTo>
                  <a:pt x="0" y="614"/>
                  <a:pt x="1" y="593"/>
                  <a:pt x="3" y="573"/>
                </a:cubicBezTo>
                <a:cubicBezTo>
                  <a:pt x="5" y="552"/>
                  <a:pt x="8" y="532"/>
                  <a:pt x="12" y="511"/>
                </a:cubicBezTo>
                <a:cubicBezTo>
                  <a:pt x="16" y="491"/>
                  <a:pt x="21" y="471"/>
                  <a:pt x="27" y="451"/>
                </a:cubicBezTo>
                <a:cubicBezTo>
                  <a:pt x="33" y="431"/>
                  <a:pt x="40" y="411"/>
                  <a:pt x="48" y="392"/>
                </a:cubicBezTo>
                <a:cubicBezTo>
                  <a:pt x="56" y="373"/>
                  <a:pt x="65" y="354"/>
                  <a:pt x="75" y="336"/>
                </a:cubicBezTo>
                <a:cubicBezTo>
                  <a:pt x="85" y="317"/>
                  <a:pt x="95" y="300"/>
                  <a:pt x="107" y="282"/>
                </a:cubicBezTo>
                <a:cubicBezTo>
                  <a:pt x="118" y="265"/>
                  <a:pt x="131" y="248"/>
                  <a:pt x="144" y="232"/>
                </a:cubicBezTo>
                <a:cubicBezTo>
                  <a:pt x="157" y="216"/>
                  <a:pt x="171" y="201"/>
                  <a:pt x="186" y="186"/>
                </a:cubicBezTo>
                <a:cubicBezTo>
                  <a:pt x="201" y="171"/>
                  <a:pt x="216" y="157"/>
                  <a:pt x="232" y="144"/>
                </a:cubicBezTo>
                <a:cubicBezTo>
                  <a:pt x="248" y="131"/>
                  <a:pt x="265" y="119"/>
                  <a:pt x="282" y="107"/>
                </a:cubicBezTo>
                <a:cubicBezTo>
                  <a:pt x="299" y="95"/>
                  <a:pt x="317" y="85"/>
                  <a:pt x="335" y="75"/>
                </a:cubicBezTo>
                <a:cubicBezTo>
                  <a:pt x="354" y="65"/>
                  <a:pt x="373" y="56"/>
                  <a:pt x="392" y="48"/>
                </a:cubicBezTo>
                <a:cubicBezTo>
                  <a:pt x="411" y="40"/>
                  <a:pt x="431" y="33"/>
                  <a:pt x="451" y="27"/>
                </a:cubicBezTo>
                <a:cubicBezTo>
                  <a:pt x="470" y="21"/>
                  <a:pt x="491" y="16"/>
                  <a:pt x="511" y="12"/>
                </a:cubicBezTo>
                <a:cubicBezTo>
                  <a:pt x="531" y="8"/>
                  <a:pt x="552" y="5"/>
                  <a:pt x="573" y="3"/>
                </a:cubicBezTo>
                <a:cubicBezTo>
                  <a:pt x="593" y="1"/>
                  <a:pt x="614" y="0"/>
                  <a:pt x="635" y="0"/>
                </a:cubicBezTo>
                <a:cubicBezTo>
                  <a:pt x="656" y="0"/>
                  <a:pt x="676" y="1"/>
                  <a:pt x="697" y="3"/>
                </a:cubicBezTo>
                <a:cubicBezTo>
                  <a:pt x="718" y="5"/>
                  <a:pt x="738" y="8"/>
                  <a:pt x="759" y="12"/>
                </a:cubicBezTo>
                <a:cubicBezTo>
                  <a:pt x="779" y="16"/>
                  <a:pt x="799" y="21"/>
                  <a:pt x="819" y="27"/>
                </a:cubicBezTo>
                <a:cubicBezTo>
                  <a:pt x="839" y="33"/>
                  <a:pt x="860" y="40"/>
                  <a:pt x="879" y="48"/>
                </a:cubicBezTo>
                <a:cubicBezTo>
                  <a:pt x="898" y="56"/>
                  <a:pt x="917" y="65"/>
                  <a:pt x="935" y="75"/>
                </a:cubicBezTo>
                <a:cubicBezTo>
                  <a:pt x="954" y="85"/>
                  <a:pt x="971" y="95"/>
                  <a:pt x="989" y="107"/>
                </a:cubicBezTo>
                <a:cubicBezTo>
                  <a:pt x="1006" y="119"/>
                  <a:pt x="1023" y="131"/>
                  <a:pt x="1039" y="144"/>
                </a:cubicBezTo>
                <a:cubicBezTo>
                  <a:pt x="1055" y="157"/>
                  <a:pt x="1070" y="171"/>
                  <a:pt x="1085" y="186"/>
                </a:cubicBezTo>
                <a:cubicBezTo>
                  <a:pt x="1100" y="201"/>
                  <a:pt x="1114" y="216"/>
                  <a:pt x="1127" y="232"/>
                </a:cubicBezTo>
                <a:cubicBezTo>
                  <a:pt x="1140" y="248"/>
                  <a:pt x="1152" y="265"/>
                  <a:pt x="1164" y="282"/>
                </a:cubicBezTo>
                <a:cubicBezTo>
                  <a:pt x="1175" y="300"/>
                  <a:pt x="1186" y="317"/>
                  <a:pt x="1196" y="336"/>
                </a:cubicBezTo>
                <a:cubicBezTo>
                  <a:pt x="1206" y="354"/>
                  <a:pt x="1215" y="373"/>
                  <a:pt x="1222" y="392"/>
                </a:cubicBezTo>
                <a:cubicBezTo>
                  <a:pt x="1230" y="411"/>
                  <a:pt x="1237" y="431"/>
                  <a:pt x="1243" y="451"/>
                </a:cubicBezTo>
                <a:cubicBezTo>
                  <a:pt x="1250" y="471"/>
                  <a:pt x="1255" y="491"/>
                  <a:pt x="1259" y="511"/>
                </a:cubicBezTo>
                <a:cubicBezTo>
                  <a:pt x="1263" y="532"/>
                  <a:pt x="1266" y="552"/>
                  <a:pt x="1268" y="573"/>
                </a:cubicBezTo>
                <a:cubicBezTo>
                  <a:pt x="1270" y="593"/>
                  <a:pt x="1271" y="614"/>
                  <a:pt x="1271" y="635"/>
                </a:cubicBezTo>
                <a:close/>
              </a:path>
            </a:pathLst>
          </a:custGeom>
          <a:solidFill>
            <a:srgbClr val="165D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" name="文本框 49"/>
          <p:cNvSpPr txBox="1"/>
          <p:nvPr>
            <p:custDataLst>
              <p:tags r:id="rId17"/>
            </p:custDataLst>
          </p:nvPr>
        </p:nvSpPr>
        <p:spPr>
          <a:xfrm>
            <a:off x="7048440" y="2929680"/>
            <a:ext cx="323460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总体设计、详细设计、</a:t>
            </a:r>
            <a:r>
              <a:rPr lang="en-US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PDL</a:t>
            </a:r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详细设计、代码规范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" name="文本框 50"/>
          <p:cNvSpPr txBox="1"/>
          <p:nvPr>
            <p:custDataLst>
              <p:tags r:id="rId18"/>
            </p:custDataLst>
          </p:nvPr>
        </p:nvSpPr>
        <p:spPr>
          <a:xfrm>
            <a:off x="495360" y="4102920"/>
            <a:ext cx="229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05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" name="文本框 51"/>
          <p:cNvSpPr txBox="1"/>
          <p:nvPr>
            <p:custDataLst>
              <p:tags r:id="rId19"/>
            </p:custDataLst>
          </p:nvPr>
        </p:nvSpPr>
        <p:spPr>
          <a:xfrm>
            <a:off x="1028520" y="4007520"/>
            <a:ext cx="1714500" cy="230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实现</a:t>
            </a:r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与测试阶段评审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" name="任意多边形 52"/>
          <p:cNvSpPr/>
          <p:nvPr>
            <p:custDataLst>
              <p:tags r:id="rId20"/>
            </p:custDataLst>
          </p:nvPr>
        </p:nvSpPr>
        <p:spPr>
          <a:xfrm>
            <a:off x="6400440" y="400032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1271" y="635"/>
                </a:moveTo>
                <a:cubicBezTo>
                  <a:pt x="1271" y="656"/>
                  <a:pt x="1270" y="677"/>
                  <a:pt x="1268" y="697"/>
                </a:cubicBezTo>
                <a:cubicBezTo>
                  <a:pt x="1266" y="718"/>
                  <a:pt x="1263" y="738"/>
                  <a:pt x="1259" y="759"/>
                </a:cubicBezTo>
                <a:cubicBezTo>
                  <a:pt x="1255" y="779"/>
                  <a:pt x="1250" y="799"/>
                  <a:pt x="1244" y="819"/>
                </a:cubicBezTo>
                <a:cubicBezTo>
                  <a:pt x="1238" y="839"/>
                  <a:pt x="1231" y="859"/>
                  <a:pt x="1223" y="878"/>
                </a:cubicBezTo>
                <a:cubicBezTo>
                  <a:pt x="1215" y="897"/>
                  <a:pt x="1206" y="916"/>
                  <a:pt x="1197" y="934"/>
                </a:cubicBezTo>
                <a:cubicBezTo>
                  <a:pt x="1187" y="954"/>
                  <a:pt x="1176" y="971"/>
                  <a:pt x="1164" y="989"/>
                </a:cubicBezTo>
                <a:cubicBezTo>
                  <a:pt x="1153" y="1006"/>
                  <a:pt x="1141" y="1023"/>
                  <a:pt x="1127" y="1039"/>
                </a:cubicBezTo>
                <a:cubicBezTo>
                  <a:pt x="1114" y="1055"/>
                  <a:pt x="1100" y="1070"/>
                  <a:pt x="1086" y="1085"/>
                </a:cubicBezTo>
                <a:cubicBezTo>
                  <a:pt x="1071" y="1100"/>
                  <a:pt x="1055" y="1114"/>
                  <a:pt x="1039" y="1127"/>
                </a:cubicBezTo>
                <a:cubicBezTo>
                  <a:pt x="1023" y="1140"/>
                  <a:pt x="1007" y="1152"/>
                  <a:pt x="989" y="1164"/>
                </a:cubicBezTo>
                <a:cubicBezTo>
                  <a:pt x="972" y="1176"/>
                  <a:pt x="954" y="1186"/>
                  <a:pt x="936" y="1196"/>
                </a:cubicBezTo>
                <a:cubicBezTo>
                  <a:pt x="917" y="1206"/>
                  <a:pt x="899" y="1215"/>
                  <a:pt x="880" y="1223"/>
                </a:cubicBezTo>
                <a:cubicBezTo>
                  <a:pt x="860" y="1231"/>
                  <a:pt x="841" y="1238"/>
                  <a:pt x="821" y="1244"/>
                </a:cubicBezTo>
                <a:cubicBezTo>
                  <a:pt x="801" y="1250"/>
                  <a:pt x="781" y="1255"/>
                  <a:pt x="760" y="1259"/>
                </a:cubicBezTo>
                <a:cubicBezTo>
                  <a:pt x="740" y="1263"/>
                  <a:pt x="719" y="1266"/>
                  <a:pt x="699" y="1268"/>
                </a:cubicBezTo>
                <a:cubicBezTo>
                  <a:pt x="678" y="1270"/>
                  <a:pt x="657" y="1271"/>
                  <a:pt x="636" y="1271"/>
                </a:cubicBezTo>
                <a:cubicBezTo>
                  <a:pt x="615" y="1271"/>
                  <a:pt x="594" y="1270"/>
                  <a:pt x="573" y="1268"/>
                </a:cubicBezTo>
                <a:cubicBezTo>
                  <a:pt x="553" y="1266"/>
                  <a:pt x="532" y="1263"/>
                  <a:pt x="512" y="1259"/>
                </a:cubicBezTo>
                <a:cubicBezTo>
                  <a:pt x="491" y="1255"/>
                  <a:pt x="471" y="1250"/>
                  <a:pt x="451" y="1244"/>
                </a:cubicBezTo>
                <a:cubicBezTo>
                  <a:pt x="431" y="1238"/>
                  <a:pt x="412" y="1231"/>
                  <a:pt x="392" y="1223"/>
                </a:cubicBezTo>
                <a:cubicBezTo>
                  <a:pt x="373" y="1215"/>
                  <a:pt x="355" y="1206"/>
                  <a:pt x="336" y="1196"/>
                </a:cubicBezTo>
                <a:cubicBezTo>
                  <a:pt x="318" y="1186"/>
                  <a:pt x="300" y="1176"/>
                  <a:pt x="283" y="1164"/>
                </a:cubicBezTo>
                <a:cubicBezTo>
                  <a:pt x="265" y="1152"/>
                  <a:pt x="249" y="1140"/>
                  <a:pt x="233" y="1127"/>
                </a:cubicBezTo>
                <a:cubicBezTo>
                  <a:pt x="217" y="1114"/>
                  <a:pt x="201" y="1100"/>
                  <a:pt x="186" y="1085"/>
                </a:cubicBezTo>
                <a:cubicBezTo>
                  <a:pt x="172" y="1070"/>
                  <a:pt x="158" y="1055"/>
                  <a:pt x="145" y="1039"/>
                </a:cubicBezTo>
                <a:cubicBezTo>
                  <a:pt x="131" y="1023"/>
                  <a:pt x="119" y="1006"/>
                  <a:pt x="108" y="989"/>
                </a:cubicBezTo>
                <a:cubicBezTo>
                  <a:pt x="96" y="971"/>
                  <a:pt x="85" y="954"/>
                  <a:pt x="75" y="934"/>
                </a:cubicBezTo>
                <a:cubicBezTo>
                  <a:pt x="66" y="916"/>
                  <a:pt x="57" y="897"/>
                  <a:pt x="49" y="878"/>
                </a:cubicBezTo>
                <a:cubicBezTo>
                  <a:pt x="41" y="859"/>
                  <a:pt x="34" y="839"/>
                  <a:pt x="28" y="819"/>
                </a:cubicBezTo>
                <a:cubicBezTo>
                  <a:pt x="22" y="799"/>
                  <a:pt x="17" y="779"/>
                  <a:pt x="13" y="759"/>
                </a:cubicBezTo>
                <a:cubicBezTo>
                  <a:pt x="9" y="738"/>
                  <a:pt x="6" y="718"/>
                  <a:pt x="4" y="697"/>
                </a:cubicBezTo>
                <a:cubicBezTo>
                  <a:pt x="2" y="677"/>
                  <a:pt x="1" y="656"/>
                  <a:pt x="0" y="635"/>
                </a:cubicBezTo>
                <a:cubicBezTo>
                  <a:pt x="1" y="614"/>
                  <a:pt x="2" y="593"/>
                  <a:pt x="4" y="573"/>
                </a:cubicBezTo>
                <a:cubicBezTo>
                  <a:pt x="6" y="552"/>
                  <a:pt x="9" y="532"/>
                  <a:pt x="13" y="511"/>
                </a:cubicBezTo>
                <a:cubicBezTo>
                  <a:pt x="17" y="491"/>
                  <a:pt x="22" y="471"/>
                  <a:pt x="28" y="451"/>
                </a:cubicBezTo>
                <a:cubicBezTo>
                  <a:pt x="34" y="431"/>
                  <a:pt x="41" y="411"/>
                  <a:pt x="49" y="392"/>
                </a:cubicBezTo>
                <a:cubicBezTo>
                  <a:pt x="57" y="373"/>
                  <a:pt x="66" y="354"/>
                  <a:pt x="75" y="336"/>
                </a:cubicBezTo>
                <a:cubicBezTo>
                  <a:pt x="85" y="317"/>
                  <a:pt x="96" y="300"/>
                  <a:pt x="108" y="282"/>
                </a:cubicBezTo>
                <a:cubicBezTo>
                  <a:pt x="119" y="265"/>
                  <a:pt x="131" y="248"/>
                  <a:pt x="145" y="232"/>
                </a:cubicBezTo>
                <a:cubicBezTo>
                  <a:pt x="158" y="216"/>
                  <a:pt x="172" y="201"/>
                  <a:pt x="186" y="186"/>
                </a:cubicBezTo>
                <a:cubicBezTo>
                  <a:pt x="201" y="171"/>
                  <a:pt x="217" y="157"/>
                  <a:pt x="233" y="144"/>
                </a:cubicBezTo>
                <a:cubicBezTo>
                  <a:pt x="249" y="131"/>
                  <a:pt x="265" y="119"/>
                  <a:pt x="283" y="107"/>
                </a:cubicBezTo>
                <a:cubicBezTo>
                  <a:pt x="300" y="95"/>
                  <a:pt x="318" y="85"/>
                  <a:pt x="336" y="75"/>
                </a:cubicBezTo>
                <a:cubicBezTo>
                  <a:pt x="355" y="65"/>
                  <a:pt x="373" y="56"/>
                  <a:pt x="392" y="48"/>
                </a:cubicBezTo>
                <a:cubicBezTo>
                  <a:pt x="412" y="40"/>
                  <a:pt x="431" y="33"/>
                  <a:pt x="451" y="27"/>
                </a:cubicBezTo>
                <a:cubicBezTo>
                  <a:pt x="471" y="21"/>
                  <a:pt x="491" y="16"/>
                  <a:pt x="512" y="12"/>
                </a:cubicBezTo>
                <a:cubicBezTo>
                  <a:pt x="532" y="8"/>
                  <a:pt x="553" y="5"/>
                  <a:pt x="573" y="3"/>
                </a:cubicBezTo>
                <a:cubicBezTo>
                  <a:pt x="594" y="1"/>
                  <a:pt x="615" y="0"/>
                  <a:pt x="636" y="0"/>
                </a:cubicBezTo>
                <a:cubicBezTo>
                  <a:pt x="657" y="0"/>
                  <a:pt x="678" y="1"/>
                  <a:pt x="699" y="3"/>
                </a:cubicBezTo>
                <a:cubicBezTo>
                  <a:pt x="719" y="5"/>
                  <a:pt x="740" y="8"/>
                  <a:pt x="760" y="12"/>
                </a:cubicBezTo>
                <a:cubicBezTo>
                  <a:pt x="781" y="16"/>
                  <a:pt x="801" y="21"/>
                  <a:pt x="821" y="27"/>
                </a:cubicBezTo>
                <a:cubicBezTo>
                  <a:pt x="841" y="33"/>
                  <a:pt x="860" y="40"/>
                  <a:pt x="880" y="48"/>
                </a:cubicBezTo>
                <a:cubicBezTo>
                  <a:pt x="899" y="56"/>
                  <a:pt x="917" y="65"/>
                  <a:pt x="936" y="75"/>
                </a:cubicBezTo>
                <a:cubicBezTo>
                  <a:pt x="954" y="85"/>
                  <a:pt x="972" y="95"/>
                  <a:pt x="989" y="107"/>
                </a:cubicBezTo>
                <a:cubicBezTo>
                  <a:pt x="1007" y="119"/>
                  <a:pt x="1023" y="131"/>
                  <a:pt x="1039" y="144"/>
                </a:cubicBezTo>
                <a:cubicBezTo>
                  <a:pt x="1055" y="157"/>
                  <a:pt x="1071" y="171"/>
                  <a:pt x="1086" y="186"/>
                </a:cubicBezTo>
                <a:cubicBezTo>
                  <a:pt x="1100" y="201"/>
                  <a:pt x="1114" y="216"/>
                  <a:pt x="1127" y="232"/>
                </a:cubicBezTo>
                <a:cubicBezTo>
                  <a:pt x="1141" y="248"/>
                  <a:pt x="1153" y="265"/>
                  <a:pt x="1164" y="282"/>
                </a:cubicBezTo>
                <a:cubicBezTo>
                  <a:pt x="1176" y="300"/>
                  <a:pt x="1187" y="317"/>
                  <a:pt x="1197" y="336"/>
                </a:cubicBezTo>
                <a:cubicBezTo>
                  <a:pt x="1206" y="354"/>
                  <a:pt x="1215" y="373"/>
                  <a:pt x="1223" y="392"/>
                </a:cubicBezTo>
                <a:cubicBezTo>
                  <a:pt x="1231" y="411"/>
                  <a:pt x="1238" y="431"/>
                  <a:pt x="1244" y="451"/>
                </a:cubicBezTo>
                <a:cubicBezTo>
                  <a:pt x="1250" y="471"/>
                  <a:pt x="1255" y="491"/>
                  <a:pt x="1259" y="511"/>
                </a:cubicBezTo>
                <a:cubicBezTo>
                  <a:pt x="1263" y="532"/>
                  <a:pt x="1266" y="552"/>
                  <a:pt x="1268" y="573"/>
                </a:cubicBezTo>
                <a:cubicBezTo>
                  <a:pt x="1270" y="593"/>
                  <a:pt x="1271" y="614"/>
                  <a:pt x="1271" y="635"/>
                </a:cubicBezTo>
                <a:close/>
              </a:path>
            </a:pathLst>
          </a:custGeom>
          <a:solidFill>
            <a:srgbClr val="165D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" name="文本框 53"/>
          <p:cNvSpPr txBox="1"/>
          <p:nvPr>
            <p:custDataLst>
              <p:tags r:id="rId21"/>
            </p:custDataLst>
          </p:nvPr>
        </p:nvSpPr>
        <p:spPr>
          <a:xfrm>
            <a:off x="1028520" y="4320360"/>
            <a:ext cx="2133600" cy="184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测试计划与用户手册、配置管理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" name="文本框 54"/>
          <p:cNvSpPr txBox="1"/>
          <p:nvPr>
            <p:custDataLst>
              <p:tags r:id="rId22"/>
            </p:custDataLst>
          </p:nvPr>
        </p:nvSpPr>
        <p:spPr>
          <a:xfrm>
            <a:off x="6514920" y="4102920"/>
            <a:ext cx="229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06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" name="文本框 59"/>
          <p:cNvSpPr txBox="1"/>
          <p:nvPr>
            <p:custDataLst>
              <p:tags r:id="rId23"/>
            </p:custDataLst>
          </p:nvPr>
        </p:nvSpPr>
        <p:spPr>
          <a:xfrm>
            <a:off x="1028520" y="5398200"/>
            <a:ext cx="127000" cy="230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" name="文本框 63"/>
          <p:cNvSpPr txBox="1"/>
          <p:nvPr>
            <p:custDataLst>
              <p:tags r:id="rId24"/>
            </p:custDataLst>
          </p:nvPr>
        </p:nvSpPr>
        <p:spPr>
          <a:xfrm>
            <a:off x="7048440" y="3971990"/>
            <a:ext cx="762000" cy="230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综合评价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" name="文本框 64"/>
          <p:cNvSpPr txBox="1"/>
          <p:nvPr>
            <p:custDataLst>
              <p:tags r:id="rId25"/>
            </p:custDataLst>
          </p:nvPr>
        </p:nvSpPr>
        <p:spPr>
          <a:xfrm>
            <a:off x="7103685" y="4319755"/>
            <a:ext cx="609600" cy="184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评审得分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任意多边形 66"/>
          <p:cNvSpPr/>
          <p:nvPr/>
        </p:nvSpPr>
        <p:spPr>
          <a:xfrm>
            <a:off x="380880" y="1085760"/>
            <a:ext cx="3610440" cy="5391360"/>
          </a:xfrm>
          <a:custGeom>
            <a:avLst/>
            <a:gdLst/>
            <a:ahLst/>
            <a:cxnLst/>
            <a:rect l="0" t="0" r="r" b="b"/>
            <a:pathLst>
              <a:path w="10029" h="14976">
                <a:moveTo>
                  <a:pt x="0" y="14659"/>
                </a:moveTo>
                <a:lnTo>
                  <a:pt x="0" y="317"/>
                </a:lnTo>
                <a:cubicBezTo>
                  <a:pt x="0" y="296"/>
                  <a:pt x="2" y="276"/>
                  <a:pt x="6" y="255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6"/>
                  <a:pt x="42" y="158"/>
                  <a:pt x="53" y="141"/>
                </a:cubicBezTo>
                <a:cubicBezTo>
                  <a:pt x="65" y="124"/>
                  <a:pt x="78" y="107"/>
                  <a:pt x="93" y="93"/>
                </a:cubicBezTo>
                <a:cubicBezTo>
                  <a:pt x="108" y="78"/>
                  <a:pt x="124" y="65"/>
                  <a:pt x="141" y="53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lnTo>
                  <a:pt x="9711" y="0"/>
                </a:lnTo>
                <a:cubicBezTo>
                  <a:pt x="9732" y="0"/>
                  <a:pt x="9753" y="2"/>
                  <a:pt x="9773" y="6"/>
                </a:cubicBezTo>
                <a:cubicBezTo>
                  <a:pt x="9793" y="10"/>
                  <a:pt x="9813" y="16"/>
                  <a:pt x="9833" y="24"/>
                </a:cubicBezTo>
                <a:cubicBezTo>
                  <a:pt x="9852" y="32"/>
                  <a:pt x="9870" y="42"/>
                  <a:pt x="9887" y="53"/>
                </a:cubicBezTo>
                <a:cubicBezTo>
                  <a:pt x="9905" y="65"/>
                  <a:pt x="9921" y="78"/>
                  <a:pt x="9936" y="93"/>
                </a:cubicBezTo>
                <a:cubicBezTo>
                  <a:pt x="9950" y="107"/>
                  <a:pt x="9963" y="124"/>
                  <a:pt x="9975" y="141"/>
                </a:cubicBezTo>
                <a:cubicBezTo>
                  <a:pt x="9987" y="158"/>
                  <a:pt x="9996" y="176"/>
                  <a:pt x="10004" y="196"/>
                </a:cubicBezTo>
                <a:cubicBezTo>
                  <a:pt x="10012" y="215"/>
                  <a:pt x="10018" y="235"/>
                  <a:pt x="10022" y="255"/>
                </a:cubicBezTo>
                <a:cubicBezTo>
                  <a:pt x="10027" y="276"/>
                  <a:pt x="10029" y="296"/>
                  <a:pt x="10029" y="317"/>
                </a:cubicBezTo>
                <a:lnTo>
                  <a:pt x="10029" y="14659"/>
                </a:lnTo>
                <a:cubicBezTo>
                  <a:pt x="10029" y="14680"/>
                  <a:pt x="10027" y="14700"/>
                  <a:pt x="10022" y="14721"/>
                </a:cubicBezTo>
                <a:cubicBezTo>
                  <a:pt x="10018" y="14741"/>
                  <a:pt x="10012" y="14761"/>
                  <a:pt x="10004" y="14780"/>
                </a:cubicBezTo>
                <a:cubicBezTo>
                  <a:pt x="9996" y="14799"/>
                  <a:pt x="9987" y="14818"/>
                  <a:pt x="9975" y="14835"/>
                </a:cubicBezTo>
                <a:cubicBezTo>
                  <a:pt x="9963" y="14852"/>
                  <a:pt x="9950" y="14868"/>
                  <a:pt x="9936" y="14883"/>
                </a:cubicBezTo>
                <a:cubicBezTo>
                  <a:pt x="9921" y="14898"/>
                  <a:pt x="9905" y="14911"/>
                  <a:pt x="9887" y="14923"/>
                </a:cubicBezTo>
                <a:cubicBezTo>
                  <a:pt x="9870" y="14934"/>
                  <a:pt x="9852" y="14944"/>
                  <a:pt x="9833" y="14952"/>
                </a:cubicBezTo>
                <a:cubicBezTo>
                  <a:pt x="9813" y="14960"/>
                  <a:pt x="9793" y="14966"/>
                  <a:pt x="9773" y="14970"/>
                </a:cubicBezTo>
                <a:cubicBezTo>
                  <a:pt x="9753" y="14974"/>
                  <a:pt x="9732" y="14976"/>
                  <a:pt x="9711" y="14976"/>
                </a:cubicBezTo>
                <a:lnTo>
                  <a:pt x="317" y="14976"/>
                </a:lnTo>
                <a:cubicBezTo>
                  <a:pt x="296" y="14976"/>
                  <a:pt x="276" y="14974"/>
                  <a:pt x="255" y="14970"/>
                </a:cubicBezTo>
                <a:cubicBezTo>
                  <a:pt x="235" y="14966"/>
                  <a:pt x="215" y="14960"/>
                  <a:pt x="196" y="14952"/>
                </a:cubicBezTo>
                <a:cubicBezTo>
                  <a:pt x="177" y="14944"/>
                  <a:pt x="158" y="14934"/>
                  <a:pt x="141" y="14923"/>
                </a:cubicBezTo>
                <a:cubicBezTo>
                  <a:pt x="124" y="14911"/>
                  <a:pt x="108" y="14898"/>
                  <a:pt x="93" y="14883"/>
                </a:cubicBezTo>
                <a:cubicBezTo>
                  <a:pt x="78" y="14868"/>
                  <a:pt x="65" y="14852"/>
                  <a:pt x="53" y="14835"/>
                </a:cubicBezTo>
                <a:cubicBezTo>
                  <a:pt x="42" y="14818"/>
                  <a:pt x="32" y="14799"/>
                  <a:pt x="24" y="14780"/>
                </a:cubicBezTo>
                <a:cubicBezTo>
                  <a:pt x="16" y="14761"/>
                  <a:pt x="10" y="14741"/>
                  <a:pt x="6" y="14721"/>
                </a:cubicBezTo>
                <a:cubicBezTo>
                  <a:pt x="2" y="14700"/>
                  <a:pt x="0" y="14680"/>
                  <a:pt x="0" y="1465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" name="任意多边形 67"/>
          <p:cNvSpPr/>
          <p:nvPr/>
        </p:nvSpPr>
        <p:spPr>
          <a:xfrm>
            <a:off x="609480" y="1333440"/>
            <a:ext cx="229320" cy="229320"/>
          </a:xfrm>
          <a:custGeom>
            <a:avLst/>
            <a:gdLst/>
            <a:ahLst/>
            <a:cxnLst/>
            <a:rect l="0" t="0" r="r" b="b"/>
            <a:pathLst>
              <a:path w="637" h="637">
                <a:moveTo>
                  <a:pt x="318" y="637"/>
                </a:moveTo>
                <a:cubicBezTo>
                  <a:pt x="339" y="637"/>
                  <a:pt x="360" y="635"/>
                  <a:pt x="381" y="631"/>
                </a:cubicBezTo>
                <a:cubicBezTo>
                  <a:pt x="402" y="626"/>
                  <a:pt x="422" y="620"/>
                  <a:pt x="441" y="612"/>
                </a:cubicBezTo>
                <a:cubicBezTo>
                  <a:pt x="460" y="605"/>
                  <a:pt x="478" y="595"/>
                  <a:pt x="496" y="583"/>
                </a:cubicBezTo>
                <a:cubicBezTo>
                  <a:pt x="513" y="571"/>
                  <a:pt x="529" y="557"/>
                  <a:pt x="544" y="543"/>
                </a:cubicBezTo>
                <a:cubicBezTo>
                  <a:pt x="559" y="528"/>
                  <a:pt x="572" y="512"/>
                  <a:pt x="583" y="495"/>
                </a:cubicBezTo>
                <a:cubicBezTo>
                  <a:pt x="595" y="477"/>
                  <a:pt x="605" y="459"/>
                  <a:pt x="613" y="440"/>
                </a:cubicBezTo>
                <a:cubicBezTo>
                  <a:pt x="621" y="420"/>
                  <a:pt x="627" y="401"/>
                  <a:pt x="631" y="380"/>
                </a:cubicBezTo>
                <a:cubicBezTo>
                  <a:pt x="635" y="360"/>
                  <a:pt x="637" y="339"/>
                  <a:pt x="637" y="318"/>
                </a:cubicBezTo>
                <a:cubicBezTo>
                  <a:pt x="637" y="297"/>
                  <a:pt x="635" y="277"/>
                  <a:pt x="631" y="255"/>
                </a:cubicBezTo>
                <a:cubicBezTo>
                  <a:pt x="627" y="235"/>
                  <a:pt x="621" y="215"/>
                  <a:pt x="613" y="196"/>
                </a:cubicBezTo>
                <a:cubicBezTo>
                  <a:pt x="605" y="176"/>
                  <a:pt x="595" y="158"/>
                  <a:pt x="583" y="141"/>
                </a:cubicBezTo>
                <a:cubicBezTo>
                  <a:pt x="572" y="123"/>
                  <a:pt x="559" y="107"/>
                  <a:pt x="544" y="93"/>
                </a:cubicBezTo>
                <a:cubicBezTo>
                  <a:pt x="529" y="78"/>
                  <a:pt x="513" y="65"/>
                  <a:pt x="496" y="53"/>
                </a:cubicBezTo>
                <a:cubicBezTo>
                  <a:pt x="478" y="42"/>
                  <a:pt x="460" y="32"/>
                  <a:pt x="441" y="24"/>
                </a:cubicBezTo>
                <a:cubicBezTo>
                  <a:pt x="422" y="16"/>
                  <a:pt x="402" y="10"/>
                  <a:pt x="381" y="6"/>
                </a:cubicBezTo>
                <a:cubicBezTo>
                  <a:pt x="360" y="2"/>
                  <a:pt x="339" y="0"/>
                  <a:pt x="318" y="0"/>
                </a:cubicBezTo>
                <a:cubicBezTo>
                  <a:pt x="297" y="0"/>
                  <a:pt x="277" y="2"/>
                  <a:pt x="256" y="6"/>
                </a:cubicBezTo>
                <a:cubicBezTo>
                  <a:pt x="236" y="10"/>
                  <a:pt x="216" y="16"/>
                  <a:pt x="197" y="24"/>
                </a:cubicBezTo>
                <a:cubicBezTo>
                  <a:pt x="178" y="32"/>
                  <a:pt x="159" y="42"/>
                  <a:pt x="142" y="53"/>
                </a:cubicBezTo>
                <a:cubicBezTo>
                  <a:pt x="125" y="65"/>
                  <a:pt x="109" y="78"/>
                  <a:pt x="94" y="93"/>
                </a:cubicBezTo>
                <a:cubicBezTo>
                  <a:pt x="79" y="107"/>
                  <a:pt x="66" y="123"/>
                  <a:pt x="54" y="141"/>
                </a:cubicBezTo>
                <a:cubicBezTo>
                  <a:pt x="42" y="158"/>
                  <a:pt x="32" y="176"/>
                  <a:pt x="24" y="196"/>
                </a:cubicBezTo>
                <a:cubicBezTo>
                  <a:pt x="16" y="215"/>
                  <a:pt x="10" y="235"/>
                  <a:pt x="6" y="255"/>
                </a:cubicBezTo>
                <a:cubicBezTo>
                  <a:pt x="2" y="277"/>
                  <a:pt x="0" y="297"/>
                  <a:pt x="0" y="318"/>
                </a:cubicBezTo>
                <a:cubicBezTo>
                  <a:pt x="0" y="339"/>
                  <a:pt x="2" y="360"/>
                  <a:pt x="6" y="380"/>
                </a:cubicBezTo>
                <a:cubicBezTo>
                  <a:pt x="10" y="401"/>
                  <a:pt x="16" y="420"/>
                  <a:pt x="24" y="440"/>
                </a:cubicBezTo>
                <a:cubicBezTo>
                  <a:pt x="32" y="459"/>
                  <a:pt x="42" y="477"/>
                  <a:pt x="54" y="495"/>
                </a:cubicBezTo>
                <a:cubicBezTo>
                  <a:pt x="66" y="512"/>
                  <a:pt x="79" y="528"/>
                  <a:pt x="94" y="543"/>
                </a:cubicBezTo>
                <a:cubicBezTo>
                  <a:pt x="109" y="557"/>
                  <a:pt x="125" y="571"/>
                  <a:pt x="142" y="583"/>
                </a:cubicBezTo>
                <a:cubicBezTo>
                  <a:pt x="159" y="595"/>
                  <a:pt x="178" y="605"/>
                  <a:pt x="197" y="612"/>
                </a:cubicBezTo>
                <a:cubicBezTo>
                  <a:pt x="216" y="620"/>
                  <a:pt x="236" y="626"/>
                  <a:pt x="256" y="631"/>
                </a:cubicBezTo>
                <a:cubicBezTo>
                  <a:pt x="277" y="635"/>
                  <a:pt x="297" y="637"/>
                  <a:pt x="318" y="637"/>
                </a:cubicBezTo>
                <a:moveTo>
                  <a:pt x="269" y="417"/>
                </a:moveTo>
                <a:lnTo>
                  <a:pt x="298" y="417"/>
                </a:lnTo>
                <a:lnTo>
                  <a:pt x="298" y="338"/>
                </a:lnTo>
                <a:lnTo>
                  <a:pt x="269" y="338"/>
                </a:lnTo>
                <a:cubicBezTo>
                  <a:pt x="252" y="338"/>
                  <a:pt x="239" y="325"/>
                  <a:pt x="239" y="308"/>
                </a:cubicBezTo>
                <a:cubicBezTo>
                  <a:pt x="239" y="292"/>
                  <a:pt x="252" y="278"/>
                  <a:pt x="269" y="278"/>
                </a:cubicBezTo>
                <a:lnTo>
                  <a:pt x="328" y="278"/>
                </a:lnTo>
                <a:cubicBezTo>
                  <a:pt x="345" y="278"/>
                  <a:pt x="358" y="292"/>
                  <a:pt x="358" y="308"/>
                </a:cubicBezTo>
                <a:lnTo>
                  <a:pt x="358" y="417"/>
                </a:lnTo>
                <a:lnTo>
                  <a:pt x="368" y="417"/>
                </a:lnTo>
                <a:cubicBezTo>
                  <a:pt x="385" y="417"/>
                  <a:pt x="399" y="431"/>
                  <a:pt x="399" y="447"/>
                </a:cubicBezTo>
                <a:cubicBezTo>
                  <a:pt x="399" y="464"/>
                  <a:pt x="385" y="477"/>
                  <a:pt x="368" y="477"/>
                </a:cubicBezTo>
                <a:lnTo>
                  <a:pt x="269" y="477"/>
                </a:lnTo>
                <a:cubicBezTo>
                  <a:pt x="252" y="477"/>
                  <a:pt x="239" y="464"/>
                  <a:pt x="239" y="447"/>
                </a:cubicBezTo>
                <a:cubicBezTo>
                  <a:pt x="239" y="431"/>
                  <a:pt x="252" y="417"/>
                  <a:pt x="269" y="417"/>
                </a:cubicBezTo>
                <a:moveTo>
                  <a:pt x="318" y="158"/>
                </a:moveTo>
                <a:cubicBezTo>
                  <a:pt x="324" y="158"/>
                  <a:pt x="329" y="159"/>
                  <a:pt x="334" y="161"/>
                </a:cubicBezTo>
                <a:cubicBezTo>
                  <a:pt x="338" y="163"/>
                  <a:pt x="343" y="166"/>
                  <a:pt x="346" y="170"/>
                </a:cubicBezTo>
                <a:cubicBezTo>
                  <a:pt x="350" y="174"/>
                  <a:pt x="353" y="178"/>
                  <a:pt x="355" y="183"/>
                </a:cubicBezTo>
                <a:cubicBezTo>
                  <a:pt x="357" y="188"/>
                  <a:pt x="358" y="193"/>
                  <a:pt x="358" y="198"/>
                </a:cubicBezTo>
                <a:cubicBezTo>
                  <a:pt x="358" y="203"/>
                  <a:pt x="357" y="208"/>
                  <a:pt x="355" y="213"/>
                </a:cubicBezTo>
                <a:cubicBezTo>
                  <a:pt x="353" y="218"/>
                  <a:pt x="350" y="222"/>
                  <a:pt x="346" y="226"/>
                </a:cubicBezTo>
                <a:cubicBezTo>
                  <a:pt x="343" y="230"/>
                  <a:pt x="338" y="233"/>
                  <a:pt x="334" y="235"/>
                </a:cubicBezTo>
                <a:cubicBezTo>
                  <a:pt x="329" y="237"/>
                  <a:pt x="324" y="238"/>
                  <a:pt x="318" y="238"/>
                </a:cubicBezTo>
                <a:cubicBezTo>
                  <a:pt x="313" y="238"/>
                  <a:pt x="308" y="237"/>
                  <a:pt x="303" y="235"/>
                </a:cubicBezTo>
                <a:cubicBezTo>
                  <a:pt x="298" y="233"/>
                  <a:pt x="294" y="230"/>
                  <a:pt x="290" y="226"/>
                </a:cubicBezTo>
                <a:cubicBezTo>
                  <a:pt x="287" y="222"/>
                  <a:pt x="284" y="218"/>
                  <a:pt x="282" y="213"/>
                </a:cubicBezTo>
                <a:cubicBezTo>
                  <a:pt x="280" y="208"/>
                  <a:pt x="279" y="203"/>
                  <a:pt x="279" y="198"/>
                </a:cubicBezTo>
                <a:cubicBezTo>
                  <a:pt x="279" y="193"/>
                  <a:pt x="280" y="188"/>
                  <a:pt x="282" y="183"/>
                </a:cubicBezTo>
                <a:cubicBezTo>
                  <a:pt x="284" y="178"/>
                  <a:pt x="287" y="174"/>
                  <a:pt x="290" y="170"/>
                </a:cubicBezTo>
                <a:cubicBezTo>
                  <a:pt x="294" y="166"/>
                  <a:pt x="298" y="163"/>
                  <a:pt x="303" y="161"/>
                </a:cubicBezTo>
                <a:cubicBezTo>
                  <a:pt x="308" y="159"/>
                  <a:pt x="313" y="158"/>
                  <a:pt x="318" y="158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380880" y="410040"/>
            <a:ext cx="160092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一、项目概述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952560" y="1321560"/>
            <a:ext cx="1143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项目基本信息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09480" y="1786680"/>
            <a:ext cx="69408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项目名称</a:t>
            </a:r>
            <a:r>
              <a:rPr lang="en-US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523880" y="1786680"/>
            <a:ext cx="167724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城小二校园即时配送系统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609480" y="2167920"/>
            <a:ext cx="69408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系统目标</a:t>
            </a:r>
            <a:r>
              <a:rPr lang="en-US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1523880" y="2167920"/>
            <a:ext cx="213444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面向浙大城市学院师生的校园即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1523880" y="2396520"/>
            <a:ext cx="122004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时配送微信小程序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09480" y="2777400"/>
            <a:ext cx="69408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目标用户</a:t>
            </a:r>
            <a:r>
              <a:rPr lang="en-US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523880" y="2777400"/>
            <a:ext cx="152460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浙大城市学院全体师生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609480" y="3158280"/>
            <a:ext cx="69408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项目周期</a:t>
            </a:r>
            <a:r>
              <a:rPr lang="en-US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" name="任意多边形 78"/>
          <p:cNvSpPr/>
          <p:nvPr/>
        </p:nvSpPr>
        <p:spPr>
          <a:xfrm>
            <a:off x="4295520" y="1085760"/>
            <a:ext cx="3600720" cy="5391360"/>
          </a:xfrm>
          <a:custGeom>
            <a:avLst/>
            <a:gdLst/>
            <a:ahLst/>
            <a:cxnLst/>
            <a:rect l="0" t="0" r="r" b="b"/>
            <a:pathLst>
              <a:path w="10002" h="14976">
                <a:moveTo>
                  <a:pt x="0" y="14659"/>
                </a:moveTo>
                <a:lnTo>
                  <a:pt x="0" y="317"/>
                </a:lnTo>
                <a:cubicBezTo>
                  <a:pt x="0" y="296"/>
                  <a:pt x="2" y="276"/>
                  <a:pt x="6" y="255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6"/>
                  <a:pt x="42" y="158"/>
                  <a:pt x="54" y="141"/>
                </a:cubicBezTo>
                <a:cubicBezTo>
                  <a:pt x="65" y="124"/>
                  <a:pt x="78" y="107"/>
                  <a:pt x="93" y="93"/>
                </a:cubicBezTo>
                <a:cubicBezTo>
                  <a:pt x="108" y="78"/>
                  <a:pt x="124" y="65"/>
                  <a:pt x="141" y="53"/>
                </a:cubicBezTo>
                <a:cubicBezTo>
                  <a:pt x="159" y="42"/>
                  <a:pt x="177" y="32"/>
                  <a:pt x="196" y="24"/>
                </a:cubicBezTo>
                <a:cubicBezTo>
                  <a:pt x="215" y="16"/>
                  <a:pt x="235" y="10"/>
                  <a:pt x="256" y="6"/>
                </a:cubicBezTo>
                <a:cubicBezTo>
                  <a:pt x="276" y="2"/>
                  <a:pt x="297" y="0"/>
                  <a:pt x="318" y="0"/>
                </a:cubicBezTo>
                <a:lnTo>
                  <a:pt x="9685" y="0"/>
                </a:lnTo>
                <a:cubicBezTo>
                  <a:pt x="9706" y="0"/>
                  <a:pt x="9726" y="2"/>
                  <a:pt x="9747" y="6"/>
                </a:cubicBezTo>
                <a:cubicBezTo>
                  <a:pt x="9767" y="10"/>
                  <a:pt x="9787" y="16"/>
                  <a:pt x="9806" y="24"/>
                </a:cubicBezTo>
                <a:cubicBezTo>
                  <a:pt x="9826" y="32"/>
                  <a:pt x="9844" y="42"/>
                  <a:pt x="9861" y="53"/>
                </a:cubicBezTo>
                <a:cubicBezTo>
                  <a:pt x="9879" y="65"/>
                  <a:pt x="9895" y="78"/>
                  <a:pt x="9909" y="93"/>
                </a:cubicBezTo>
                <a:cubicBezTo>
                  <a:pt x="9924" y="107"/>
                  <a:pt x="9937" y="124"/>
                  <a:pt x="9949" y="141"/>
                </a:cubicBezTo>
                <a:cubicBezTo>
                  <a:pt x="9961" y="158"/>
                  <a:pt x="9970" y="176"/>
                  <a:pt x="9978" y="196"/>
                </a:cubicBezTo>
                <a:cubicBezTo>
                  <a:pt x="9986" y="215"/>
                  <a:pt x="9992" y="235"/>
                  <a:pt x="9996" y="255"/>
                </a:cubicBezTo>
                <a:cubicBezTo>
                  <a:pt x="10000" y="276"/>
                  <a:pt x="10002" y="296"/>
                  <a:pt x="10002" y="317"/>
                </a:cubicBezTo>
                <a:lnTo>
                  <a:pt x="10002" y="14659"/>
                </a:lnTo>
                <a:cubicBezTo>
                  <a:pt x="10002" y="14680"/>
                  <a:pt x="10000" y="14700"/>
                  <a:pt x="9996" y="14721"/>
                </a:cubicBezTo>
                <a:cubicBezTo>
                  <a:pt x="9992" y="14741"/>
                  <a:pt x="9986" y="14761"/>
                  <a:pt x="9978" y="14780"/>
                </a:cubicBezTo>
                <a:cubicBezTo>
                  <a:pt x="9970" y="14799"/>
                  <a:pt x="9961" y="14818"/>
                  <a:pt x="9949" y="14835"/>
                </a:cubicBezTo>
                <a:cubicBezTo>
                  <a:pt x="9937" y="14852"/>
                  <a:pt x="9924" y="14868"/>
                  <a:pt x="9909" y="14883"/>
                </a:cubicBezTo>
                <a:cubicBezTo>
                  <a:pt x="9895" y="14898"/>
                  <a:pt x="9879" y="14911"/>
                  <a:pt x="9861" y="14923"/>
                </a:cubicBezTo>
                <a:cubicBezTo>
                  <a:pt x="9844" y="14934"/>
                  <a:pt x="9826" y="14944"/>
                  <a:pt x="9806" y="14952"/>
                </a:cubicBezTo>
                <a:cubicBezTo>
                  <a:pt x="9787" y="14960"/>
                  <a:pt x="9767" y="14966"/>
                  <a:pt x="9747" y="14970"/>
                </a:cubicBezTo>
                <a:cubicBezTo>
                  <a:pt x="9726" y="14974"/>
                  <a:pt x="9706" y="14976"/>
                  <a:pt x="9685" y="14976"/>
                </a:cubicBezTo>
                <a:lnTo>
                  <a:pt x="318" y="14976"/>
                </a:lnTo>
                <a:cubicBezTo>
                  <a:pt x="297" y="14976"/>
                  <a:pt x="276" y="14974"/>
                  <a:pt x="256" y="14970"/>
                </a:cubicBezTo>
                <a:cubicBezTo>
                  <a:pt x="235" y="14966"/>
                  <a:pt x="215" y="14960"/>
                  <a:pt x="196" y="14952"/>
                </a:cubicBezTo>
                <a:cubicBezTo>
                  <a:pt x="177" y="14944"/>
                  <a:pt x="159" y="14934"/>
                  <a:pt x="141" y="14923"/>
                </a:cubicBezTo>
                <a:cubicBezTo>
                  <a:pt x="124" y="14911"/>
                  <a:pt x="108" y="14898"/>
                  <a:pt x="93" y="14883"/>
                </a:cubicBezTo>
                <a:cubicBezTo>
                  <a:pt x="78" y="14868"/>
                  <a:pt x="65" y="14852"/>
                  <a:pt x="54" y="14835"/>
                </a:cubicBezTo>
                <a:cubicBezTo>
                  <a:pt x="42" y="14818"/>
                  <a:pt x="32" y="14799"/>
                  <a:pt x="24" y="14780"/>
                </a:cubicBezTo>
                <a:cubicBezTo>
                  <a:pt x="16" y="14761"/>
                  <a:pt x="10" y="14741"/>
                  <a:pt x="6" y="14721"/>
                </a:cubicBezTo>
                <a:cubicBezTo>
                  <a:pt x="2" y="14700"/>
                  <a:pt x="0" y="14680"/>
                  <a:pt x="0" y="1465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" name="任意多边形 79"/>
          <p:cNvSpPr/>
          <p:nvPr/>
        </p:nvSpPr>
        <p:spPr>
          <a:xfrm>
            <a:off x="4525920" y="1337040"/>
            <a:ext cx="280800" cy="223560"/>
          </a:xfrm>
          <a:custGeom>
            <a:avLst/>
            <a:gdLst/>
            <a:ahLst/>
            <a:cxnLst/>
            <a:rect l="0" t="0" r="r" b="b"/>
            <a:pathLst>
              <a:path w="780" h="621">
                <a:moveTo>
                  <a:pt x="379" y="157"/>
                </a:moveTo>
                <a:cubicBezTo>
                  <a:pt x="388" y="150"/>
                  <a:pt x="391" y="137"/>
                  <a:pt x="387" y="126"/>
                </a:cubicBezTo>
                <a:cubicBezTo>
                  <a:pt x="384" y="120"/>
                  <a:pt x="381" y="113"/>
                  <a:pt x="377" y="107"/>
                </a:cubicBezTo>
                <a:lnTo>
                  <a:pt x="373" y="101"/>
                </a:lnTo>
                <a:cubicBezTo>
                  <a:pt x="370" y="94"/>
                  <a:pt x="365" y="88"/>
                  <a:pt x="361" y="82"/>
                </a:cubicBezTo>
                <a:cubicBezTo>
                  <a:pt x="354" y="73"/>
                  <a:pt x="342" y="70"/>
                  <a:pt x="330" y="74"/>
                </a:cubicBezTo>
                <a:lnTo>
                  <a:pt x="295" y="85"/>
                </a:lnTo>
                <a:cubicBezTo>
                  <a:pt x="281" y="74"/>
                  <a:pt x="266" y="65"/>
                  <a:pt x="250" y="59"/>
                </a:cubicBezTo>
                <a:lnTo>
                  <a:pt x="242" y="23"/>
                </a:lnTo>
                <a:cubicBezTo>
                  <a:pt x="240" y="12"/>
                  <a:pt x="231" y="3"/>
                  <a:pt x="219" y="1"/>
                </a:cubicBezTo>
                <a:cubicBezTo>
                  <a:pt x="211" y="0"/>
                  <a:pt x="203" y="0"/>
                  <a:pt x="194" y="0"/>
                </a:cubicBezTo>
                <a:lnTo>
                  <a:pt x="193" y="0"/>
                </a:lnTo>
                <a:cubicBezTo>
                  <a:pt x="185" y="0"/>
                  <a:pt x="177" y="0"/>
                  <a:pt x="168" y="1"/>
                </a:cubicBezTo>
                <a:cubicBezTo>
                  <a:pt x="157" y="2"/>
                  <a:pt x="148" y="12"/>
                  <a:pt x="145" y="23"/>
                </a:cubicBezTo>
                <a:lnTo>
                  <a:pt x="138" y="59"/>
                </a:lnTo>
                <a:cubicBezTo>
                  <a:pt x="121" y="65"/>
                  <a:pt x="106" y="74"/>
                  <a:pt x="93" y="85"/>
                </a:cubicBezTo>
                <a:lnTo>
                  <a:pt x="58" y="74"/>
                </a:lnTo>
                <a:cubicBezTo>
                  <a:pt x="47" y="70"/>
                  <a:pt x="34" y="73"/>
                  <a:pt x="27" y="83"/>
                </a:cubicBezTo>
                <a:cubicBezTo>
                  <a:pt x="23" y="88"/>
                  <a:pt x="19" y="94"/>
                  <a:pt x="15" y="101"/>
                </a:cubicBezTo>
                <a:lnTo>
                  <a:pt x="11" y="107"/>
                </a:lnTo>
                <a:cubicBezTo>
                  <a:pt x="8" y="113"/>
                  <a:pt x="5" y="120"/>
                  <a:pt x="2" y="127"/>
                </a:cubicBezTo>
                <a:cubicBezTo>
                  <a:pt x="-3" y="137"/>
                  <a:pt x="1" y="150"/>
                  <a:pt x="9" y="158"/>
                </a:cubicBezTo>
                <a:lnTo>
                  <a:pt x="37" y="182"/>
                </a:lnTo>
                <a:cubicBezTo>
                  <a:pt x="36" y="190"/>
                  <a:pt x="35" y="199"/>
                  <a:pt x="35" y="208"/>
                </a:cubicBezTo>
                <a:cubicBezTo>
                  <a:pt x="35" y="217"/>
                  <a:pt x="36" y="225"/>
                  <a:pt x="37" y="234"/>
                </a:cubicBezTo>
                <a:lnTo>
                  <a:pt x="9" y="258"/>
                </a:lnTo>
                <a:cubicBezTo>
                  <a:pt x="1" y="266"/>
                  <a:pt x="-3" y="279"/>
                  <a:pt x="2" y="289"/>
                </a:cubicBezTo>
                <a:cubicBezTo>
                  <a:pt x="5" y="296"/>
                  <a:pt x="8" y="302"/>
                  <a:pt x="11" y="309"/>
                </a:cubicBezTo>
                <a:lnTo>
                  <a:pt x="15" y="315"/>
                </a:lnTo>
                <a:cubicBezTo>
                  <a:pt x="19" y="323"/>
                  <a:pt x="23" y="329"/>
                  <a:pt x="27" y="334"/>
                </a:cubicBezTo>
                <a:cubicBezTo>
                  <a:pt x="34" y="344"/>
                  <a:pt x="47" y="347"/>
                  <a:pt x="58" y="343"/>
                </a:cubicBezTo>
                <a:lnTo>
                  <a:pt x="93" y="332"/>
                </a:lnTo>
                <a:cubicBezTo>
                  <a:pt x="106" y="343"/>
                  <a:pt x="121" y="351"/>
                  <a:pt x="138" y="358"/>
                </a:cubicBezTo>
                <a:lnTo>
                  <a:pt x="145" y="394"/>
                </a:lnTo>
                <a:cubicBezTo>
                  <a:pt x="148" y="405"/>
                  <a:pt x="157" y="414"/>
                  <a:pt x="168" y="416"/>
                </a:cubicBezTo>
                <a:cubicBezTo>
                  <a:pt x="177" y="417"/>
                  <a:pt x="185" y="417"/>
                  <a:pt x="194" y="417"/>
                </a:cubicBezTo>
                <a:cubicBezTo>
                  <a:pt x="202" y="417"/>
                  <a:pt x="211" y="417"/>
                  <a:pt x="219" y="416"/>
                </a:cubicBezTo>
                <a:cubicBezTo>
                  <a:pt x="230" y="414"/>
                  <a:pt x="239" y="405"/>
                  <a:pt x="242" y="394"/>
                </a:cubicBezTo>
                <a:lnTo>
                  <a:pt x="249" y="358"/>
                </a:lnTo>
                <a:cubicBezTo>
                  <a:pt x="266" y="351"/>
                  <a:pt x="281" y="343"/>
                  <a:pt x="295" y="332"/>
                </a:cubicBezTo>
                <a:lnTo>
                  <a:pt x="330" y="343"/>
                </a:lnTo>
                <a:cubicBezTo>
                  <a:pt x="341" y="347"/>
                  <a:pt x="354" y="344"/>
                  <a:pt x="361" y="334"/>
                </a:cubicBezTo>
                <a:cubicBezTo>
                  <a:pt x="365" y="329"/>
                  <a:pt x="369" y="323"/>
                  <a:pt x="373" y="315"/>
                </a:cubicBezTo>
                <a:lnTo>
                  <a:pt x="377" y="309"/>
                </a:lnTo>
                <a:cubicBezTo>
                  <a:pt x="380" y="302"/>
                  <a:pt x="383" y="296"/>
                  <a:pt x="386" y="289"/>
                </a:cubicBezTo>
                <a:cubicBezTo>
                  <a:pt x="391" y="279"/>
                  <a:pt x="387" y="266"/>
                  <a:pt x="379" y="258"/>
                </a:cubicBezTo>
                <a:lnTo>
                  <a:pt x="351" y="234"/>
                </a:lnTo>
                <a:cubicBezTo>
                  <a:pt x="352" y="225"/>
                  <a:pt x="353" y="217"/>
                  <a:pt x="353" y="208"/>
                </a:cubicBezTo>
                <a:cubicBezTo>
                  <a:pt x="353" y="199"/>
                  <a:pt x="352" y="190"/>
                  <a:pt x="351" y="182"/>
                </a:cubicBezTo>
                <a:lnTo>
                  <a:pt x="379" y="157"/>
                </a:lnTo>
                <a:moveTo>
                  <a:pt x="134" y="208"/>
                </a:moveTo>
                <a:cubicBezTo>
                  <a:pt x="134" y="200"/>
                  <a:pt x="136" y="192"/>
                  <a:pt x="139" y="185"/>
                </a:cubicBezTo>
                <a:cubicBezTo>
                  <a:pt x="142" y="178"/>
                  <a:pt x="146" y="171"/>
                  <a:pt x="152" y="166"/>
                </a:cubicBezTo>
                <a:cubicBezTo>
                  <a:pt x="157" y="160"/>
                  <a:pt x="164" y="156"/>
                  <a:pt x="171" y="153"/>
                </a:cubicBezTo>
                <a:cubicBezTo>
                  <a:pt x="178" y="150"/>
                  <a:pt x="186" y="148"/>
                  <a:pt x="194" y="148"/>
                </a:cubicBezTo>
                <a:cubicBezTo>
                  <a:pt x="202" y="148"/>
                  <a:pt x="209" y="150"/>
                  <a:pt x="216" y="153"/>
                </a:cubicBezTo>
                <a:cubicBezTo>
                  <a:pt x="224" y="156"/>
                  <a:pt x="230" y="160"/>
                  <a:pt x="236" y="166"/>
                </a:cubicBezTo>
                <a:cubicBezTo>
                  <a:pt x="241" y="171"/>
                  <a:pt x="246" y="178"/>
                  <a:pt x="249" y="185"/>
                </a:cubicBezTo>
                <a:cubicBezTo>
                  <a:pt x="252" y="192"/>
                  <a:pt x="253" y="200"/>
                  <a:pt x="253" y="208"/>
                </a:cubicBezTo>
                <a:cubicBezTo>
                  <a:pt x="253" y="216"/>
                  <a:pt x="252" y="223"/>
                  <a:pt x="249" y="231"/>
                </a:cubicBezTo>
                <a:cubicBezTo>
                  <a:pt x="246" y="238"/>
                  <a:pt x="241" y="244"/>
                  <a:pt x="236" y="250"/>
                </a:cubicBezTo>
                <a:cubicBezTo>
                  <a:pt x="230" y="256"/>
                  <a:pt x="224" y="260"/>
                  <a:pt x="216" y="263"/>
                </a:cubicBezTo>
                <a:cubicBezTo>
                  <a:pt x="209" y="266"/>
                  <a:pt x="202" y="267"/>
                  <a:pt x="194" y="267"/>
                </a:cubicBezTo>
                <a:cubicBezTo>
                  <a:pt x="186" y="267"/>
                  <a:pt x="178" y="266"/>
                  <a:pt x="171" y="263"/>
                </a:cubicBezTo>
                <a:cubicBezTo>
                  <a:pt x="164" y="260"/>
                  <a:pt x="157" y="256"/>
                  <a:pt x="152" y="250"/>
                </a:cubicBezTo>
                <a:cubicBezTo>
                  <a:pt x="146" y="244"/>
                  <a:pt x="142" y="238"/>
                  <a:pt x="139" y="231"/>
                </a:cubicBezTo>
                <a:cubicBezTo>
                  <a:pt x="136" y="223"/>
                  <a:pt x="134" y="216"/>
                  <a:pt x="134" y="208"/>
                </a:cubicBezTo>
                <a:moveTo>
                  <a:pt x="622" y="611"/>
                </a:moveTo>
                <a:cubicBezTo>
                  <a:pt x="630" y="620"/>
                  <a:pt x="642" y="624"/>
                  <a:pt x="653" y="619"/>
                </a:cubicBezTo>
                <a:cubicBezTo>
                  <a:pt x="660" y="616"/>
                  <a:pt x="666" y="613"/>
                  <a:pt x="672" y="610"/>
                </a:cubicBezTo>
                <a:lnTo>
                  <a:pt x="679" y="606"/>
                </a:lnTo>
                <a:cubicBezTo>
                  <a:pt x="685" y="602"/>
                  <a:pt x="691" y="598"/>
                  <a:pt x="697" y="594"/>
                </a:cubicBezTo>
                <a:cubicBezTo>
                  <a:pt x="707" y="587"/>
                  <a:pt x="710" y="574"/>
                  <a:pt x="706" y="563"/>
                </a:cubicBezTo>
                <a:lnTo>
                  <a:pt x="694" y="528"/>
                </a:lnTo>
                <a:cubicBezTo>
                  <a:pt x="705" y="515"/>
                  <a:pt x="714" y="500"/>
                  <a:pt x="720" y="483"/>
                </a:cubicBezTo>
                <a:lnTo>
                  <a:pt x="756" y="476"/>
                </a:lnTo>
                <a:cubicBezTo>
                  <a:pt x="768" y="473"/>
                  <a:pt x="777" y="464"/>
                  <a:pt x="779" y="453"/>
                </a:cubicBezTo>
                <a:cubicBezTo>
                  <a:pt x="780" y="444"/>
                  <a:pt x="780" y="436"/>
                  <a:pt x="780" y="427"/>
                </a:cubicBezTo>
                <a:cubicBezTo>
                  <a:pt x="780" y="419"/>
                  <a:pt x="780" y="410"/>
                  <a:pt x="779" y="402"/>
                </a:cubicBezTo>
                <a:cubicBezTo>
                  <a:pt x="777" y="390"/>
                  <a:pt x="768" y="381"/>
                  <a:pt x="756" y="379"/>
                </a:cubicBezTo>
                <a:lnTo>
                  <a:pt x="720" y="371"/>
                </a:lnTo>
                <a:cubicBezTo>
                  <a:pt x="714" y="355"/>
                  <a:pt x="705" y="340"/>
                  <a:pt x="694" y="327"/>
                </a:cubicBezTo>
                <a:lnTo>
                  <a:pt x="706" y="291"/>
                </a:lnTo>
                <a:cubicBezTo>
                  <a:pt x="710" y="279"/>
                  <a:pt x="707" y="267"/>
                  <a:pt x="697" y="260"/>
                </a:cubicBezTo>
                <a:cubicBezTo>
                  <a:pt x="691" y="256"/>
                  <a:pt x="685" y="251"/>
                  <a:pt x="679" y="248"/>
                </a:cubicBezTo>
                <a:lnTo>
                  <a:pt x="673" y="244"/>
                </a:lnTo>
                <a:cubicBezTo>
                  <a:pt x="666" y="240"/>
                  <a:pt x="660" y="237"/>
                  <a:pt x="653" y="234"/>
                </a:cubicBezTo>
                <a:cubicBezTo>
                  <a:pt x="642" y="230"/>
                  <a:pt x="630" y="233"/>
                  <a:pt x="622" y="242"/>
                </a:cubicBezTo>
                <a:lnTo>
                  <a:pt x="598" y="270"/>
                </a:lnTo>
                <a:cubicBezTo>
                  <a:pt x="589" y="268"/>
                  <a:pt x="580" y="268"/>
                  <a:pt x="572" y="268"/>
                </a:cubicBezTo>
                <a:cubicBezTo>
                  <a:pt x="563" y="268"/>
                  <a:pt x="554" y="268"/>
                  <a:pt x="546" y="270"/>
                </a:cubicBezTo>
                <a:lnTo>
                  <a:pt x="521" y="242"/>
                </a:lnTo>
                <a:cubicBezTo>
                  <a:pt x="513" y="233"/>
                  <a:pt x="501" y="230"/>
                  <a:pt x="490" y="234"/>
                </a:cubicBezTo>
                <a:cubicBezTo>
                  <a:pt x="484" y="237"/>
                  <a:pt x="477" y="240"/>
                  <a:pt x="471" y="244"/>
                </a:cubicBezTo>
                <a:lnTo>
                  <a:pt x="464" y="248"/>
                </a:lnTo>
                <a:cubicBezTo>
                  <a:pt x="458" y="251"/>
                  <a:pt x="452" y="255"/>
                  <a:pt x="446" y="260"/>
                </a:cubicBezTo>
                <a:cubicBezTo>
                  <a:pt x="437" y="267"/>
                  <a:pt x="434" y="279"/>
                  <a:pt x="437" y="291"/>
                </a:cubicBezTo>
                <a:lnTo>
                  <a:pt x="449" y="327"/>
                </a:lnTo>
                <a:cubicBezTo>
                  <a:pt x="438" y="340"/>
                  <a:pt x="429" y="355"/>
                  <a:pt x="423" y="371"/>
                </a:cubicBezTo>
                <a:lnTo>
                  <a:pt x="387" y="379"/>
                </a:lnTo>
                <a:cubicBezTo>
                  <a:pt x="375" y="381"/>
                  <a:pt x="366" y="390"/>
                  <a:pt x="365" y="402"/>
                </a:cubicBezTo>
                <a:cubicBezTo>
                  <a:pt x="364" y="410"/>
                  <a:pt x="363" y="419"/>
                  <a:pt x="363" y="427"/>
                </a:cubicBezTo>
                <a:cubicBezTo>
                  <a:pt x="363" y="436"/>
                  <a:pt x="364" y="444"/>
                  <a:pt x="365" y="452"/>
                </a:cubicBezTo>
                <a:cubicBezTo>
                  <a:pt x="366" y="464"/>
                  <a:pt x="376" y="473"/>
                  <a:pt x="387" y="475"/>
                </a:cubicBezTo>
                <a:lnTo>
                  <a:pt x="423" y="483"/>
                </a:lnTo>
                <a:cubicBezTo>
                  <a:pt x="429" y="499"/>
                  <a:pt x="438" y="515"/>
                  <a:pt x="449" y="528"/>
                </a:cubicBezTo>
                <a:lnTo>
                  <a:pt x="437" y="563"/>
                </a:lnTo>
                <a:cubicBezTo>
                  <a:pt x="434" y="574"/>
                  <a:pt x="437" y="586"/>
                  <a:pt x="446" y="593"/>
                </a:cubicBezTo>
                <a:cubicBezTo>
                  <a:pt x="452" y="598"/>
                  <a:pt x="458" y="602"/>
                  <a:pt x="464" y="606"/>
                </a:cubicBezTo>
                <a:lnTo>
                  <a:pt x="471" y="609"/>
                </a:lnTo>
                <a:cubicBezTo>
                  <a:pt x="477" y="613"/>
                  <a:pt x="484" y="616"/>
                  <a:pt x="490" y="619"/>
                </a:cubicBezTo>
                <a:cubicBezTo>
                  <a:pt x="501" y="623"/>
                  <a:pt x="513" y="620"/>
                  <a:pt x="521" y="611"/>
                </a:cubicBezTo>
                <a:lnTo>
                  <a:pt x="546" y="584"/>
                </a:lnTo>
                <a:cubicBezTo>
                  <a:pt x="554" y="585"/>
                  <a:pt x="563" y="586"/>
                  <a:pt x="572" y="586"/>
                </a:cubicBezTo>
                <a:cubicBezTo>
                  <a:pt x="581" y="586"/>
                  <a:pt x="589" y="585"/>
                  <a:pt x="598" y="584"/>
                </a:cubicBezTo>
                <a:lnTo>
                  <a:pt x="622" y="611"/>
                </a:lnTo>
                <a:moveTo>
                  <a:pt x="572" y="368"/>
                </a:moveTo>
                <a:cubicBezTo>
                  <a:pt x="580" y="368"/>
                  <a:pt x="587" y="369"/>
                  <a:pt x="594" y="372"/>
                </a:cubicBezTo>
                <a:cubicBezTo>
                  <a:pt x="602" y="375"/>
                  <a:pt x="608" y="380"/>
                  <a:pt x="614" y="385"/>
                </a:cubicBezTo>
                <a:cubicBezTo>
                  <a:pt x="619" y="391"/>
                  <a:pt x="624" y="397"/>
                  <a:pt x="627" y="404"/>
                </a:cubicBezTo>
                <a:cubicBezTo>
                  <a:pt x="630" y="412"/>
                  <a:pt x="631" y="419"/>
                  <a:pt x="631" y="427"/>
                </a:cubicBezTo>
                <a:cubicBezTo>
                  <a:pt x="631" y="435"/>
                  <a:pt x="630" y="443"/>
                  <a:pt x="627" y="450"/>
                </a:cubicBezTo>
                <a:cubicBezTo>
                  <a:pt x="624" y="457"/>
                  <a:pt x="619" y="464"/>
                  <a:pt x="614" y="469"/>
                </a:cubicBezTo>
                <a:cubicBezTo>
                  <a:pt x="608" y="475"/>
                  <a:pt x="602" y="479"/>
                  <a:pt x="594" y="482"/>
                </a:cubicBezTo>
                <a:cubicBezTo>
                  <a:pt x="587" y="485"/>
                  <a:pt x="580" y="487"/>
                  <a:pt x="572" y="487"/>
                </a:cubicBezTo>
                <a:cubicBezTo>
                  <a:pt x="564" y="487"/>
                  <a:pt x="556" y="485"/>
                  <a:pt x="549" y="482"/>
                </a:cubicBezTo>
                <a:cubicBezTo>
                  <a:pt x="542" y="479"/>
                  <a:pt x="535" y="475"/>
                  <a:pt x="530" y="469"/>
                </a:cubicBezTo>
                <a:cubicBezTo>
                  <a:pt x="524" y="464"/>
                  <a:pt x="520" y="457"/>
                  <a:pt x="517" y="450"/>
                </a:cubicBezTo>
                <a:cubicBezTo>
                  <a:pt x="514" y="443"/>
                  <a:pt x="512" y="435"/>
                  <a:pt x="512" y="427"/>
                </a:cubicBezTo>
                <a:cubicBezTo>
                  <a:pt x="512" y="419"/>
                  <a:pt x="514" y="412"/>
                  <a:pt x="517" y="404"/>
                </a:cubicBezTo>
                <a:cubicBezTo>
                  <a:pt x="520" y="397"/>
                  <a:pt x="524" y="391"/>
                  <a:pt x="530" y="385"/>
                </a:cubicBezTo>
                <a:cubicBezTo>
                  <a:pt x="535" y="380"/>
                  <a:pt x="542" y="375"/>
                  <a:pt x="549" y="372"/>
                </a:cubicBezTo>
                <a:cubicBezTo>
                  <a:pt x="556" y="369"/>
                  <a:pt x="564" y="368"/>
                  <a:pt x="572" y="368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1523880" y="3158280"/>
            <a:ext cx="17827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2025.09.29 - 2026.01.16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4921200" y="1321560"/>
            <a:ext cx="762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技术架构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4521240" y="1786680"/>
            <a:ext cx="76284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前端技术栈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4521240" y="2081520"/>
            <a:ext cx="26924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Vue 3 + Taro 3 + Pinia + 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微信小程序原生组件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4521240" y="2434680"/>
            <a:ext cx="76284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后端技术栈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4521240" y="2729160"/>
            <a:ext cx="25754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Node.js + Express + MySQL 8.0 + Redis 6.2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4521240" y="3082320"/>
            <a:ext cx="76284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认证与安全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9" name="任意多边形 88"/>
          <p:cNvSpPr/>
          <p:nvPr/>
        </p:nvSpPr>
        <p:spPr>
          <a:xfrm>
            <a:off x="8429400" y="1347480"/>
            <a:ext cx="229320" cy="200520"/>
          </a:xfrm>
          <a:custGeom>
            <a:avLst/>
            <a:gdLst/>
            <a:ahLst/>
            <a:cxnLst/>
            <a:rect l="0" t="0" r="r" b="b"/>
            <a:pathLst>
              <a:path w="637" h="557">
                <a:moveTo>
                  <a:pt x="558" y="80"/>
                </a:moveTo>
                <a:lnTo>
                  <a:pt x="558" y="238"/>
                </a:lnTo>
                <a:lnTo>
                  <a:pt x="358" y="238"/>
                </a:lnTo>
                <a:lnTo>
                  <a:pt x="358" y="80"/>
                </a:lnTo>
                <a:lnTo>
                  <a:pt x="558" y="80"/>
                </a:lnTo>
                <a:moveTo>
                  <a:pt x="558" y="318"/>
                </a:moveTo>
                <a:lnTo>
                  <a:pt x="558" y="478"/>
                </a:lnTo>
                <a:lnTo>
                  <a:pt x="358" y="478"/>
                </a:lnTo>
                <a:lnTo>
                  <a:pt x="358" y="318"/>
                </a:lnTo>
                <a:lnTo>
                  <a:pt x="558" y="318"/>
                </a:lnTo>
                <a:moveTo>
                  <a:pt x="279" y="238"/>
                </a:moveTo>
                <a:lnTo>
                  <a:pt x="79" y="238"/>
                </a:lnTo>
                <a:lnTo>
                  <a:pt x="79" y="80"/>
                </a:lnTo>
                <a:lnTo>
                  <a:pt x="279" y="80"/>
                </a:lnTo>
                <a:lnTo>
                  <a:pt x="279" y="238"/>
                </a:lnTo>
                <a:moveTo>
                  <a:pt x="79" y="318"/>
                </a:moveTo>
                <a:lnTo>
                  <a:pt x="279" y="318"/>
                </a:lnTo>
                <a:lnTo>
                  <a:pt x="279" y="478"/>
                </a:lnTo>
                <a:lnTo>
                  <a:pt x="79" y="478"/>
                </a:lnTo>
                <a:lnTo>
                  <a:pt x="79" y="318"/>
                </a:lnTo>
                <a:moveTo>
                  <a:pt x="79" y="0"/>
                </a:moveTo>
                <a:cubicBezTo>
                  <a:pt x="36" y="0"/>
                  <a:pt x="0" y="36"/>
                  <a:pt x="0" y="80"/>
                </a:cubicBezTo>
                <a:lnTo>
                  <a:pt x="0" y="478"/>
                </a:lnTo>
                <a:cubicBezTo>
                  <a:pt x="0" y="521"/>
                  <a:pt x="36" y="557"/>
                  <a:pt x="79" y="557"/>
                </a:cubicBezTo>
                <a:lnTo>
                  <a:pt x="558" y="557"/>
                </a:lnTo>
                <a:cubicBezTo>
                  <a:pt x="602" y="557"/>
                  <a:pt x="637" y="521"/>
                  <a:pt x="637" y="478"/>
                </a:cubicBezTo>
                <a:lnTo>
                  <a:pt x="637" y="80"/>
                </a:lnTo>
                <a:cubicBezTo>
                  <a:pt x="637" y="36"/>
                  <a:pt x="602" y="0"/>
                  <a:pt x="558" y="0"/>
                </a:cubicBezTo>
                <a:lnTo>
                  <a:pt x="79" y="0"/>
                </a:ln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4521240" y="3376800"/>
            <a:ext cx="27255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JWT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无状态令牌认证 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+ HTTPS + AES-256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加密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8775720" y="1321560"/>
            <a:ext cx="1334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系统功能与指标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" name="任意多边形 91"/>
          <p:cNvSpPr/>
          <p:nvPr/>
        </p:nvSpPr>
        <p:spPr>
          <a:xfrm>
            <a:off x="8429400" y="215244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3"/>
                </a:moveTo>
                <a:cubicBezTo>
                  <a:pt x="107" y="61"/>
                  <a:pt x="106" y="68"/>
                  <a:pt x="103" y="74"/>
                </a:cubicBezTo>
                <a:cubicBezTo>
                  <a:pt x="100" y="81"/>
                  <a:pt x="96" y="86"/>
                  <a:pt x="91" y="91"/>
                </a:cubicBezTo>
                <a:cubicBezTo>
                  <a:pt x="86" y="96"/>
                  <a:pt x="81" y="100"/>
                  <a:pt x="74" y="103"/>
                </a:cubicBezTo>
                <a:cubicBezTo>
                  <a:pt x="68" y="106"/>
                  <a:pt x="61" y="107"/>
                  <a:pt x="54" y="107"/>
                </a:cubicBezTo>
                <a:cubicBezTo>
                  <a:pt x="46" y="107"/>
                  <a:pt x="39" y="106"/>
                  <a:pt x="33" y="103"/>
                </a:cubicBezTo>
                <a:cubicBezTo>
                  <a:pt x="26" y="100"/>
                  <a:pt x="21" y="96"/>
                  <a:pt x="16" y="91"/>
                </a:cubicBezTo>
                <a:cubicBezTo>
                  <a:pt x="11" y="86"/>
                  <a:pt x="7" y="81"/>
                  <a:pt x="4" y="74"/>
                </a:cubicBezTo>
                <a:cubicBezTo>
                  <a:pt x="1" y="68"/>
                  <a:pt x="0" y="61"/>
                  <a:pt x="0" y="53"/>
                </a:cubicBezTo>
                <a:cubicBezTo>
                  <a:pt x="0" y="46"/>
                  <a:pt x="1" y="39"/>
                  <a:pt x="4" y="33"/>
                </a:cubicBezTo>
                <a:cubicBezTo>
                  <a:pt x="7" y="26"/>
                  <a:pt x="11" y="21"/>
                  <a:pt x="16" y="16"/>
                </a:cubicBezTo>
                <a:cubicBezTo>
                  <a:pt x="21" y="11"/>
                  <a:pt x="26" y="7"/>
                  <a:pt x="33" y="4"/>
                </a:cubicBezTo>
                <a:cubicBezTo>
                  <a:pt x="39" y="1"/>
                  <a:pt x="46" y="0"/>
                  <a:pt x="54" y="0"/>
                </a:cubicBezTo>
                <a:cubicBezTo>
                  <a:pt x="61" y="0"/>
                  <a:pt x="68" y="1"/>
                  <a:pt x="74" y="4"/>
                </a:cubicBezTo>
                <a:cubicBezTo>
                  <a:pt x="81" y="7"/>
                  <a:pt x="86" y="11"/>
                  <a:pt x="91" y="16"/>
                </a:cubicBezTo>
                <a:cubicBezTo>
                  <a:pt x="96" y="21"/>
                  <a:pt x="100" y="26"/>
                  <a:pt x="103" y="33"/>
                </a:cubicBezTo>
                <a:cubicBezTo>
                  <a:pt x="106" y="39"/>
                  <a:pt x="107" y="46"/>
                  <a:pt x="107" y="53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8432640" y="1786680"/>
            <a:ext cx="9151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核心功能模块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4" name="任意多边形 93"/>
          <p:cNvSpPr/>
          <p:nvPr/>
        </p:nvSpPr>
        <p:spPr>
          <a:xfrm>
            <a:off x="8429400" y="238104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3"/>
                </a:moveTo>
                <a:cubicBezTo>
                  <a:pt x="107" y="61"/>
                  <a:pt x="106" y="68"/>
                  <a:pt x="103" y="74"/>
                </a:cubicBezTo>
                <a:cubicBezTo>
                  <a:pt x="100" y="81"/>
                  <a:pt x="96" y="86"/>
                  <a:pt x="91" y="91"/>
                </a:cubicBezTo>
                <a:cubicBezTo>
                  <a:pt x="86" y="96"/>
                  <a:pt x="81" y="100"/>
                  <a:pt x="74" y="103"/>
                </a:cubicBezTo>
                <a:cubicBezTo>
                  <a:pt x="68" y="106"/>
                  <a:pt x="61" y="107"/>
                  <a:pt x="54" y="107"/>
                </a:cubicBezTo>
                <a:cubicBezTo>
                  <a:pt x="46" y="107"/>
                  <a:pt x="39" y="106"/>
                  <a:pt x="33" y="103"/>
                </a:cubicBezTo>
                <a:cubicBezTo>
                  <a:pt x="26" y="100"/>
                  <a:pt x="21" y="96"/>
                  <a:pt x="16" y="91"/>
                </a:cubicBezTo>
                <a:cubicBezTo>
                  <a:pt x="11" y="86"/>
                  <a:pt x="7" y="81"/>
                  <a:pt x="4" y="74"/>
                </a:cubicBezTo>
                <a:cubicBezTo>
                  <a:pt x="1" y="68"/>
                  <a:pt x="0" y="61"/>
                  <a:pt x="0" y="53"/>
                </a:cubicBezTo>
                <a:cubicBezTo>
                  <a:pt x="0" y="46"/>
                  <a:pt x="1" y="39"/>
                  <a:pt x="4" y="33"/>
                </a:cubicBezTo>
                <a:cubicBezTo>
                  <a:pt x="7" y="26"/>
                  <a:pt x="11" y="21"/>
                  <a:pt x="16" y="16"/>
                </a:cubicBezTo>
                <a:cubicBezTo>
                  <a:pt x="21" y="11"/>
                  <a:pt x="26" y="7"/>
                  <a:pt x="33" y="4"/>
                </a:cubicBezTo>
                <a:cubicBezTo>
                  <a:pt x="39" y="1"/>
                  <a:pt x="46" y="0"/>
                  <a:pt x="54" y="0"/>
                </a:cubicBezTo>
                <a:cubicBezTo>
                  <a:pt x="61" y="0"/>
                  <a:pt x="68" y="1"/>
                  <a:pt x="74" y="4"/>
                </a:cubicBezTo>
                <a:cubicBezTo>
                  <a:pt x="81" y="7"/>
                  <a:pt x="86" y="11"/>
                  <a:pt x="91" y="16"/>
                </a:cubicBezTo>
                <a:cubicBezTo>
                  <a:pt x="96" y="21"/>
                  <a:pt x="100" y="26"/>
                  <a:pt x="103" y="33"/>
                </a:cubicBezTo>
                <a:cubicBezTo>
                  <a:pt x="106" y="39"/>
                  <a:pt x="107" y="46"/>
                  <a:pt x="107" y="53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8613720" y="2081520"/>
            <a:ext cx="24012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用户端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: 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授权登录、商品浏览、订单管理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8613720" y="2310120"/>
            <a:ext cx="2533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管理员端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: 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用户管理、商品管理、数据分析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9" name="任意多边形 98"/>
          <p:cNvSpPr/>
          <p:nvPr/>
        </p:nvSpPr>
        <p:spPr>
          <a:xfrm>
            <a:off x="8429400" y="3209760"/>
            <a:ext cx="133920" cy="133560"/>
          </a:xfrm>
          <a:custGeom>
            <a:avLst/>
            <a:gdLst/>
            <a:ahLst/>
            <a:cxnLst/>
            <a:rect l="0" t="0" r="r" b="b"/>
            <a:pathLst>
              <a:path w="372" h="371">
                <a:moveTo>
                  <a:pt x="114" y="279"/>
                </a:moveTo>
                <a:lnTo>
                  <a:pt x="92" y="257"/>
                </a:lnTo>
                <a:cubicBezTo>
                  <a:pt x="86" y="251"/>
                  <a:pt x="84" y="242"/>
                  <a:pt x="86" y="234"/>
                </a:cubicBezTo>
                <a:cubicBezTo>
                  <a:pt x="89" y="227"/>
                  <a:pt x="92" y="219"/>
                  <a:pt x="95" y="209"/>
                </a:cubicBezTo>
                <a:lnTo>
                  <a:pt x="17" y="209"/>
                </a:lnTo>
                <a:cubicBezTo>
                  <a:pt x="11" y="209"/>
                  <a:pt x="5" y="206"/>
                  <a:pt x="2" y="201"/>
                </a:cubicBezTo>
                <a:cubicBezTo>
                  <a:pt x="-1" y="195"/>
                  <a:pt x="-1" y="188"/>
                  <a:pt x="3" y="183"/>
                </a:cubicBezTo>
                <a:lnTo>
                  <a:pt x="40" y="118"/>
                </a:lnTo>
                <a:cubicBezTo>
                  <a:pt x="50" y="102"/>
                  <a:pt x="67" y="93"/>
                  <a:pt x="86" y="93"/>
                </a:cubicBezTo>
                <a:lnTo>
                  <a:pt x="146" y="93"/>
                </a:lnTo>
                <a:cubicBezTo>
                  <a:pt x="148" y="90"/>
                  <a:pt x="149" y="87"/>
                  <a:pt x="151" y="84"/>
                </a:cubicBezTo>
                <a:cubicBezTo>
                  <a:pt x="210" y="-3"/>
                  <a:pt x="299" y="-6"/>
                  <a:pt x="351" y="4"/>
                </a:cubicBezTo>
                <a:cubicBezTo>
                  <a:pt x="360" y="5"/>
                  <a:pt x="366" y="12"/>
                  <a:pt x="368" y="20"/>
                </a:cubicBezTo>
                <a:cubicBezTo>
                  <a:pt x="377" y="73"/>
                  <a:pt x="374" y="162"/>
                  <a:pt x="287" y="221"/>
                </a:cubicBezTo>
                <a:cubicBezTo>
                  <a:pt x="285" y="223"/>
                  <a:pt x="282" y="225"/>
                  <a:pt x="279" y="227"/>
                </a:cubicBezTo>
                <a:lnTo>
                  <a:pt x="279" y="286"/>
                </a:lnTo>
                <a:cubicBezTo>
                  <a:pt x="279" y="305"/>
                  <a:pt x="269" y="322"/>
                  <a:pt x="253" y="331"/>
                </a:cubicBezTo>
                <a:lnTo>
                  <a:pt x="189" y="369"/>
                </a:lnTo>
                <a:cubicBezTo>
                  <a:pt x="184" y="372"/>
                  <a:pt x="177" y="372"/>
                  <a:pt x="172" y="369"/>
                </a:cubicBezTo>
                <a:cubicBezTo>
                  <a:pt x="167" y="366"/>
                  <a:pt x="163" y="360"/>
                  <a:pt x="163" y="354"/>
                </a:cubicBezTo>
                <a:lnTo>
                  <a:pt x="163" y="276"/>
                </a:lnTo>
                <a:cubicBezTo>
                  <a:pt x="153" y="280"/>
                  <a:pt x="144" y="283"/>
                  <a:pt x="137" y="285"/>
                </a:cubicBezTo>
                <a:cubicBezTo>
                  <a:pt x="129" y="288"/>
                  <a:pt x="120" y="285"/>
                  <a:pt x="114" y="279"/>
                </a:cubicBezTo>
                <a:moveTo>
                  <a:pt x="279" y="122"/>
                </a:moveTo>
                <a:cubicBezTo>
                  <a:pt x="287" y="122"/>
                  <a:pt x="294" y="119"/>
                  <a:pt x="299" y="113"/>
                </a:cubicBezTo>
                <a:cubicBezTo>
                  <a:pt x="305" y="107"/>
                  <a:pt x="308" y="101"/>
                  <a:pt x="308" y="93"/>
                </a:cubicBezTo>
                <a:cubicBezTo>
                  <a:pt x="308" y="85"/>
                  <a:pt x="305" y="78"/>
                  <a:pt x="299" y="72"/>
                </a:cubicBezTo>
                <a:cubicBezTo>
                  <a:pt x="294" y="66"/>
                  <a:pt x="287" y="64"/>
                  <a:pt x="279" y="64"/>
                </a:cubicBezTo>
                <a:cubicBezTo>
                  <a:pt x="271" y="64"/>
                  <a:pt x="264" y="66"/>
                  <a:pt x="258" y="72"/>
                </a:cubicBezTo>
                <a:cubicBezTo>
                  <a:pt x="253" y="78"/>
                  <a:pt x="250" y="85"/>
                  <a:pt x="250" y="93"/>
                </a:cubicBezTo>
                <a:cubicBezTo>
                  <a:pt x="250" y="101"/>
                  <a:pt x="253" y="107"/>
                  <a:pt x="258" y="113"/>
                </a:cubicBezTo>
                <a:cubicBezTo>
                  <a:pt x="264" y="119"/>
                  <a:pt x="271" y="122"/>
                  <a:pt x="279" y="122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432640" y="2891880"/>
            <a:ext cx="9151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核心技术指标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1" name="任意多边形 100"/>
          <p:cNvSpPr/>
          <p:nvPr/>
        </p:nvSpPr>
        <p:spPr>
          <a:xfrm>
            <a:off x="10095120" y="3209760"/>
            <a:ext cx="100440" cy="133560"/>
          </a:xfrm>
          <a:custGeom>
            <a:avLst/>
            <a:gdLst/>
            <a:ahLst/>
            <a:cxnLst/>
            <a:rect l="0" t="0" r="r" b="b"/>
            <a:pathLst>
              <a:path w="279" h="371">
                <a:moveTo>
                  <a:pt x="231" y="32"/>
                </a:moveTo>
                <a:cubicBezTo>
                  <a:pt x="235" y="22"/>
                  <a:pt x="232" y="11"/>
                  <a:pt x="223" y="4"/>
                </a:cubicBezTo>
                <a:cubicBezTo>
                  <a:pt x="214" y="-2"/>
                  <a:pt x="202" y="-1"/>
                  <a:pt x="194" y="6"/>
                </a:cubicBezTo>
                <a:lnTo>
                  <a:pt x="8" y="169"/>
                </a:lnTo>
                <a:cubicBezTo>
                  <a:pt x="1" y="175"/>
                  <a:pt x="-2" y="185"/>
                  <a:pt x="1" y="194"/>
                </a:cubicBezTo>
                <a:cubicBezTo>
                  <a:pt x="5" y="203"/>
                  <a:pt x="14" y="209"/>
                  <a:pt x="23" y="209"/>
                </a:cubicBezTo>
                <a:lnTo>
                  <a:pt x="105" y="209"/>
                </a:lnTo>
                <a:lnTo>
                  <a:pt x="48" y="339"/>
                </a:lnTo>
                <a:cubicBezTo>
                  <a:pt x="44" y="349"/>
                  <a:pt x="47" y="361"/>
                  <a:pt x="56" y="367"/>
                </a:cubicBezTo>
                <a:cubicBezTo>
                  <a:pt x="65" y="373"/>
                  <a:pt x="78" y="373"/>
                  <a:pt x="86" y="366"/>
                </a:cubicBezTo>
                <a:lnTo>
                  <a:pt x="271" y="204"/>
                </a:lnTo>
                <a:cubicBezTo>
                  <a:pt x="278" y="197"/>
                  <a:pt x="281" y="187"/>
                  <a:pt x="277" y="178"/>
                </a:cubicBezTo>
                <a:cubicBezTo>
                  <a:pt x="274" y="169"/>
                  <a:pt x="265" y="163"/>
                  <a:pt x="256" y="163"/>
                </a:cubicBezTo>
                <a:lnTo>
                  <a:pt x="175" y="163"/>
                </a:lnTo>
                <a:lnTo>
                  <a:pt x="231" y="32"/>
                </a:lnTo>
                <a:close/>
              </a:path>
            </a:pathLst>
          </a:custGeom>
          <a:solidFill>
            <a:srgbClr val="F53F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8642160" y="3186360"/>
            <a:ext cx="9997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页面加载 ≤ </a:t>
            </a:r>
            <a:r>
              <a:rPr lang="en-US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2</a:t>
            </a:r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秒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3" name="任意多边形 102"/>
          <p:cNvSpPr/>
          <p:nvPr/>
        </p:nvSpPr>
        <p:spPr>
          <a:xfrm>
            <a:off x="8429400" y="3476520"/>
            <a:ext cx="167040" cy="133560"/>
          </a:xfrm>
          <a:custGeom>
            <a:avLst/>
            <a:gdLst/>
            <a:ahLst/>
            <a:cxnLst/>
            <a:rect l="0" t="0" r="r" b="b"/>
            <a:pathLst>
              <a:path w="464" h="371">
                <a:moveTo>
                  <a:pt x="104" y="0"/>
                </a:moveTo>
                <a:cubicBezTo>
                  <a:pt x="112" y="0"/>
                  <a:pt x="119" y="1"/>
                  <a:pt x="126" y="4"/>
                </a:cubicBezTo>
                <a:cubicBezTo>
                  <a:pt x="134" y="7"/>
                  <a:pt x="140" y="11"/>
                  <a:pt x="145" y="17"/>
                </a:cubicBezTo>
                <a:cubicBezTo>
                  <a:pt x="151" y="22"/>
                  <a:pt x="155" y="28"/>
                  <a:pt x="158" y="36"/>
                </a:cubicBezTo>
                <a:cubicBezTo>
                  <a:pt x="161" y="43"/>
                  <a:pt x="162" y="50"/>
                  <a:pt x="162" y="58"/>
                </a:cubicBezTo>
                <a:cubicBezTo>
                  <a:pt x="162" y="65"/>
                  <a:pt x="161" y="73"/>
                  <a:pt x="158" y="80"/>
                </a:cubicBezTo>
                <a:cubicBezTo>
                  <a:pt x="155" y="87"/>
                  <a:pt x="151" y="93"/>
                  <a:pt x="145" y="99"/>
                </a:cubicBezTo>
                <a:cubicBezTo>
                  <a:pt x="140" y="104"/>
                  <a:pt x="134" y="108"/>
                  <a:pt x="126" y="111"/>
                </a:cubicBezTo>
                <a:cubicBezTo>
                  <a:pt x="119" y="114"/>
                  <a:pt x="112" y="116"/>
                  <a:pt x="104" y="116"/>
                </a:cubicBezTo>
                <a:cubicBezTo>
                  <a:pt x="97" y="116"/>
                  <a:pt x="89" y="114"/>
                  <a:pt x="82" y="111"/>
                </a:cubicBezTo>
                <a:cubicBezTo>
                  <a:pt x="75" y="108"/>
                  <a:pt x="69" y="104"/>
                  <a:pt x="63" y="99"/>
                </a:cubicBezTo>
                <a:cubicBezTo>
                  <a:pt x="58" y="93"/>
                  <a:pt x="54" y="87"/>
                  <a:pt x="51" y="80"/>
                </a:cubicBezTo>
                <a:cubicBezTo>
                  <a:pt x="48" y="73"/>
                  <a:pt x="46" y="65"/>
                  <a:pt x="46" y="58"/>
                </a:cubicBezTo>
                <a:cubicBezTo>
                  <a:pt x="46" y="50"/>
                  <a:pt x="48" y="43"/>
                  <a:pt x="51" y="36"/>
                </a:cubicBezTo>
                <a:cubicBezTo>
                  <a:pt x="54" y="28"/>
                  <a:pt x="58" y="22"/>
                  <a:pt x="63" y="17"/>
                </a:cubicBezTo>
                <a:cubicBezTo>
                  <a:pt x="69" y="11"/>
                  <a:pt x="75" y="7"/>
                  <a:pt x="82" y="4"/>
                </a:cubicBezTo>
                <a:cubicBezTo>
                  <a:pt x="89" y="1"/>
                  <a:pt x="97" y="0"/>
                  <a:pt x="104" y="0"/>
                </a:cubicBezTo>
                <a:moveTo>
                  <a:pt x="371" y="0"/>
                </a:moveTo>
                <a:cubicBezTo>
                  <a:pt x="378" y="0"/>
                  <a:pt x="386" y="1"/>
                  <a:pt x="393" y="4"/>
                </a:cubicBezTo>
                <a:cubicBezTo>
                  <a:pt x="400" y="7"/>
                  <a:pt x="406" y="11"/>
                  <a:pt x="411" y="17"/>
                </a:cubicBezTo>
                <a:cubicBezTo>
                  <a:pt x="417" y="22"/>
                  <a:pt x="421" y="28"/>
                  <a:pt x="424" y="36"/>
                </a:cubicBezTo>
                <a:cubicBezTo>
                  <a:pt x="427" y="43"/>
                  <a:pt x="428" y="50"/>
                  <a:pt x="428" y="58"/>
                </a:cubicBezTo>
                <a:cubicBezTo>
                  <a:pt x="428" y="65"/>
                  <a:pt x="427" y="73"/>
                  <a:pt x="424" y="80"/>
                </a:cubicBezTo>
                <a:cubicBezTo>
                  <a:pt x="421" y="87"/>
                  <a:pt x="417" y="93"/>
                  <a:pt x="411" y="99"/>
                </a:cubicBezTo>
                <a:cubicBezTo>
                  <a:pt x="406" y="104"/>
                  <a:pt x="400" y="108"/>
                  <a:pt x="393" y="111"/>
                </a:cubicBezTo>
                <a:cubicBezTo>
                  <a:pt x="386" y="114"/>
                  <a:pt x="378" y="116"/>
                  <a:pt x="371" y="116"/>
                </a:cubicBezTo>
                <a:cubicBezTo>
                  <a:pt x="363" y="116"/>
                  <a:pt x="355" y="114"/>
                  <a:pt x="348" y="111"/>
                </a:cubicBezTo>
                <a:cubicBezTo>
                  <a:pt x="341" y="108"/>
                  <a:pt x="335" y="104"/>
                  <a:pt x="330" y="99"/>
                </a:cubicBezTo>
                <a:cubicBezTo>
                  <a:pt x="324" y="93"/>
                  <a:pt x="320" y="87"/>
                  <a:pt x="317" y="80"/>
                </a:cubicBezTo>
                <a:cubicBezTo>
                  <a:pt x="314" y="73"/>
                  <a:pt x="313" y="65"/>
                  <a:pt x="313" y="58"/>
                </a:cubicBezTo>
                <a:cubicBezTo>
                  <a:pt x="313" y="50"/>
                  <a:pt x="314" y="43"/>
                  <a:pt x="317" y="36"/>
                </a:cubicBezTo>
                <a:cubicBezTo>
                  <a:pt x="320" y="28"/>
                  <a:pt x="324" y="22"/>
                  <a:pt x="330" y="17"/>
                </a:cubicBezTo>
                <a:cubicBezTo>
                  <a:pt x="335" y="11"/>
                  <a:pt x="341" y="7"/>
                  <a:pt x="348" y="4"/>
                </a:cubicBezTo>
                <a:cubicBezTo>
                  <a:pt x="355" y="1"/>
                  <a:pt x="363" y="0"/>
                  <a:pt x="371" y="0"/>
                </a:cubicBezTo>
                <a:moveTo>
                  <a:pt x="0" y="217"/>
                </a:moveTo>
                <a:cubicBezTo>
                  <a:pt x="0" y="174"/>
                  <a:pt x="35" y="139"/>
                  <a:pt x="77" y="139"/>
                </a:cubicBezTo>
                <a:lnTo>
                  <a:pt x="108" y="139"/>
                </a:lnTo>
                <a:cubicBezTo>
                  <a:pt x="120" y="139"/>
                  <a:pt x="131" y="141"/>
                  <a:pt x="140" y="146"/>
                </a:cubicBezTo>
                <a:cubicBezTo>
                  <a:pt x="140" y="152"/>
                  <a:pt x="139" y="157"/>
                  <a:pt x="139" y="163"/>
                </a:cubicBezTo>
                <a:cubicBezTo>
                  <a:pt x="139" y="190"/>
                  <a:pt x="151" y="215"/>
                  <a:pt x="170" y="232"/>
                </a:cubicBezTo>
                <a:lnTo>
                  <a:pt x="16" y="232"/>
                </a:lnTo>
                <a:cubicBezTo>
                  <a:pt x="7" y="232"/>
                  <a:pt x="0" y="225"/>
                  <a:pt x="0" y="217"/>
                </a:cubicBezTo>
                <a:moveTo>
                  <a:pt x="293" y="232"/>
                </a:moveTo>
                <a:cubicBezTo>
                  <a:pt x="312" y="215"/>
                  <a:pt x="324" y="190"/>
                  <a:pt x="324" y="163"/>
                </a:cubicBezTo>
                <a:cubicBezTo>
                  <a:pt x="324" y="157"/>
                  <a:pt x="324" y="152"/>
                  <a:pt x="323" y="146"/>
                </a:cubicBezTo>
                <a:cubicBezTo>
                  <a:pt x="333" y="141"/>
                  <a:pt x="344" y="139"/>
                  <a:pt x="355" y="139"/>
                </a:cubicBezTo>
                <a:lnTo>
                  <a:pt x="386" y="139"/>
                </a:lnTo>
                <a:cubicBezTo>
                  <a:pt x="429" y="139"/>
                  <a:pt x="464" y="174"/>
                  <a:pt x="464" y="217"/>
                </a:cubicBezTo>
                <a:cubicBezTo>
                  <a:pt x="464" y="225"/>
                  <a:pt x="457" y="232"/>
                  <a:pt x="449" y="232"/>
                </a:cubicBezTo>
                <a:lnTo>
                  <a:pt x="293" y="232"/>
                </a:lnTo>
                <a:moveTo>
                  <a:pt x="162" y="163"/>
                </a:moveTo>
                <a:cubicBezTo>
                  <a:pt x="162" y="154"/>
                  <a:pt x="164" y="144"/>
                  <a:pt x="167" y="135"/>
                </a:cubicBezTo>
                <a:cubicBezTo>
                  <a:pt x="171" y="127"/>
                  <a:pt x="176" y="119"/>
                  <a:pt x="183" y="113"/>
                </a:cubicBezTo>
                <a:cubicBezTo>
                  <a:pt x="189" y="106"/>
                  <a:pt x="197" y="101"/>
                  <a:pt x="205" y="98"/>
                </a:cubicBezTo>
                <a:cubicBezTo>
                  <a:pt x="214" y="94"/>
                  <a:pt x="222" y="92"/>
                  <a:pt x="232" y="92"/>
                </a:cubicBezTo>
                <a:cubicBezTo>
                  <a:pt x="241" y="92"/>
                  <a:pt x="250" y="94"/>
                  <a:pt x="258" y="98"/>
                </a:cubicBezTo>
                <a:cubicBezTo>
                  <a:pt x="267" y="101"/>
                  <a:pt x="274" y="106"/>
                  <a:pt x="281" y="113"/>
                </a:cubicBezTo>
                <a:cubicBezTo>
                  <a:pt x="287" y="119"/>
                  <a:pt x="292" y="127"/>
                  <a:pt x="296" y="135"/>
                </a:cubicBezTo>
                <a:cubicBezTo>
                  <a:pt x="299" y="144"/>
                  <a:pt x="301" y="154"/>
                  <a:pt x="301" y="163"/>
                </a:cubicBezTo>
                <a:cubicBezTo>
                  <a:pt x="301" y="172"/>
                  <a:pt x="299" y="181"/>
                  <a:pt x="296" y="189"/>
                </a:cubicBezTo>
                <a:cubicBezTo>
                  <a:pt x="292" y="198"/>
                  <a:pt x="287" y="205"/>
                  <a:pt x="281" y="212"/>
                </a:cubicBezTo>
                <a:cubicBezTo>
                  <a:pt x="274" y="218"/>
                  <a:pt x="267" y="223"/>
                  <a:pt x="258" y="227"/>
                </a:cubicBezTo>
                <a:cubicBezTo>
                  <a:pt x="250" y="231"/>
                  <a:pt x="241" y="232"/>
                  <a:pt x="232" y="232"/>
                </a:cubicBezTo>
                <a:cubicBezTo>
                  <a:pt x="222" y="232"/>
                  <a:pt x="214" y="231"/>
                  <a:pt x="205" y="227"/>
                </a:cubicBezTo>
                <a:cubicBezTo>
                  <a:pt x="197" y="223"/>
                  <a:pt x="189" y="218"/>
                  <a:pt x="183" y="212"/>
                </a:cubicBezTo>
                <a:cubicBezTo>
                  <a:pt x="176" y="205"/>
                  <a:pt x="171" y="198"/>
                  <a:pt x="167" y="189"/>
                </a:cubicBezTo>
                <a:cubicBezTo>
                  <a:pt x="164" y="181"/>
                  <a:pt x="162" y="172"/>
                  <a:pt x="162" y="163"/>
                </a:cubicBezTo>
                <a:moveTo>
                  <a:pt x="93" y="352"/>
                </a:moveTo>
                <a:cubicBezTo>
                  <a:pt x="93" y="299"/>
                  <a:pt x="136" y="255"/>
                  <a:pt x="189" y="255"/>
                </a:cubicBezTo>
                <a:lnTo>
                  <a:pt x="274" y="255"/>
                </a:lnTo>
                <a:cubicBezTo>
                  <a:pt x="327" y="255"/>
                  <a:pt x="371" y="299"/>
                  <a:pt x="371" y="352"/>
                </a:cubicBezTo>
                <a:cubicBezTo>
                  <a:pt x="371" y="363"/>
                  <a:pt x="362" y="371"/>
                  <a:pt x="351" y="371"/>
                </a:cubicBezTo>
                <a:lnTo>
                  <a:pt x="112" y="371"/>
                </a:lnTo>
                <a:cubicBezTo>
                  <a:pt x="101" y="371"/>
                  <a:pt x="93" y="363"/>
                  <a:pt x="93" y="352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10276560" y="3186360"/>
            <a:ext cx="11703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接口响应 ≤ </a:t>
            </a:r>
            <a:r>
              <a:rPr lang="en-US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500ms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" name="任意多边形 104"/>
          <p:cNvSpPr/>
          <p:nvPr/>
        </p:nvSpPr>
        <p:spPr>
          <a:xfrm>
            <a:off x="10089000" y="3478680"/>
            <a:ext cx="129240" cy="129240"/>
          </a:xfrm>
          <a:custGeom>
            <a:avLst/>
            <a:gdLst/>
            <a:ahLst/>
            <a:cxnLst/>
            <a:rect l="0" t="0" r="r" b="b"/>
            <a:pathLst>
              <a:path w="359" h="359">
                <a:moveTo>
                  <a:pt x="108" y="319"/>
                </a:moveTo>
                <a:lnTo>
                  <a:pt x="99" y="340"/>
                </a:lnTo>
                <a:cubicBezTo>
                  <a:pt x="85" y="333"/>
                  <a:pt x="72" y="325"/>
                  <a:pt x="61" y="315"/>
                </a:cubicBezTo>
                <a:lnTo>
                  <a:pt x="77" y="298"/>
                </a:lnTo>
                <a:cubicBezTo>
                  <a:pt x="87" y="306"/>
                  <a:pt x="97" y="313"/>
                  <a:pt x="108" y="319"/>
                </a:cubicBezTo>
                <a:moveTo>
                  <a:pt x="23" y="192"/>
                </a:moveTo>
                <a:lnTo>
                  <a:pt x="0" y="192"/>
                </a:lnTo>
                <a:cubicBezTo>
                  <a:pt x="1" y="207"/>
                  <a:pt x="4" y="222"/>
                  <a:pt x="8" y="236"/>
                </a:cubicBezTo>
                <a:lnTo>
                  <a:pt x="30" y="227"/>
                </a:lnTo>
                <a:cubicBezTo>
                  <a:pt x="27" y="216"/>
                  <a:pt x="24" y="204"/>
                  <a:pt x="23" y="192"/>
                </a:cubicBezTo>
                <a:moveTo>
                  <a:pt x="23" y="167"/>
                </a:moveTo>
                <a:cubicBezTo>
                  <a:pt x="24" y="154"/>
                  <a:pt x="27" y="141"/>
                  <a:pt x="31" y="128"/>
                </a:cubicBezTo>
                <a:lnTo>
                  <a:pt x="10" y="119"/>
                </a:lnTo>
                <a:cubicBezTo>
                  <a:pt x="5" y="134"/>
                  <a:pt x="1" y="151"/>
                  <a:pt x="0" y="167"/>
                </a:cubicBezTo>
                <a:lnTo>
                  <a:pt x="23" y="167"/>
                </a:lnTo>
                <a:moveTo>
                  <a:pt x="40" y="107"/>
                </a:moveTo>
                <a:cubicBezTo>
                  <a:pt x="46" y="96"/>
                  <a:pt x="53" y="86"/>
                  <a:pt x="61" y="77"/>
                </a:cubicBezTo>
                <a:lnTo>
                  <a:pt x="44" y="61"/>
                </a:lnTo>
                <a:cubicBezTo>
                  <a:pt x="34" y="72"/>
                  <a:pt x="26" y="84"/>
                  <a:pt x="19" y="98"/>
                </a:cubicBezTo>
                <a:lnTo>
                  <a:pt x="40" y="107"/>
                </a:lnTo>
                <a:moveTo>
                  <a:pt x="282" y="298"/>
                </a:moveTo>
                <a:cubicBezTo>
                  <a:pt x="272" y="307"/>
                  <a:pt x="261" y="314"/>
                  <a:pt x="249" y="320"/>
                </a:cubicBezTo>
                <a:lnTo>
                  <a:pt x="257" y="342"/>
                </a:lnTo>
                <a:cubicBezTo>
                  <a:pt x="272" y="335"/>
                  <a:pt x="286" y="326"/>
                  <a:pt x="299" y="315"/>
                </a:cubicBezTo>
                <a:lnTo>
                  <a:pt x="282" y="298"/>
                </a:lnTo>
                <a:moveTo>
                  <a:pt x="77" y="61"/>
                </a:moveTo>
                <a:cubicBezTo>
                  <a:pt x="88" y="52"/>
                  <a:pt x="99" y="45"/>
                  <a:pt x="111" y="39"/>
                </a:cubicBezTo>
                <a:lnTo>
                  <a:pt x="103" y="17"/>
                </a:lnTo>
                <a:cubicBezTo>
                  <a:pt x="88" y="24"/>
                  <a:pt x="73" y="33"/>
                  <a:pt x="61" y="44"/>
                </a:cubicBezTo>
                <a:lnTo>
                  <a:pt x="77" y="61"/>
                </a:lnTo>
                <a:moveTo>
                  <a:pt x="319" y="252"/>
                </a:moveTo>
                <a:cubicBezTo>
                  <a:pt x="313" y="263"/>
                  <a:pt x="306" y="273"/>
                  <a:pt x="298" y="282"/>
                </a:cubicBezTo>
                <a:lnTo>
                  <a:pt x="315" y="298"/>
                </a:lnTo>
                <a:cubicBezTo>
                  <a:pt x="325" y="287"/>
                  <a:pt x="333" y="275"/>
                  <a:pt x="340" y="261"/>
                </a:cubicBezTo>
                <a:lnTo>
                  <a:pt x="319" y="252"/>
                </a:lnTo>
                <a:moveTo>
                  <a:pt x="336" y="192"/>
                </a:moveTo>
                <a:cubicBezTo>
                  <a:pt x="335" y="205"/>
                  <a:pt x="332" y="218"/>
                  <a:pt x="328" y="231"/>
                </a:cubicBezTo>
                <a:lnTo>
                  <a:pt x="349" y="240"/>
                </a:lnTo>
                <a:cubicBezTo>
                  <a:pt x="355" y="225"/>
                  <a:pt x="358" y="208"/>
                  <a:pt x="359" y="192"/>
                </a:cubicBezTo>
                <a:lnTo>
                  <a:pt x="336" y="192"/>
                </a:lnTo>
                <a:moveTo>
                  <a:pt x="227" y="329"/>
                </a:moveTo>
                <a:cubicBezTo>
                  <a:pt x="216" y="333"/>
                  <a:pt x="204" y="335"/>
                  <a:pt x="192" y="336"/>
                </a:cubicBezTo>
                <a:lnTo>
                  <a:pt x="192" y="359"/>
                </a:lnTo>
                <a:cubicBezTo>
                  <a:pt x="207" y="358"/>
                  <a:pt x="222" y="355"/>
                  <a:pt x="236" y="351"/>
                </a:cubicBezTo>
                <a:lnTo>
                  <a:pt x="227" y="329"/>
                </a:lnTo>
                <a:moveTo>
                  <a:pt x="169" y="336"/>
                </a:moveTo>
                <a:cubicBezTo>
                  <a:pt x="155" y="335"/>
                  <a:pt x="142" y="332"/>
                  <a:pt x="129" y="328"/>
                </a:cubicBezTo>
                <a:lnTo>
                  <a:pt x="120" y="349"/>
                </a:lnTo>
                <a:cubicBezTo>
                  <a:pt x="136" y="355"/>
                  <a:pt x="152" y="358"/>
                  <a:pt x="169" y="359"/>
                </a:cubicBezTo>
                <a:lnTo>
                  <a:pt x="169" y="336"/>
                </a:lnTo>
                <a:moveTo>
                  <a:pt x="329" y="132"/>
                </a:moveTo>
                <a:cubicBezTo>
                  <a:pt x="333" y="143"/>
                  <a:pt x="335" y="155"/>
                  <a:pt x="336" y="167"/>
                </a:cubicBezTo>
                <a:lnTo>
                  <a:pt x="359" y="167"/>
                </a:lnTo>
                <a:cubicBezTo>
                  <a:pt x="358" y="152"/>
                  <a:pt x="355" y="137"/>
                  <a:pt x="351" y="123"/>
                </a:cubicBezTo>
                <a:lnTo>
                  <a:pt x="329" y="132"/>
                </a:lnTo>
                <a:moveTo>
                  <a:pt x="61" y="282"/>
                </a:moveTo>
                <a:cubicBezTo>
                  <a:pt x="52" y="272"/>
                  <a:pt x="45" y="261"/>
                  <a:pt x="39" y="249"/>
                </a:cubicBezTo>
                <a:lnTo>
                  <a:pt x="17" y="257"/>
                </a:lnTo>
                <a:cubicBezTo>
                  <a:pt x="24" y="272"/>
                  <a:pt x="34" y="286"/>
                  <a:pt x="44" y="298"/>
                </a:cubicBezTo>
                <a:lnTo>
                  <a:pt x="61" y="282"/>
                </a:lnTo>
                <a:moveTo>
                  <a:pt x="192" y="23"/>
                </a:moveTo>
                <a:cubicBezTo>
                  <a:pt x="205" y="24"/>
                  <a:pt x="218" y="27"/>
                  <a:pt x="231" y="31"/>
                </a:cubicBezTo>
                <a:lnTo>
                  <a:pt x="240" y="10"/>
                </a:lnTo>
                <a:cubicBezTo>
                  <a:pt x="225" y="4"/>
                  <a:pt x="209" y="1"/>
                  <a:pt x="192" y="0"/>
                </a:cubicBezTo>
                <a:lnTo>
                  <a:pt x="192" y="23"/>
                </a:lnTo>
                <a:moveTo>
                  <a:pt x="133" y="30"/>
                </a:moveTo>
                <a:cubicBezTo>
                  <a:pt x="144" y="26"/>
                  <a:pt x="156" y="24"/>
                  <a:pt x="169" y="23"/>
                </a:cubicBezTo>
                <a:lnTo>
                  <a:pt x="169" y="0"/>
                </a:lnTo>
                <a:cubicBezTo>
                  <a:pt x="153" y="1"/>
                  <a:pt x="138" y="4"/>
                  <a:pt x="124" y="8"/>
                </a:cubicBezTo>
                <a:lnTo>
                  <a:pt x="133" y="30"/>
                </a:lnTo>
                <a:moveTo>
                  <a:pt x="315" y="61"/>
                </a:moveTo>
                <a:lnTo>
                  <a:pt x="298" y="77"/>
                </a:lnTo>
                <a:cubicBezTo>
                  <a:pt x="307" y="87"/>
                  <a:pt x="315" y="98"/>
                  <a:pt x="321" y="110"/>
                </a:cubicBezTo>
                <a:lnTo>
                  <a:pt x="342" y="102"/>
                </a:lnTo>
                <a:cubicBezTo>
                  <a:pt x="335" y="87"/>
                  <a:pt x="326" y="73"/>
                  <a:pt x="315" y="61"/>
                </a:cubicBezTo>
                <a:moveTo>
                  <a:pt x="282" y="61"/>
                </a:moveTo>
                <a:lnTo>
                  <a:pt x="299" y="44"/>
                </a:lnTo>
                <a:cubicBezTo>
                  <a:pt x="287" y="34"/>
                  <a:pt x="275" y="26"/>
                  <a:pt x="261" y="19"/>
                </a:cubicBezTo>
                <a:lnTo>
                  <a:pt x="252" y="40"/>
                </a:lnTo>
                <a:cubicBezTo>
                  <a:pt x="263" y="46"/>
                  <a:pt x="273" y="53"/>
                  <a:pt x="282" y="61"/>
                </a:cubicBezTo>
                <a:close/>
              </a:path>
            </a:pathLst>
          </a:custGeom>
          <a:solidFill>
            <a:srgbClr val="FF7D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" name="任意多边形 105"/>
          <p:cNvSpPr/>
          <p:nvPr/>
        </p:nvSpPr>
        <p:spPr>
          <a:xfrm>
            <a:off x="10148400" y="3566160"/>
            <a:ext cx="10440" cy="10440"/>
          </a:xfrm>
          <a:custGeom>
            <a:avLst/>
            <a:gdLst/>
            <a:ahLst/>
            <a:cxnLst/>
            <a:rect l="0" t="0" r="r" b="b"/>
            <a:pathLst>
              <a:path w="29" h="29">
                <a:moveTo>
                  <a:pt x="29" y="14"/>
                </a:moveTo>
                <a:cubicBezTo>
                  <a:pt x="29" y="18"/>
                  <a:pt x="28" y="22"/>
                  <a:pt x="25" y="25"/>
                </a:cubicBezTo>
                <a:cubicBezTo>
                  <a:pt x="22" y="28"/>
                  <a:pt x="18" y="29"/>
                  <a:pt x="14" y="29"/>
                </a:cubicBezTo>
                <a:cubicBezTo>
                  <a:pt x="10" y="29"/>
                  <a:pt x="7" y="28"/>
                  <a:pt x="4" y="25"/>
                </a:cubicBezTo>
                <a:cubicBezTo>
                  <a:pt x="1" y="22"/>
                  <a:pt x="0" y="18"/>
                  <a:pt x="0" y="14"/>
                </a:cubicBezTo>
                <a:cubicBezTo>
                  <a:pt x="0" y="10"/>
                  <a:pt x="1" y="7"/>
                  <a:pt x="4" y="4"/>
                </a:cubicBezTo>
                <a:cubicBezTo>
                  <a:pt x="7" y="1"/>
                  <a:pt x="10" y="0"/>
                  <a:pt x="14" y="0"/>
                </a:cubicBezTo>
                <a:cubicBezTo>
                  <a:pt x="18" y="0"/>
                  <a:pt x="22" y="1"/>
                  <a:pt x="25" y="4"/>
                </a:cubicBezTo>
                <a:cubicBezTo>
                  <a:pt x="28" y="7"/>
                  <a:pt x="29" y="10"/>
                  <a:pt x="29" y="14"/>
                </a:cubicBezTo>
                <a:close/>
              </a:path>
            </a:pathLst>
          </a:custGeom>
          <a:solidFill>
            <a:srgbClr val="FF7D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" name="任意多边形 106"/>
          <p:cNvSpPr/>
          <p:nvPr/>
        </p:nvSpPr>
        <p:spPr>
          <a:xfrm>
            <a:off x="10128960" y="3505680"/>
            <a:ext cx="50040" cy="52560"/>
          </a:xfrm>
          <a:custGeom>
            <a:avLst/>
            <a:gdLst/>
            <a:ahLst/>
            <a:cxnLst/>
            <a:rect l="0" t="0" r="r" b="b"/>
            <a:pathLst>
              <a:path w="139" h="146">
                <a:moveTo>
                  <a:pt x="74" y="146"/>
                </a:moveTo>
                <a:lnTo>
                  <a:pt x="62" y="146"/>
                </a:lnTo>
                <a:cubicBezTo>
                  <a:pt x="57" y="146"/>
                  <a:pt x="53" y="142"/>
                  <a:pt x="53" y="137"/>
                </a:cubicBezTo>
                <a:cubicBezTo>
                  <a:pt x="53" y="84"/>
                  <a:pt x="110" y="90"/>
                  <a:pt x="110" y="58"/>
                </a:cubicBezTo>
                <a:cubicBezTo>
                  <a:pt x="110" y="43"/>
                  <a:pt x="98" y="29"/>
                  <a:pt x="68" y="29"/>
                </a:cubicBezTo>
                <a:cubicBezTo>
                  <a:pt x="47" y="29"/>
                  <a:pt x="36" y="36"/>
                  <a:pt x="25" y="50"/>
                </a:cubicBezTo>
                <a:cubicBezTo>
                  <a:pt x="22" y="53"/>
                  <a:pt x="17" y="54"/>
                  <a:pt x="13" y="51"/>
                </a:cubicBezTo>
                <a:lnTo>
                  <a:pt x="4" y="45"/>
                </a:lnTo>
                <a:cubicBezTo>
                  <a:pt x="0" y="42"/>
                  <a:pt x="-1" y="36"/>
                  <a:pt x="2" y="32"/>
                </a:cubicBezTo>
                <a:cubicBezTo>
                  <a:pt x="17" y="12"/>
                  <a:pt x="36" y="0"/>
                  <a:pt x="68" y="0"/>
                </a:cubicBezTo>
                <a:cubicBezTo>
                  <a:pt x="107" y="0"/>
                  <a:pt x="139" y="21"/>
                  <a:pt x="139" y="58"/>
                </a:cubicBezTo>
                <a:cubicBezTo>
                  <a:pt x="139" y="107"/>
                  <a:pt x="82" y="104"/>
                  <a:pt x="82" y="137"/>
                </a:cubicBezTo>
                <a:cubicBezTo>
                  <a:pt x="82" y="142"/>
                  <a:pt x="78" y="146"/>
                  <a:pt x="74" y="146"/>
                </a:cubicBezTo>
                <a:close/>
              </a:path>
            </a:pathLst>
          </a:custGeom>
          <a:solidFill>
            <a:srgbClr val="FF7D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8675640" y="3453120"/>
            <a:ext cx="9694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支持</a:t>
            </a:r>
            <a:r>
              <a:rPr lang="en-US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500</a:t>
            </a:r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人并发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10293120" y="3453120"/>
            <a:ext cx="988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30</a:t>
            </a:r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分钟配送时效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任意多边形 15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8" name="任意多边形 157"/>
          <p:cNvSpPr/>
          <p:nvPr/>
        </p:nvSpPr>
        <p:spPr>
          <a:xfrm>
            <a:off x="689400" y="1317960"/>
            <a:ext cx="221400" cy="221400"/>
          </a:xfrm>
          <a:custGeom>
            <a:avLst/>
            <a:gdLst/>
            <a:ahLst/>
            <a:cxnLst/>
            <a:rect l="0" t="0" r="r" b="b"/>
            <a:pathLst>
              <a:path w="615" h="615">
                <a:moveTo>
                  <a:pt x="184" y="546"/>
                </a:moveTo>
                <a:lnTo>
                  <a:pt x="168" y="583"/>
                </a:lnTo>
                <a:cubicBezTo>
                  <a:pt x="145" y="571"/>
                  <a:pt x="123" y="556"/>
                  <a:pt x="104" y="539"/>
                </a:cubicBezTo>
                <a:lnTo>
                  <a:pt x="132" y="511"/>
                </a:lnTo>
                <a:cubicBezTo>
                  <a:pt x="148" y="525"/>
                  <a:pt x="165" y="536"/>
                  <a:pt x="184" y="546"/>
                </a:cubicBezTo>
                <a:moveTo>
                  <a:pt x="40" y="328"/>
                </a:moveTo>
                <a:lnTo>
                  <a:pt x="0" y="328"/>
                </a:lnTo>
                <a:cubicBezTo>
                  <a:pt x="2" y="354"/>
                  <a:pt x="7" y="380"/>
                  <a:pt x="15" y="404"/>
                </a:cubicBezTo>
                <a:lnTo>
                  <a:pt x="52" y="389"/>
                </a:lnTo>
                <a:cubicBezTo>
                  <a:pt x="45" y="370"/>
                  <a:pt x="41" y="349"/>
                  <a:pt x="40" y="328"/>
                </a:cubicBezTo>
                <a:moveTo>
                  <a:pt x="40" y="287"/>
                </a:moveTo>
                <a:cubicBezTo>
                  <a:pt x="42" y="264"/>
                  <a:pt x="46" y="242"/>
                  <a:pt x="54" y="220"/>
                </a:cubicBezTo>
                <a:lnTo>
                  <a:pt x="17" y="205"/>
                </a:lnTo>
                <a:cubicBezTo>
                  <a:pt x="8" y="231"/>
                  <a:pt x="2" y="259"/>
                  <a:pt x="0" y="287"/>
                </a:cubicBezTo>
                <a:lnTo>
                  <a:pt x="40" y="287"/>
                </a:lnTo>
                <a:moveTo>
                  <a:pt x="69" y="184"/>
                </a:moveTo>
                <a:cubicBezTo>
                  <a:pt x="79" y="165"/>
                  <a:pt x="91" y="148"/>
                  <a:pt x="104" y="132"/>
                </a:cubicBezTo>
                <a:lnTo>
                  <a:pt x="76" y="104"/>
                </a:lnTo>
                <a:cubicBezTo>
                  <a:pt x="59" y="124"/>
                  <a:pt x="44" y="145"/>
                  <a:pt x="33" y="168"/>
                </a:cubicBezTo>
                <a:lnTo>
                  <a:pt x="69" y="184"/>
                </a:lnTo>
                <a:moveTo>
                  <a:pt x="483" y="511"/>
                </a:moveTo>
                <a:cubicBezTo>
                  <a:pt x="466" y="526"/>
                  <a:pt x="446" y="539"/>
                  <a:pt x="426" y="549"/>
                </a:cubicBezTo>
                <a:lnTo>
                  <a:pt x="440" y="586"/>
                </a:lnTo>
                <a:cubicBezTo>
                  <a:pt x="466" y="574"/>
                  <a:pt x="490" y="558"/>
                  <a:pt x="511" y="539"/>
                </a:cubicBezTo>
                <a:lnTo>
                  <a:pt x="483" y="511"/>
                </a:lnTo>
                <a:moveTo>
                  <a:pt x="132" y="104"/>
                </a:moveTo>
                <a:cubicBezTo>
                  <a:pt x="149" y="89"/>
                  <a:pt x="169" y="77"/>
                  <a:pt x="189" y="67"/>
                </a:cubicBezTo>
                <a:lnTo>
                  <a:pt x="175" y="30"/>
                </a:lnTo>
                <a:cubicBezTo>
                  <a:pt x="149" y="42"/>
                  <a:pt x="125" y="58"/>
                  <a:pt x="104" y="76"/>
                </a:cubicBezTo>
                <a:lnTo>
                  <a:pt x="132" y="104"/>
                </a:lnTo>
                <a:moveTo>
                  <a:pt x="546" y="432"/>
                </a:moveTo>
                <a:cubicBezTo>
                  <a:pt x="536" y="450"/>
                  <a:pt x="524" y="467"/>
                  <a:pt x="511" y="483"/>
                </a:cubicBezTo>
                <a:lnTo>
                  <a:pt x="539" y="511"/>
                </a:lnTo>
                <a:cubicBezTo>
                  <a:pt x="556" y="492"/>
                  <a:pt x="571" y="470"/>
                  <a:pt x="582" y="447"/>
                </a:cubicBezTo>
                <a:lnTo>
                  <a:pt x="546" y="432"/>
                </a:lnTo>
                <a:moveTo>
                  <a:pt x="575" y="328"/>
                </a:moveTo>
                <a:cubicBezTo>
                  <a:pt x="573" y="351"/>
                  <a:pt x="569" y="374"/>
                  <a:pt x="561" y="395"/>
                </a:cubicBezTo>
                <a:lnTo>
                  <a:pt x="598" y="411"/>
                </a:lnTo>
                <a:cubicBezTo>
                  <a:pt x="607" y="385"/>
                  <a:pt x="613" y="357"/>
                  <a:pt x="615" y="328"/>
                </a:cubicBezTo>
                <a:lnTo>
                  <a:pt x="575" y="328"/>
                </a:lnTo>
                <a:moveTo>
                  <a:pt x="389" y="564"/>
                </a:moveTo>
                <a:cubicBezTo>
                  <a:pt x="369" y="570"/>
                  <a:pt x="349" y="574"/>
                  <a:pt x="328" y="575"/>
                </a:cubicBezTo>
                <a:lnTo>
                  <a:pt x="328" y="615"/>
                </a:lnTo>
                <a:cubicBezTo>
                  <a:pt x="354" y="613"/>
                  <a:pt x="380" y="609"/>
                  <a:pt x="404" y="601"/>
                </a:cubicBezTo>
                <a:lnTo>
                  <a:pt x="389" y="564"/>
                </a:lnTo>
                <a:moveTo>
                  <a:pt x="288" y="575"/>
                </a:moveTo>
                <a:cubicBezTo>
                  <a:pt x="265" y="574"/>
                  <a:pt x="242" y="569"/>
                  <a:pt x="220" y="562"/>
                </a:cubicBezTo>
                <a:lnTo>
                  <a:pt x="204" y="598"/>
                </a:lnTo>
                <a:cubicBezTo>
                  <a:pt x="232" y="608"/>
                  <a:pt x="259" y="613"/>
                  <a:pt x="288" y="615"/>
                </a:cubicBezTo>
                <a:lnTo>
                  <a:pt x="288" y="575"/>
                </a:lnTo>
                <a:moveTo>
                  <a:pt x="563" y="226"/>
                </a:moveTo>
                <a:cubicBezTo>
                  <a:pt x="570" y="246"/>
                  <a:pt x="574" y="266"/>
                  <a:pt x="575" y="287"/>
                </a:cubicBezTo>
                <a:lnTo>
                  <a:pt x="615" y="287"/>
                </a:lnTo>
                <a:cubicBezTo>
                  <a:pt x="613" y="261"/>
                  <a:pt x="608" y="236"/>
                  <a:pt x="600" y="212"/>
                </a:cubicBezTo>
                <a:lnTo>
                  <a:pt x="563" y="226"/>
                </a:lnTo>
                <a:moveTo>
                  <a:pt x="104" y="483"/>
                </a:moveTo>
                <a:cubicBezTo>
                  <a:pt x="89" y="466"/>
                  <a:pt x="76" y="447"/>
                  <a:pt x="66" y="426"/>
                </a:cubicBezTo>
                <a:lnTo>
                  <a:pt x="29" y="441"/>
                </a:lnTo>
                <a:cubicBezTo>
                  <a:pt x="42" y="466"/>
                  <a:pt x="57" y="490"/>
                  <a:pt x="76" y="511"/>
                </a:cubicBezTo>
                <a:lnTo>
                  <a:pt x="104" y="483"/>
                </a:lnTo>
                <a:moveTo>
                  <a:pt x="328" y="40"/>
                </a:moveTo>
                <a:cubicBezTo>
                  <a:pt x="351" y="42"/>
                  <a:pt x="374" y="47"/>
                  <a:pt x="395" y="54"/>
                </a:cubicBezTo>
                <a:lnTo>
                  <a:pt x="411" y="17"/>
                </a:lnTo>
                <a:cubicBezTo>
                  <a:pt x="385" y="8"/>
                  <a:pt x="357" y="2"/>
                  <a:pt x="328" y="0"/>
                </a:cubicBezTo>
                <a:lnTo>
                  <a:pt x="328" y="40"/>
                </a:lnTo>
                <a:moveTo>
                  <a:pt x="226" y="52"/>
                </a:moveTo>
                <a:cubicBezTo>
                  <a:pt x="247" y="46"/>
                  <a:pt x="267" y="42"/>
                  <a:pt x="288" y="40"/>
                </a:cubicBezTo>
                <a:lnTo>
                  <a:pt x="288" y="0"/>
                </a:lnTo>
                <a:cubicBezTo>
                  <a:pt x="262" y="2"/>
                  <a:pt x="236" y="7"/>
                  <a:pt x="211" y="15"/>
                </a:cubicBezTo>
                <a:lnTo>
                  <a:pt x="226" y="52"/>
                </a:lnTo>
                <a:moveTo>
                  <a:pt x="539" y="104"/>
                </a:moveTo>
                <a:lnTo>
                  <a:pt x="511" y="132"/>
                </a:lnTo>
                <a:cubicBezTo>
                  <a:pt x="526" y="150"/>
                  <a:pt x="539" y="169"/>
                  <a:pt x="549" y="190"/>
                </a:cubicBezTo>
                <a:lnTo>
                  <a:pt x="586" y="175"/>
                </a:lnTo>
                <a:cubicBezTo>
                  <a:pt x="573" y="149"/>
                  <a:pt x="558" y="125"/>
                  <a:pt x="539" y="104"/>
                </a:cubicBezTo>
                <a:moveTo>
                  <a:pt x="483" y="104"/>
                </a:moveTo>
                <a:lnTo>
                  <a:pt x="511" y="76"/>
                </a:lnTo>
                <a:cubicBezTo>
                  <a:pt x="492" y="59"/>
                  <a:pt x="470" y="45"/>
                  <a:pt x="447" y="33"/>
                </a:cubicBezTo>
                <a:lnTo>
                  <a:pt x="432" y="69"/>
                </a:lnTo>
                <a:cubicBezTo>
                  <a:pt x="450" y="79"/>
                  <a:pt x="467" y="91"/>
                  <a:pt x="483" y="104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9" name="任意多边形 158"/>
          <p:cNvSpPr/>
          <p:nvPr/>
        </p:nvSpPr>
        <p:spPr>
          <a:xfrm>
            <a:off x="793080" y="1469880"/>
            <a:ext cx="14040" cy="14040"/>
          </a:xfrm>
          <a:custGeom>
            <a:avLst/>
            <a:gdLst/>
            <a:ahLst/>
            <a:cxnLst/>
            <a:rect l="0" t="0" r="r" b="b"/>
            <a:pathLst>
              <a:path w="39" h="39">
                <a:moveTo>
                  <a:pt x="39" y="20"/>
                </a:moveTo>
                <a:cubicBezTo>
                  <a:pt x="39" y="25"/>
                  <a:pt x="37" y="30"/>
                  <a:pt x="32" y="33"/>
                </a:cubicBezTo>
                <a:cubicBezTo>
                  <a:pt x="29" y="37"/>
                  <a:pt x="24" y="39"/>
                  <a:pt x="19" y="39"/>
                </a:cubicBezTo>
                <a:cubicBezTo>
                  <a:pt x="14" y="39"/>
                  <a:pt x="9" y="37"/>
                  <a:pt x="6" y="33"/>
                </a:cubicBezTo>
                <a:cubicBezTo>
                  <a:pt x="2" y="30"/>
                  <a:pt x="0" y="25"/>
                  <a:pt x="0" y="20"/>
                </a:cubicBezTo>
                <a:cubicBezTo>
                  <a:pt x="0" y="15"/>
                  <a:pt x="2" y="11"/>
                  <a:pt x="6" y="7"/>
                </a:cubicBezTo>
                <a:cubicBezTo>
                  <a:pt x="9" y="2"/>
                  <a:pt x="14" y="0"/>
                  <a:pt x="19" y="0"/>
                </a:cubicBezTo>
                <a:cubicBezTo>
                  <a:pt x="24" y="0"/>
                  <a:pt x="29" y="2"/>
                  <a:pt x="32" y="7"/>
                </a:cubicBezTo>
                <a:cubicBezTo>
                  <a:pt x="37" y="11"/>
                  <a:pt x="39" y="15"/>
                  <a:pt x="39" y="20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0" name="任意多边形 159"/>
          <p:cNvSpPr/>
          <p:nvPr/>
        </p:nvSpPr>
        <p:spPr>
          <a:xfrm>
            <a:off x="757800" y="1364400"/>
            <a:ext cx="86040" cy="89640"/>
          </a:xfrm>
          <a:custGeom>
            <a:avLst/>
            <a:gdLst/>
            <a:ahLst/>
            <a:cxnLst/>
            <a:rect l="0" t="0" r="r" b="b"/>
            <a:pathLst>
              <a:path w="239" h="249">
                <a:moveTo>
                  <a:pt x="127" y="249"/>
                </a:moveTo>
                <a:lnTo>
                  <a:pt x="107" y="249"/>
                </a:lnTo>
                <a:cubicBezTo>
                  <a:pt x="99" y="249"/>
                  <a:pt x="92" y="242"/>
                  <a:pt x="92" y="234"/>
                </a:cubicBezTo>
                <a:cubicBezTo>
                  <a:pt x="92" y="146"/>
                  <a:pt x="189" y="155"/>
                  <a:pt x="189" y="100"/>
                </a:cubicBezTo>
                <a:cubicBezTo>
                  <a:pt x="189" y="75"/>
                  <a:pt x="167" y="49"/>
                  <a:pt x="117" y="49"/>
                </a:cubicBezTo>
                <a:cubicBezTo>
                  <a:pt x="81" y="49"/>
                  <a:pt x="62" y="62"/>
                  <a:pt x="43" y="86"/>
                </a:cubicBezTo>
                <a:cubicBezTo>
                  <a:pt x="38" y="92"/>
                  <a:pt x="29" y="93"/>
                  <a:pt x="23" y="89"/>
                </a:cubicBezTo>
                <a:lnTo>
                  <a:pt x="7" y="77"/>
                </a:lnTo>
                <a:cubicBezTo>
                  <a:pt x="0" y="73"/>
                  <a:pt x="-2" y="63"/>
                  <a:pt x="4" y="56"/>
                </a:cubicBezTo>
                <a:cubicBezTo>
                  <a:pt x="30" y="21"/>
                  <a:pt x="61" y="0"/>
                  <a:pt x="117" y="0"/>
                </a:cubicBezTo>
                <a:cubicBezTo>
                  <a:pt x="183" y="0"/>
                  <a:pt x="239" y="37"/>
                  <a:pt x="239" y="100"/>
                </a:cubicBezTo>
                <a:cubicBezTo>
                  <a:pt x="239" y="184"/>
                  <a:pt x="142" y="179"/>
                  <a:pt x="142" y="234"/>
                </a:cubicBezTo>
                <a:cubicBezTo>
                  <a:pt x="141" y="242"/>
                  <a:pt x="135" y="249"/>
                  <a:pt x="127" y="249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380880" y="389520"/>
            <a:ext cx="2515320" cy="28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二、准备与计划阶段评审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1028520" y="1302480"/>
            <a:ext cx="2496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评审项目</a:t>
            </a:r>
            <a:r>
              <a:rPr lang="en-US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3</a:t>
            </a:r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：项目计划与调整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3" name="任意多边形 162"/>
          <p:cNvSpPr/>
          <p:nvPr/>
        </p:nvSpPr>
        <p:spPr>
          <a:xfrm>
            <a:off x="761760" y="2180880"/>
            <a:ext cx="47880" cy="48240"/>
          </a:xfrm>
          <a:custGeom>
            <a:avLst/>
            <a:gdLst/>
            <a:ahLst/>
            <a:cxnLst/>
            <a:rect l="0" t="0" r="r" b="b"/>
            <a:pathLst>
              <a:path w="133" h="134">
                <a:moveTo>
                  <a:pt x="133" y="67"/>
                </a:moveTo>
                <a:cubicBezTo>
                  <a:pt x="133" y="75"/>
                  <a:pt x="132" y="85"/>
                  <a:pt x="128" y="93"/>
                </a:cubicBezTo>
                <a:cubicBezTo>
                  <a:pt x="125" y="101"/>
                  <a:pt x="120" y="108"/>
                  <a:pt x="114" y="114"/>
                </a:cubicBezTo>
                <a:cubicBezTo>
                  <a:pt x="108" y="121"/>
                  <a:pt x="101" y="125"/>
                  <a:pt x="93" y="129"/>
                </a:cubicBezTo>
                <a:cubicBezTo>
                  <a:pt x="85" y="132"/>
                  <a:pt x="76" y="134"/>
                  <a:pt x="67" y="134"/>
                </a:cubicBezTo>
                <a:cubicBezTo>
                  <a:pt x="58" y="134"/>
                  <a:pt x="49" y="132"/>
                  <a:pt x="41" y="129"/>
                </a:cubicBezTo>
                <a:cubicBezTo>
                  <a:pt x="33" y="125"/>
                  <a:pt x="26" y="121"/>
                  <a:pt x="20" y="114"/>
                </a:cubicBezTo>
                <a:cubicBezTo>
                  <a:pt x="13" y="108"/>
                  <a:pt x="9" y="101"/>
                  <a:pt x="5" y="93"/>
                </a:cubicBezTo>
                <a:cubicBezTo>
                  <a:pt x="2" y="85"/>
                  <a:pt x="0" y="75"/>
                  <a:pt x="0" y="67"/>
                </a:cubicBezTo>
                <a:cubicBezTo>
                  <a:pt x="0" y="58"/>
                  <a:pt x="2" y="49"/>
                  <a:pt x="5" y="41"/>
                </a:cubicBezTo>
                <a:cubicBezTo>
                  <a:pt x="9" y="33"/>
                  <a:pt x="13" y="26"/>
                  <a:pt x="20" y="20"/>
                </a:cubicBezTo>
                <a:cubicBezTo>
                  <a:pt x="26" y="14"/>
                  <a:pt x="33" y="9"/>
                  <a:pt x="41" y="5"/>
                </a:cubicBezTo>
                <a:cubicBezTo>
                  <a:pt x="49" y="2"/>
                  <a:pt x="58" y="0"/>
                  <a:pt x="67" y="0"/>
                </a:cubicBezTo>
                <a:cubicBezTo>
                  <a:pt x="76" y="0"/>
                  <a:pt x="85" y="2"/>
                  <a:pt x="93" y="5"/>
                </a:cubicBezTo>
                <a:cubicBezTo>
                  <a:pt x="101" y="9"/>
                  <a:pt x="108" y="14"/>
                  <a:pt x="114" y="20"/>
                </a:cubicBezTo>
                <a:cubicBezTo>
                  <a:pt x="120" y="26"/>
                  <a:pt x="125" y="33"/>
                  <a:pt x="128" y="41"/>
                </a:cubicBezTo>
                <a:cubicBezTo>
                  <a:pt x="132" y="49"/>
                  <a:pt x="133" y="58"/>
                  <a:pt x="133" y="67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685800" y="1805760"/>
            <a:ext cx="9151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项目开发计划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" name="任意多边形 164"/>
          <p:cNvSpPr/>
          <p:nvPr/>
        </p:nvSpPr>
        <p:spPr>
          <a:xfrm>
            <a:off x="761760" y="2447640"/>
            <a:ext cx="47880" cy="48240"/>
          </a:xfrm>
          <a:custGeom>
            <a:avLst/>
            <a:gdLst/>
            <a:ahLst/>
            <a:cxnLst/>
            <a:rect l="0" t="0" r="r" b="b"/>
            <a:pathLst>
              <a:path w="133" h="134">
                <a:moveTo>
                  <a:pt x="133" y="66"/>
                </a:moveTo>
                <a:cubicBezTo>
                  <a:pt x="133" y="75"/>
                  <a:pt x="132" y="84"/>
                  <a:pt x="128" y="92"/>
                </a:cubicBezTo>
                <a:cubicBezTo>
                  <a:pt x="125" y="100"/>
                  <a:pt x="120" y="107"/>
                  <a:pt x="114" y="113"/>
                </a:cubicBezTo>
                <a:cubicBezTo>
                  <a:pt x="108" y="119"/>
                  <a:pt x="101" y="124"/>
                  <a:pt x="93" y="128"/>
                </a:cubicBezTo>
                <a:cubicBezTo>
                  <a:pt x="85" y="132"/>
                  <a:pt x="76" y="134"/>
                  <a:pt x="67" y="134"/>
                </a:cubicBezTo>
                <a:cubicBezTo>
                  <a:pt x="58" y="134"/>
                  <a:pt x="49" y="132"/>
                  <a:pt x="41" y="128"/>
                </a:cubicBezTo>
                <a:cubicBezTo>
                  <a:pt x="33" y="124"/>
                  <a:pt x="26" y="119"/>
                  <a:pt x="20" y="113"/>
                </a:cubicBezTo>
                <a:cubicBezTo>
                  <a:pt x="13" y="107"/>
                  <a:pt x="9" y="100"/>
                  <a:pt x="5" y="92"/>
                </a:cubicBezTo>
                <a:cubicBezTo>
                  <a:pt x="2" y="84"/>
                  <a:pt x="0" y="75"/>
                  <a:pt x="0" y="66"/>
                </a:cubicBezTo>
                <a:cubicBezTo>
                  <a:pt x="0" y="58"/>
                  <a:pt x="2" y="49"/>
                  <a:pt x="5" y="41"/>
                </a:cubicBezTo>
                <a:cubicBezTo>
                  <a:pt x="9" y="33"/>
                  <a:pt x="13" y="26"/>
                  <a:pt x="20" y="20"/>
                </a:cubicBezTo>
                <a:cubicBezTo>
                  <a:pt x="26" y="13"/>
                  <a:pt x="33" y="9"/>
                  <a:pt x="41" y="5"/>
                </a:cubicBezTo>
                <a:cubicBezTo>
                  <a:pt x="49" y="2"/>
                  <a:pt x="58" y="0"/>
                  <a:pt x="67" y="0"/>
                </a:cubicBezTo>
                <a:cubicBezTo>
                  <a:pt x="76" y="0"/>
                  <a:pt x="85" y="2"/>
                  <a:pt x="93" y="5"/>
                </a:cubicBezTo>
                <a:cubicBezTo>
                  <a:pt x="101" y="9"/>
                  <a:pt x="108" y="13"/>
                  <a:pt x="114" y="20"/>
                </a:cubicBezTo>
                <a:cubicBezTo>
                  <a:pt x="120" y="26"/>
                  <a:pt x="125" y="33"/>
                  <a:pt x="128" y="41"/>
                </a:cubicBezTo>
                <a:cubicBezTo>
                  <a:pt x="132" y="49"/>
                  <a:pt x="133" y="58"/>
                  <a:pt x="133" y="66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6" name="文本框 165"/>
          <p:cNvSpPr txBox="1"/>
          <p:nvPr/>
        </p:nvSpPr>
        <p:spPr>
          <a:xfrm>
            <a:off x="971640" y="2110680"/>
            <a:ext cx="258300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开发周期：</a:t>
            </a:r>
            <a:r>
              <a:rPr lang="en-US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2025.09.29 - 2026.01.16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7" name="任意多边形 166"/>
          <p:cNvSpPr/>
          <p:nvPr/>
        </p:nvSpPr>
        <p:spPr>
          <a:xfrm>
            <a:off x="761760" y="2714400"/>
            <a:ext cx="47880" cy="47880"/>
          </a:xfrm>
          <a:custGeom>
            <a:avLst/>
            <a:gdLst/>
            <a:ahLst/>
            <a:cxnLst/>
            <a:rect l="0" t="0" r="r" b="b"/>
            <a:pathLst>
              <a:path w="133" h="133">
                <a:moveTo>
                  <a:pt x="133" y="67"/>
                </a:moveTo>
                <a:cubicBezTo>
                  <a:pt x="133" y="76"/>
                  <a:pt x="132" y="84"/>
                  <a:pt x="128" y="93"/>
                </a:cubicBezTo>
                <a:cubicBezTo>
                  <a:pt x="125" y="101"/>
                  <a:pt x="120" y="108"/>
                  <a:pt x="114" y="114"/>
                </a:cubicBezTo>
                <a:cubicBezTo>
                  <a:pt x="108" y="120"/>
                  <a:pt x="101" y="125"/>
                  <a:pt x="93" y="128"/>
                </a:cubicBezTo>
                <a:cubicBezTo>
                  <a:pt x="85" y="132"/>
                  <a:pt x="76" y="133"/>
                  <a:pt x="67" y="133"/>
                </a:cubicBezTo>
                <a:cubicBezTo>
                  <a:pt x="58" y="133"/>
                  <a:pt x="49" y="132"/>
                  <a:pt x="41" y="128"/>
                </a:cubicBezTo>
                <a:cubicBezTo>
                  <a:pt x="33" y="125"/>
                  <a:pt x="26" y="120"/>
                  <a:pt x="20" y="114"/>
                </a:cubicBezTo>
                <a:cubicBezTo>
                  <a:pt x="13" y="108"/>
                  <a:pt x="9" y="101"/>
                  <a:pt x="5" y="93"/>
                </a:cubicBezTo>
                <a:cubicBezTo>
                  <a:pt x="2" y="84"/>
                  <a:pt x="0" y="76"/>
                  <a:pt x="0" y="67"/>
                </a:cubicBezTo>
                <a:cubicBezTo>
                  <a:pt x="0" y="58"/>
                  <a:pt x="2" y="49"/>
                  <a:pt x="5" y="41"/>
                </a:cubicBezTo>
                <a:cubicBezTo>
                  <a:pt x="9" y="33"/>
                  <a:pt x="13" y="26"/>
                  <a:pt x="20" y="19"/>
                </a:cubicBezTo>
                <a:cubicBezTo>
                  <a:pt x="26" y="13"/>
                  <a:pt x="33" y="9"/>
                  <a:pt x="41" y="5"/>
                </a:cubicBezTo>
                <a:cubicBezTo>
                  <a:pt x="49" y="2"/>
                  <a:pt x="58" y="0"/>
                  <a:pt x="67" y="0"/>
                </a:cubicBezTo>
                <a:cubicBezTo>
                  <a:pt x="76" y="0"/>
                  <a:pt x="85" y="2"/>
                  <a:pt x="93" y="5"/>
                </a:cubicBezTo>
                <a:cubicBezTo>
                  <a:pt x="101" y="9"/>
                  <a:pt x="108" y="13"/>
                  <a:pt x="114" y="19"/>
                </a:cubicBezTo>
                <a:cubicBezTo>
                  <a:pt x="120" y="26"/>
                  <a:pt x="125" y="33"/>
                  <a:pt x="128" y="41"/>
                </a:cubicBezTo>
                <a:cubicBezTo>
                  <a:pt x="132" y="49"/>
                  <a:pt x="133" y="58"/>
                  <a:pt x="133" y="67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8" name="文本框 167"/>
          <p:cNvSpPr txBox="1"/>
          <p:nvPr/>
        </p:nvSpPr>
        <p:spPr>
          <a:xfrm>
            <a:off x="971640" y="2377440"/>
            <a:ext cx="15019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7</a:t>
            </a:r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个核心阶段任务分解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9" name="任意多边形 168"/>
          <p:cNvSpPr/>
          <p:nvPr/>
        </p:nvSpPr>
        <p:spPr>
          <a:xfrm>
            <a:off x="761760" y="2981160"/>
            <a:ext cx="47880" cy="47880"/>
          </a:xfrm>
          <a:custGeom>
            <a:avLst/>
            <a:gdLst/>
            <a:ahLst/>
            <a:cxnLst/>
            <a:rect l="0" t="0" r="r" b="b"/>
            <a:pathLst>
              <a:path w="133" h="133">
                <a:moveTo>
                  <a:pt x="133" y="66"/>
                </a:moveTo>
                <a:cubicBezTo>
                  <a:pt x="133" y="75"/>
                  <a:pt x="132" y="83"/>
                  <a:pt x="128" y="91"/>
                </a:cubicBezTo>
                <a:cubicBezTo>
                  <a:pt x="125" y="100"/>
                  <a:pt x="120" y="108"/>
                  <a:pt x="114" y="114"/>
                </a:cubicBezTo>
                <a:cubicBezTo>
                  <a:pt x="108" y="120"/>
                  <a:pt x="101" y="125"/>
                  <a:pt x="93" y="128"/>
                </a:cubicBezTo>
                <a:cubicBezTo>
                  <a:pt x="85" y="132"/>
                  <a:pt x="76" y="133"/>
                  <a:pt x="67" y="133"/>
                </a:cubicBezTo>
                <a:cubicBezTo>
                  <a:pt x="58" y="133"/>
                  <a:pt x="49" y="132"/>
                  <a:pt x="41" y="128"/>
                </a:cubicBezTo>
                <a:cubicBezTo>
                  <a:pt x="33" y="125"/>
                  <a:pt x="26" y="120"/>
                  <a:pt x="20" y="114"/>
                </a:cubicBezTo>
                <a:cubicBezTo>
                  <a:pt x="13" y="108"/>
                  <a:pt x="9" y="100"/>
                  <a:pt x="5" y="91"/>
                </a:cubicBezTo>
                <a:cubicBezTo>
                  <a:pt x="2" y="83"/>
                  <a:pt x="0" y="75"/>
                  <a:pt x="0" y="66"/>
                </a:cubicBezTo>
                <a:cubicBezTo>
                  <a:pt x="0" y="57"/>
                  <a:pt x="2" y="49"/>
                  <a:pt x="5" y="41"/>
                </a:cubicBezTo>
                <a:cubicBezTo>
                  <a:pt x="9" y="33"/>
                  <a:pt x="13" y="26"/>
                  <a:pt x="20" y="19"/>
                </a:cubicBezTo>
                <a:cubicBezTo>
                  <a:pt x="26" y="13"/>
                  <a:pt x="33" y="8"/>
                  <a:pt x="41" y="5"/>
                </a:cubicBezTo>
                <a:cubicBezTo>
                  <a:pt x="49" y="2"/>
                  <a:pt x="58" y="0"/>
                  <a:pt x="67" y="0"/>
                </a:cubicBezTo>
                <a:cubicBezTo>
                  <a:pt x="76" y="0"/>
                  <a:pt x="85" y="2"/>
                  <a:pt x="93" y="5"/>
                </a:cubicBezTo>
                <a:cubicBezTo>
                  <a:pt x="101" y="8"/>
                  <a:pt x="108" y="13"/>
                  <a:pt x="114" y="19"/>
                </a:cubicBezTo>
                <a:cubicBezTo>
                  <a:pt x="120" y="26"/>
                  <a:pt x="125" y="33"/>
                  <a:pt x="128" y="41"/>
                </a:cubicBezTo>
                <a:cubicBezTo>
                  <a:pt x="132" y="49"/>
                  <a:pt x="133" y="57"/>
                  <a:pt x="133" y="66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971640" y="2644200"/>
            <a:ext cx="13723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明确里程碑与交付物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971640" y="2910600"/>
            <a:ext cx="167724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资源配置与风险应对策略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8" name="任意多边形 177"/>
          <p:cNvSpPr/>
          <p:nvPr/>
        </p:nvSpPr>
        <p:spPr>
          <a:xfrm>
            <a:off x="685440" y="5667120"/>
            <a:ext cx="4953600" cy="10440"/>
          </a:xfrm>
          <a:custGeom>
            <a:avLst/>
            <a:gdLst/>
            <a:ahLst/>
            <a:cxnLst/>
            <a:rect l="0" t="0" r="r" b="b"/>
            <a:pathLst>
              <a:path w="13760" h="29">
                <a:moveTo>
                  <a:pt x="0" y="0"/>
                </a:moveTo>
                <a:lnTo>
                  <a:pt x="13760" y="0"/>
                </a:lnTo>
                <a:lnTo>
                  <a:pt x="13760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9" name="任意多边形 178"/>
          <p:cNvSpPr/>
          <p:nvPr/>
        </p:nvSpPr>
        <p:spPr>
          <a:xfrm>
            <a:off x="688320" y="5955840"/>
            <a:ext cx="166320" cy="165960"/>
          </a:xfrm>
          <a:custGeom>
            <a:avLst/>
            <a:gdLst/>
            <a:ahLst/>
            <a:cxnLst/>
            <a:rect l="0" t="0" r="r" b="b"/>
            <a:pathLst>
              <a:path w="462" h="461">
                <a:moveTo>
                  <a:pt x="138" y="409"/>
                </a:moveTo>
                <a:lnTo>
                  <a:pt x="126" y="437"/>
                </a:lnTo>
                <a:cubicBezTo>
                  <a:pt x="109" y="428"/>
                  <a:pt x="93" y="417"/>
                  <a:pt x="78" y="404"/>
                </a:cubicBezTo>
                <a:lnTo>
                  <a:pt x="100" y="383"/>
                </a:lnTo>
                <a:cubicBezTo>
                  <a:pt x="111" y="393"/>
                  <a:pt x="124" y="402"/>
                  <a:pt x="138" y="409"/>
                </a:cubicBezTo>
                <a:moveTo>
                  <a:pt x="30" y="245"/>
                </a:moveTo>
                <a:lnTo>
                  <a:pt x="0" y="245"/>
                </a:lnTo>
                <a:cubicBezTo>
                  <a:pt x="2" y="266"/>
                  <a:pt x="5" y="285"/>
                  <a:pt x="11" y="303"/>
                </a:cubicBezTo>
                <a:lnTo>
                  <a:pt x="39" y="292"/>
                </a:lnTo>
                <a:cubicBezTo>
                  <a:pt x="34" y="277"/>
                  <a:pt x="31" y="262"/>
                  <a:pt x="30" y="245"/>
                </a:cubicBezTo>
                <a:moveTo>
                  <a:pt x="30" y="215"/>
                </a:moveTo>
                <a:cubicBezTo>
                  <a:pt x="32" y="198"/>
                  <a:pt x="35" y="181"/>
                  <a:pt x="41" y="165"/>
                </a:cubicBezTo>
                <a:lnTo>
                  <a:pt x="13" y="153"/>
                </a:lnTo>
                <a:cubicBezTo>
                  <a:pt x="6" y="173"/>
                  <a:pt x="2" y="194"/>
                  <a:pt x="0" y="215"/>
                </a:cubicBezTo>
                <a:lnTo>
                  <a:pt x="30" y="215"/>
                </a:lnTo>
                <a:moveTo>
                  <a:pt x="52" y="138"/>
                </a:moveTo>
                <a:cubicBezTo>
                  <a:pt x="60" y="124"/>
                  <a:pt x="68" y="111"/>
                  <a:pt x="78" y="99"/>
                </a:cubicBezTo>
                <a:lnTo>
                  <a:pt x="57" y="78"/>
                </a:lnTo>
                <a:cubicBezTo>
                  <a:pt x="45" y="92"/>
                  <a:pt x="34" y="108"/>
                  <a:pt x="25" y="126"/>
                </a:cubicBezTo>
                <a:lnTo>
                  <a:pt x="52" y="138"/>
                </a:lnTo>
                <a:moveTo>
                  <a:pt x="363" y="383"/>
                </a:moveTo>
                <a:cubicBezTo>
                  <a:pt x="350" y="394"/>
                  <a:pt x="335" y="404"/>
                  <a:pt x="320" y="412"/>
                </a:cubicBezTo>
                <a:lnTo>
                  <a:pt x="331" y="439"/>
                </a:lnTo>
                <a:cubicBezTo>
                  <a:pt x="350" y="430"/>
                  <a:pt x="368" y="418"/>
                  <a:pt x="384" y="404"/>
                </a:cubicBezTo>
                <a:lnTo>
                  <a:pt x="363" y="383"/>
                </a:lnTo>
                <a:moveTo>
                  <a:pt x="99" y="78"/>
                </a:moveTo>
                <a:cubicBezTo>
                  <a:pt x="112" y="67"/>
                  <a:pt x="127" y="57"/>
                  <a:pt x="142" y="50"/>
                </a:cubicBezTo>
                <a:lnTo>
                  <a:pt x="131" y="22"/>
                </a:lnTo>
                <a:cubicBezTo>
                  <a:pt x="112" y="31"/>
                  <a:pt x="94" y="43"/>
                  <a:pt x="78" y="57"/>
                </a:cubicBezTo>
                <a:lnTo>
                  <a:pt x="99" y="78"/>
                </a:lnTo>
                <a:moveTo>
                  <a:pt x="410" y="324"/>
                </a:moveTo>
                <a:cubicBezTo>
                  <a:pt x="403" y="337"/>
                  <a:pt x="394" y="350"/>
                  <a:pt x="384" y="362"/>
                </a:cubicBezTo>
                <a:lnTo>
                  <a:pt x="405" y="383"/>
                </a:lnTo>
                <a:cubicBezTo>
                  <a:pt x="418" y="369"/>
                  <a:pt x="429" y="353"/>
                  <a:pt x="437" y="335"/>
                </a:cubicBezTo>
                <a:lnTo>
                  <a:pt x="410" y="324"/>
                </a:lnTo>
                <a:moveTo>
                  <a:pt x="432" y="245"/>
                </a:moveTo>
                <a:cubicBezTo>
                  <a:pt x="431" y="263"/>
                  <a:pt x="427" y="280"/>
                  <a:pt x="422" y="296"/>
                </a:cubicBezTo>
                <a:lnTo>
                  <a:pt x="449" y="308"/>
                </a:lnTo>
                <a:cubicBezTo>
                  <a:pt x="456" y="288"/>
                  <a:pt x="460" y="268"/>
                  <a:pt x="462" y="245"/>
                </a:cubicBezTo>
                <a:lnTo>
                  <a:pt x="432" y="245"/>
                </a:lnTo>
                <a:moveTo>
                  <a:pt x="292" y="423"/>
                </a:moveTo>
                <a:cubicBezTo>
                  <a:pt x="278" y="427"/>
                  <a:pt x="262" y="430"/>
                  <a:pt x="247" y="431"/>
                </a:cubicBezTo>
                <a:lnTo>
                  <a:pt x="247" y="461"/>
                </a:lnTo>
                <a:cubicBezTo>
                  <a:pt x="266" y="460"/>
                  <a:pt x="285" y="456"/>
                  <a:pt x="303" y="450"/>
                </a:cubicBezTo>
                <a:lnTo>
                  <a:pt x="292" y="423"/>
                </a:lnTo>
                <a:moveTo>
                  <a:pt x="217" y="431"/>
                </a:moveTo>
                <a:cubicBezTo>
                  <a:pt x="199" y="430"/>
                  <a:pt x="182" y="427"/>
                  <a:pt x="166" y="421"/>
                </a:cubicBezTo>
                <a:lnTo>
                  <a:pt x="154" y="449"/>
                </a:lnTo>
                <a:cubicBezTo>
                  <a:pt x="174" y="456"/>
                  <a:pt x="195" y="460"/>
                  <a:pt x="217" y="461"/>
                </a:cubicBezTo>
                <a:lnTo>
                  <a:pt x="217" y="431"/>
                </a:lnTo>
                <a:moveTo>
                  <a:pt x="423" y="169"/>
                </a:moveTo>
                <a:cubicBezTo>
                  <a:pt x="428" y="184"/>
                  <a:pt x="431" y="199"/>
                  <a:pt x="432" y="215"/>
                </a:cubicBezTo>
                <a:lnTo>
                  <a:pt x="462" y="215"/>
                </a:lnTo>
                <a:cubicBezTo>
                  <a:pt x="461" y="195"/>
                  <a:pt x="457" y="176"/>
                  <a:pt x="451" y="158"/>
                </a:cubicBezTo>
                <a:lnTo>
                  <a:pt x="423" y="169"/>
                </a:lnTo>
                <a:moveTo>
                  <a:pt x="78" y="362"/>
                </a:moveTo>
                <a:cubicBezTo>
                  <a:pt x="67" y="349"/>
                  <a:pt x="58" y="335"/>
                  <a:pt x="50" y="319"/>
                </a:cubicBezTo>
                <a:lnTo>
                  <a:pt x="22" y="330"/>
                </a:lnTo>
                <a:cubicBezTo>
                  <a:pt x="32" y="350"/>
                  <a:pt x="43" y="367"/>
                  <a:pt x="57" y="383"/>
                </a:cubicBezTo>
                <a:lnTo>
                  <a:pt x="78" y="362"/>
                </a:lnTo>
                <a:moveTo>
                  <a:pt x="247" y="30"/>
                </a:moveTo>
                <a:cubicBezTo>
                  <a:pt x="264" y="31"/>
                  <a:pt x="281" y="35"/>
                  <a:pt x="297" y="40"/>
                </a:cubicBezTo>
                <a:lnTo>
                  <a:pt x="309" y="13"/>
                </a:lnTo>
                <a:cubicBezTo>
                  <a:pt x="289" y="6"/>
                  <a:pt x="268" y="1"/>
                  <a:pt x="247" y="0"/>
                </a:cubicBezTo>
                <a:lnTo>
                  <a:pt x="247" y="30"/>
                </a:lnTo>
                <a:moveTo>
                  <a:pt x="171" y="38"/>
                </a:moveTo>
                <a:cubicBezTo>
                  <a:pt x="186" y="34"/>
                  <a:pt x="201" y="31"/>
                  <a:pt x="217" y="30"/>
                </a:cubicBezTo>
                <a:lnTo>
                  <a:pt x="217" y="0"/>
                </a:lnTo>
                <a:cubicBezTo>
                  <a:pt x="197" y="1"/>
                  <a:pt x="178" y="5"/>
                  <a:pt x="160" y="11"/>
                </a:cubicBezTo>
                <a:lnTo>
                  <a:pt x="171" y="38"/>
                </a:lnTo>
                <a:moveTo>
                  <a:pt x="405" y="78"/>
                </a:moveTo>
                <a:lnTo>
                  <a:pt x="384" y="99"/>
                </a:lnTo>
                <a:cubicBezTo>
                  <a:pt x="395" y="112"/>
                  <a:pt x="405" y="126"/>
                  <a:pt x="412" y="142"/>
                </a:cubicBezTo>
                <a:lnTo>
                  <a:pt x="440" y="131"/>
                </a:lnTo>
                <a:cubicBezTo>
                  <a:pt x="431" y="111"/>
                  <a:pt x="419" y="94"/>
                  <a:pt x="405" y="78"/>
                </a:cubicBezTo>
                <a:moveTo>
                  <a:pt x="363" y="78"/>
                </a:moveTo>
                <a:lnTo>
                  <a:pt x="384" y="57"/>
                </a:lnTo>
                <a:cubicBezTo>
                  <a:pt x="369" y="44"/>
                  <a:pt x="353" y="33"/>
                  <a:pt x="336" y="24"/>
                </a:cubicBezTo>
                <a:lnTo>
                  <a:pt x="324" y="52"/>
                </a:lnTo>
                <a:cubicBezTo>
                  <a:pt x="338" y="59"/>
                  <a:pt x="351" y="68"/>
                  <a:pt x="363" y="78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0" name="任意多边形 179"/>
          <p:cNvSpPr/>
          <p:nvPr/>
        </p:nvSpPr>
        <p:spPr>
          <a:xfrm>
            <a:off x="766440" y="6069600"/>
            <a:ext cx="10440" cy="10800"/>
          </a:xfrm>
          <a:custGeom>
            <a:avLst/>
            <a:gdLst/>
            <a:ahLst/>
            <a:cxnLst/>
            <a:rect l="0" t="0" r="r" b="b"/>
            <a:pathLst>
              <a:path w="29" h="30">
                <a:moveTo>
                  <a:pt x="29" y="16"/>
                </a:moveTo>
                <a:cubicBezTo>
                  <a:pt x="29" y="19"/>
                  <a:pt x="27" y="23"/>
                  <a:pt x="25" y="26"/>
                </a:cubicBezTo>
                <a:cubicBezTo>
                  <a:pt x="22" y="28"/>
                  <a:pt x="19" y="30"/>
                  <a:pt x="15" y="30"/>
                </a:cubicBezTo>
                <a:cubicBezTo>
                  <a:pt x="10" y="30"/>
                  <a:pt x="6" y="28"/>
                  <a:pt x="4" y="26"/>
                </a:cubicBezTo>
                <a:cubicBezTo>
                  <a:pt x="1" y="23"/>
                  <a:pt x="0" y="19"/>
                  <a:pt x="0" y="16"/>
                </a:cubicBezTo>
                <a:cubicBezTo>
                  <a:pt x="0" y="12"/>
                  <a:pt x="1" y="7"/>
                  <a:pt x="4" y="5"/>
                </a:cubicBezTo>
                <a:cubicBezTo>
                  <a:pt x="6" y="2"/>
                  <a:pt x="10" y="0"/>
                  <a:pt x="15" y="0"/>
                </a:cubicBezTo>
                <a:cubicBezTo>
                  <a:pt x="19" y="0"/>
                  <a:pt x="22" y="2"/>
                  <a:pt x="25" y="5"/>
                </a:cubicBezTo>
                <a:cubicBezTo>
                  <a:pt x="27" y="7"/>
                  <a:pt x="29" y="12"/>
                  <a:pt x="29" y="16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1" name="任意多边形 180"/>
          <p:cNvSpPr/>
          <p:nvPr/>
        </p:nvSpPr>
        <p:spPr>
          <a:xfrm>
            <a:off x="739800" y="5990400"/>
            <a:ext cx="64080" cy="67320"/>
          </a:xfrm>
          <a:custGeom>
            <a:avLst/>
            <a:gdLst/>
            <a:ahLst/>
            <a:cxnLst/>
            <a:rect l="0" t="0" r="r" b="b"/>
            <a:pathLst>
              <a:path w="178" h="187">
                <a:moveTo>
                  <a:pt x="94" y="187"/>
                </a:moveTo>
                <a:lnTo>
                  <a:pt x="79" y="187"/>
                </a:lnTo>
                <a:cubicBezTo>
                  <a:pt x="73" y="187"/>
                  <a:pt x="68" y="182"/>
                  <a:pt x="68" y="176"/>
                </a:cubicBezTo>
                <a:cubicBezTo>
                  <a:pt x="68" y="110"/>
                  <a:pt x="140" y="117"/>
                  <a:pt x="140" y="76"/>
                </a:cubicBezTo>
                <a:cubicBezTo>
                  <a:pt x="140" y="57"/>
                  <a:pt x="123" y="38"/>
                  <a:pt x="86" y="38"/>
                </a:cubicBezTo>
                <a:cubicBezTo>
                  <a:pt x="59" y="38"/>
                  <a:pt x="45" y="47"/>
                  <a:pt x="31" y="65"/>
                </a:cubicBezTo>
                <a:cubicBezTo>
                  <a:pt x="28" y="70"/>
                  <a:pt x="21" y="71"/>
                  <a:pt x="16" y="67"/>
                </a:cubicBezTo>
                <a:lnTo>
                  <a:pt x="4" y="59"/>
                </a:lnTo>
                <a:cubicBezTo>
                  <a:pt x="-1" y="55"/>
                  <a:pt x="-2" y="48"/>
                  <a:pt x="2" y="43"/>
                </a:cubicBezTo>
                <a:cubicBezTo>
                  <a:pt x="21" y="17"/>
                  <a:pt x="45" y="0"/>
                  <a:pt x="86" y="0"/>
                </a:cubicBezTo>
                <a:cubicBezTo>
                  <a:pt x="135" y="0"/>
                  <a:pt x="178" y="29"/>
                  <a:pt x="178" y="76"/>
                </a:cubicBezTo>
                <a:cubicBezTo>
                  <a:pt x="178" y="139"/>
                  <a:pt x="105" y="135"/>
                  <a:pt x="105" y="176"/>
                </a:cubicBezTo>
                <a:cubicBezTo>
                  <a:pt x="105" y="182"/>
                  <a:pt x="100" y="187"/>
                  <a:pt x="94" y="187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3" name="任意多边形 182"/>
          <p:cNvSpPr/>
          <p:nvPr/>
        </p:nvSpPr>
        <p:spPr>
          <a:xfrm>
            <a:off x="6248160" y="990360"/>
            <a:ext cx="5563080" cy="5486760"/>
          </a:xfrm>
          <a:custGeom>
            <a:avLst/>
            <a:gdLst/>
            <a:ahLst/>
            <a:cxnLst/>
            <a:rect l="0" t="0" r="r" b="b"/>
            <a:pathLst>
              <a:path w="15453" h="15241">
                <a:moveTo>
                  <a:pt x="0" y="14924"/>
                </a:moveTo>
                <a:lnTo>
                  <a:pt x="0" y="318"/>
                </a:lnTo>
                <a:cubicBezTo>
                  <a:pt x="0" y="297"/>
                  <a:pt x="2" y="276"/>
                  <a:pt x="6" y="256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7"/>
                  <a:pt x="42" y="159"/>
                  <a:pt x="54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8"/>
                  <a:pt x="124" y="65"/>
                  <a:pt x="141" y="54"/>
                </a:cubicBezTo>
                <a:cubicBezTo>
                  <a:pt x="159" y="42"/>
                  <a:pt x="177" y="32"/>
                  <a:pt x="196" y="24"/>
                </a:cubicBezTo>
                <a:cubicBezTo>
                  <a:pt x="215" y="16"/>
                  <a:pt x="235" y="10"/>
                  <a:pt x="256" y="6"/>
                </a:cubicBezTo>
                <a:cubicBezTo>
                  <a:pt x="276" y="2"/>
                  <a:pt x="297" y="0"/>
                  <a:pt x="318" y="0"/>
                </a:cubicBezTo>
                <a:lnTo>
                  <a:pt x="15135" y="0"/>
                </a:lnTo>
                <a:cubicBezTo>
                  <a:pt x="15156" y="0"/>
                  <a:pt x="15177" y="2"/>
                  <a:pt x="15197" y="6"/>
                </a:cubicBezTo>
                <a:cubicBezTo>
                  <a:pt x="15218" y="10"/>
                  <a:pt x="15238" y="16"/>
                  <a:pt x="15257" y="24"/>
                </a:cubicBezTo>
                <a:cubicBezTo>
                  <a:pt x="15276" y="32"/>
                  <a:pt x="15294" y="42"/>
                  <a:pt x="15312" y="54"/>
                </a:cubicBezTo>
                <a:cubicBezTo>
                  <a:pt x="15329" y="65"/>
                  <a:pt x="15345" y="78"/>
                  <a:pt x="15360" y="93"/>
                </a:cubicBezTo>
                <a:cubicBezTo>
                  <a:pt x="15375" y="108"/>
                  <a:pt x="15388" y="124"/>
                  <a:pt x="15399" y="141"/>
                </a:cubicBezTo>
                <a:cubicBezTo>
                  <a:pt x="15411" y="159"/>
                  <a:pt x="15421" y="177"/>
                  <a:pt x="15429" y="196"/>
                </a:cubicBezTo>
                <a:cubicBezTo>
                  <a:pt x="15437" y="215"/>
                  <a:pt x="15443" y="235"/>
                  <a:pt x="15447" y="256"/>
                </a:cubicBezTo>
                <a:cubicBezTo>
                  <a:pt x="15451" y="276"/>
                  <a:pt x="15453" y="297"/>
                  <a:pt x="15453" y="318"/>
                </a:cubicBezTo>
                <a:lnTo>
                  <a:pt x="15453" y="14924"/>
                </a:lnTo>
                <a:cubicBezTo>
                  <a:pt x="15453" y="14945"/>
                  <a:pt x="15451" y="14965"/>
                  <a:pt x="15447" y="14986"/>
                </a:cubicBezTo>
                <a:cubicBezTo>
                  <a:pt x="15443" y="15006"/>
                  <a:pt x="15437" y="15026"/>
                  <a:pt x="15429" y="15045"/>
                </a:cubicBezTo>
                <a:cubicBezTo>
                  <a:pt x="15421" y="15064"/>
                  <a:pt x="15411" y="15083"/>
                  <a:pt x="15399" y="15100"/>
                </a:cubicBezTo>
                <a:cubicBezTo>
                  <a:pt x="15388" y="15117"/>
                  <a:pt x="15375" y="15133"/>
                  <a:pt x="15360" y="15148"/>
                </a:cubicBezTo>
                <a:cubicBezTo>
                  <a:pt x="15345" y="15163"/>
                  <a:pt x="15329" y="15176"/>
                  <a:pt x="15312" y="15188"/>
                </a:cubicBezTo>
                <a:cubicBezTo>
                  <a:pt x="15294" y="15199"/>
                  <a:pt x="15276" y="15209"/>
                  <a:pt x="15257" y="15217"/>
                </a:cubicBezTo>
                <a:cubicBezTo>
                  <a:pt x="15238" y="15225"/>
                  <a:pt x="15218" y="15231"/>
                  <a:pt x="15197" y="15235"/>
                </a:cubicBezTo>
                <a:cubicBezTo>
                  <a:pt x="15177" y="15239"/>
                  <a:pt x="15156" y="15241"/>
                  <a:pt x="15135" y="15241"/>
                </a:cubicBezTo>
                <a:lnTo>
                  <a:pt x="318" y="15241"/>
                </a:lnTo>
                <a:cubicBezTo>
                  <a:pt x="297" y="15241"/>
                  <a:pt x="276" y="15239"/>
                  <a:pt x="256" y="15235"/>
                </a:cubicBezTo>
                <a:cubicBezTo>
                  <a:pt x="235" y="15231"/>
                  <a:pt x="215" y="15225"/>
                  <a:pt x="196" y="15217"/>
                </a:cubicBezTo>
                <a:cubicBezTo>
                  <a:pt x="177" y="15209"/>
                  <a:pt x="159" y="15199"/>
                  <a:pt x="141" y="15188"/>
                </a:cubicBezTo>
                <a:cubicBezTo>
                  <a:pt x="124" y="15176"/>
                  <a:pt x="108" y="15163"/>
                  <a:pt x="93" y="15148"/>
                </a:cubicBezTo>
                <a:cubicBezTo>
                  <a:pt x="78" y="15133"/>
                  <a:pt x="65" y="15117"/>
                  <a:pt x="54" y="15100"/>
                </a:cubicBezTo>
                <a:cubicBezTo>
                  <a:pt x="42" y="15083"/>
                  <a:pt x="32" y="15064"/>
                  <a:pt x="24" y="15045"/>
                </a:cubicBezTo>
                <a:cubicBezTo>
                  <a:pt x="16" y="15026"/>
                  <a:pt x="10" y="15006"/>
                  <a:pt x="6" y="14986"/>
                </a:cubicBezTo>
                <a:cubicBezTo>
                  <a:pt x="2" y="14965"/>
                  <a:pt x="0" y="14945"/>
                  <a:pt x="0" y="1492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4" name="任意多边形 183"/>
          <p:cNvSpPr/>
          <p:nvPr/>
        </p:nvSpPr>
        <p:spPr>
          <a:xfrm>
            <a:off x="6553080" y="1314360"/>
            <a:ext cx="286200" cy="229320"/>
          </a:xfrm>
          <a:custGeom>
            <a:avLst/>
            <a:gdLst/>
            <a:ahLst/>
            <a:cxnLst/>
            <a:rect l="0" t="0" r="r" b="b"/>
            <a:pathLst>
              <a:path w="795" h="637">
                <a:moveTo>
                  <a:pt x="178" y="0"/>
                </a:moveTo>
                <a:cubicBezTo>
                  <a:pt x="192" y="0"/>
                  <a:pt x="204" y="2"/>
                  <a:pt x="216" y="7"/>
                </a:cubicBezTo>
                <a:cubicBezTo>
                  <a:pt x="229" y="12"/>
                  <a:pt x="239" y="20"/>
                  <a:pt x="249" y="29"/>
                </a:cubicBezTo>
                <a:cubicBezTo>
                  <a:pt x="258" y="38"/>
                  <a:pt x="265" y="49"/>
                  <a:pt x="270" y="61"/>
                </a:cubicBezTo>
                <a:cubicBezTo>
                  <a:pt x="275" y="73"/>
                  <a:pt x="278" y="86"/>
                  <a:pt x="278" y="99"/>
                </a:cubicBezTo>
                <a:cubicBezTo>
                  <a:pt x="278" y="112"/>
                  <a:pt x="275" y="125"/>
                  <a:pt x="270" y="137"/>
                </a:cubicBezTo>
                <a:cubicBezTo>
                  <a:pt x="265" y="149"/>
                  <a:pt x="258" y="160"/>
                  <a:pt x="249" y="169"/>
                </a:cubicBezTo>
                <a:cubicBezTo>
                  <a:pt x="239" y="178"/>
                  <a:pt x="229" y="186"/>
                  <a:pt x="216" y="191"/>
                </a:cubicBezTo>
                <a:cubicBezTo>
                  <a:pt x="204" y="196"/>
                  <a:pt x="192" y="198"/>
                  <a:pt x="178" y="198"/>
                </a:cubicBezTo>
                <a:cubicBezTo>
                  <a:pt x="165" y="198"/>
                  <a:pt x="153" y="196"/>
                  <a:pt x="140" y="191"/>
                </a:cubicBezTo>
                <a:cubicBezTo>
                  <a:pt x="128" y="186"/>
                  <a:pt x="118" y="178"/>
                  <a:pt x="108" y="169"/>
                </a:cubicBezTo>
                <a:cubicBezTo>
                  <a:pt x="99" y="160"/>
                  <a:pt x="92" y="149"/>
                  <a:pt x="87" y="137"/>
                </a:cubicBezTo>
                <a:cubicBezTo>
                  <a:pt x="82" y="125"/>
                  <a:pt x="79" y="112"/>
                  <a:pt x="79" y="99"/>
                </a:cubicBezTo>
                <a:cubicBezTo>
                  <a:pt x="79" y="86"/>
                  <a:pt x="82" y="73"/>
                  <a:pt x="87" y="61"/>
                </a:cubicBezTo>
                <a:cubicBezTo>
                  <a:pt x="92" y="49"/>
                  <a:pt x="99" y="38"/>
                  <a:pt x="108" y="29"/>
                </a:cubicBezTo>
                <a:cubicBezTo>
                  <a:pt x="118" y="20"/>
                  <a:pt x="128" y="12"/>
                  <a:pt x="140" y="7"/>
                </a:cubicBezTo>
                <a:cubicBezTo>
                  <a:pt x="153" y="2"/>
                  <a:pt x="165" y="0"/>
                  <a:pt x="178" y="0"/>
                </a:cubicBezTo>
                <a:moveTo>
                  <a:pt x="636" y="0"/>
                </a:moveTo>
                <a:cubicBezTo>
                  <a:pt x="649" y="0"/>
                  <a:pt x="662" y="2"/>
                  <a:pt x="674" y="7"/>
                </a:cubicBezTo>
                <a:cubicBezTo>
                  <a:pt x="686" y="12"/>
                  <a:pt x="697" y="20"/>
                  <a:pt x="706" y="29"/>
                </a:cubicBezTo>
                <a:cubicBezTo>
                  <a:pt x="715" y="38"/>
                  <a:pt x="722" y="49"/>
                  <a:pt x="727" y="61"/>
                </a:cubicBezTo>
                <a:cubicBezTo>
                  <a:pt x="733" y="73"/>
                  <a:pt x="735" y="86"/>
                  <a:pt x="735" y="99"/>
                </a:cubicBezTo>
                <a:cubicBezTo>
                  <a:pt x="735" y="112"/>
                  <a:pt x="733" y="125"/>
                  <a:pt x="727" y="137"/>
                </a:cubicBezTo>
                <a:cubicBezTo>
                  <a:pt x="722" y="149"/>
                  <a:pt x="715" y="160"/>
                  <a:pt x="706" y="169"/>
                </a:cubicBezTo>
                <a:cubicBezTo>
                  <a:pt x="697" y="178"/>
                  <a:pt x="686" y="186"/>
                  <a:pt x="674" y="191"/>
                </a:cubicBezTo>
                <a:cubicBezTo>
                  <a:pt x="662" y="196"/>
                  <a:pt x="649" y="198"/>
                  <a:pt x="636" y="198"/>
                </a:cubicBezTo>
                <a:cubicBezTo>
                  <a:pt x="623" y="198"/>
                  <a:pt x="610" y="196"/>
                  <a:pt x="598" y="191"/>
                </a:cubicBezTo>
                <a:cubicBezTo>
                  <a:pt x="586" y="186"/>
                  <a:pt x="575" y="178"/>
                  <a:pt x="566" y="169"/>
                </a:cubicBezTo>
                <a:cubicBezTo>
                  <a:pt x="556" y="160"/>
                  <a:pt x="549" y="149"/>
                  <a:pt x="544" y="137"/>
                </a:cubicBezTo>
                <a:cubicBezTo>
                  <a:pt x="539" y="125"/>
                  <a:pt x="537" y="112"/>
                  <a:pt x="537" y="99"/>
                </a:cubicBezTo>
                <a:cubicBezTo>
                  <a:pt x="537" y="86"/>
                  <a:pt x="539" y="73"/>
                  <a:pt x="544" y="61"/>
                </a:cubicBezTo>
                <a:cubicBezTo>
                  <a:pt x="549" y="49"/>
                  <a:pt x="556" y="38"/>
                  <a:pt x="566" y="29"/>
                </a:cubicBezTo>
                <a:cubicBezTo>
                  <a:pt x="575" y="20"/>
                  <a:pt x="586" y="12"/>
                  <a:pt x="598" y="7"/>
                </a:cubicBezTo>
                <a:cubicBezTo>
                  <a:pt x="610" y="2"/>
                  <a:pt x="623" y="0"/>
                  <a:pt x="636" y="0"/>
                </a:cubicBezTo>
                <a:moveTo>
                  <a:pt x="0" y="371"/>
                </a:moveTo>
                <a:cubicBezTo>
                  <a:pt x="0" y="297"/>
                  <a:pt x="59" y="238"/>
                  <a:pt x="132" y="238"/>
                </a:cubicBezTo>
                <a:lnTo>
                  <a:pt x="185" y="238"/>
                </a:lnTo>
                <a:cubicBezTo>
                  <a:pt x="205" y="238"/>
                  <a:pt x="224" y="242"/>
                  <a:pt x="240" y="250"/>
                </a:cubicBezTo>
                <a:cubicBezTo>
                  <a:pt x="239" y="259"/>
                  <a:pt x="238" y="268"/>
                  <a:pt x="238" y="278"/>
                </a:cubicBezTo>
                <a:cubicBezTo>
                  <a:pt x="238" y="326"/>
                  <a:pt x="259" y="368"/>
                  <a:pt x="292" y="398"/>
                </a:cubicBezTo>
                <a:lnTo>
                  <a:pt x="291" y="398"/>
                </a:lnTo>
                <a:lnTo>
                  <a:pt x="26" y="398"/>
                </a:lnTo>
                <a:cubicBezTo>
                  <a:pt x="12" y="398"/>
                  <a:pt x="0" y="386"/>
                  <a:pt x="0" y="371"/>
                </a:cubicBezTo>
                <a:moveTo>
                  <a:pt x="503" y="398"/>
                </a:moveTo>
                <a:cubicBezTo>
                  <a:pt x="536" y="368"/>
                  <a:pt x="556" y="326"/>
                  <a:pt x="556" y="278"/>
                </a:cubicBezTo>
                <a:cubicBezTo>
                  <a:pt x="556" y="268"/>
                  <a:pt x="555" y="259"/>
                  <a:pt x="554" y="250"/>
                </a:cubicBezTo>
                <a:cubicBezTo>
                  <a:pt x="571" y="242"/>
                  <a:pt x="590" y="238"/>
                  <a:pt x="609" y="238"/>
                </a:cubicBezTo>
                <a:lnTo>
                  <a:pt x="662" y="238"/>
                </a:lnTo>
                <a:cubicBezTo>
                  <a:pt x="735" y="238"/>
                  <a:pt x="795" y="297"/>
                  <a:pt x="795" y="371"/>
                </a:cubicBezTo>
                <a:cubicBezTo>
                  <a:pt x="795" y="386"/>
                  <a:pt x="783" y="398"/>
                  <a:pt x="768" y="398"/>
                </a:cubicBezTo>
                <a:lnTo>
                  <a:pt x="504" y="398"/>
                </a:lnTo>
                <a:lnTo>
                  <a:pt x="503" y="398"/>
                </a:lnTo>
                <a:moveTo>
                  <a:pt x="278" y="278"/>
                </a:moveTo>
                <a:cubicBezTo>
                  <a:pt x="278" y="262"/>
                  <a:pt x="281" y="247"/>
                  <a:pt x="287" y="232"/>
                </a:cubicBezTo>
                <a:cubicBezTo>
                  <a:pt x="293" y="217"/>
                  <a:pt x="301" y="205"/>
                  <a:pt x="313" y="193"/>
                </a:cubicBezTo>
                <a:cubicBezTo>
                  <a:pt x="324" y="182"/>
                  <a:pt x="337" y="174"/>
                  <a:pt x="351" y="168"/>
                </a:cubicBezTo>
                <a:cubicBezTo>
                  <a:pt x="366" y="162"/>
                  <a:pt x="381" y="158"/>
                  <a:pt x="397" y="158"/>
                </a:cubicBezTo>
                <a:cubicBezTo>
                  <a:pt x="412" y="158"/>
                  <a:pt x="428" y="162"/>
                  <a:pt x="443" y="168"/>
                </a:cubicBezTo>
                <a:cubicBezTo>
                  <a:pt x="458" y="174"/>
                  <a:pt x="471" y="182"/>
                  <a:pt x="482" y="193"/>
                </a:cubicBezTo>
                <a:cubicBezTo>
                  <a:pt x="493" y="205"/>
                  <a:pt x="502" y="217"/>
                  <a:pt x="508" y="232"/>
                </a:cubicBezTo>
                <a:cubicBezTo>
                  <a:pt x="514" y="247"/>
                  <a:pt x="517" y="262"/>
                  <a:pt x="517" y="278"/>
                </a:cubicBezTo>
                <a:cubicBezTo>
                  <a:pt x="517" y="293"/>
                  <a:pt x="514" y="309"/>
                  <a:pt x="508" y="324"/>
                </a:cubicBezTo>
                <a:cubicBezTo>
                  <a:pt x="502" y="339"/>
                  <a:pt x="493" y="352"/>
                  <a:pt x="482" y="363"/>
                </a:cubicBezTo>
                <a:cubicBezTo>
                  <a:pt x="471" y="374"/>
                  <a:pt x="458" y="383"/>
                  <a:pt x="443" y="389"/>
                </a:cubicBezTo>
                <a:cubicBezTo>
                  <a:pt x="428" y="395"/>
                  <a:pt x="412" y="398"/>
                  <a:pt x="397" y="398"/>
                </a:cubicBezTo>
                <a:cubicBezTo>
                  <a:pt x="381" y="398"/>
                  <a:pt x="366" y="395"/>
                  <a:pt x="351" y="389"/>
                </a:cubicBezTo>
                <a:cubicBezTo>
                  <a:pt x="337" y="383"/>
                  <a:pt x="324" y="374"/>
                  <a:pt x="313" y="363"/>
                </a:cubicBezTo>
                <a:cubicBezTo>
                  <a:pt x="301" y="352"/>
                  <a:pt x="293" y="339"/>
                  <a:pt x="287" y="324"/>
                </a:cubicBezTo>
                <a:cubicBezTo>
                  <a:pt x="281" y="309"/>
                  <a:pt x="278" y="293"/>
                  <a:pt x="278" y="278"/>
                </a:cubicBezTo>
                <a:moveTo>
                  <a:pt x="159" y="603"/>
                </a:moveTo>
                <a:cubicBezTo>
                  <a:pt x="159" y="511"/>
                  <a:pt x="233" y="437"/>
                  <a:pt x="324" y="437"/>
                </a:cubicBezTo>
                <a:lnTo>
                  <a:pt x="470" y="437"/>
                </a:lnTo>
                <a:cubicBezTo>
                  <a:pt x="562" y="437"/>
                  <a:pt x="636" y="511"/>
                  <a:pt x="636" y="603"/>
                </a:cubicBezTo>
                <a:cubicBezTo>
                  <a:pt x="636" y="621"/>
                  <a:pt x="621" y="637"/>
                  <a:pt x="603" y="637"/>
                </a:cubicBezTo>
                <a:lnTo>
                  <a:pt x="192" y="637"/>
                </a:lnTo>
                <a:cubicBezTo>
                  <a:pt x="173" y="637"/>
                  <a:pt x="158" y="621"/>
                  <a:pt x="158" y="603"/>
                </a:cubicBezTo>
                <a:lnTo>
                  <a:pt x="159" y="603"/>
                </a:ln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971640" y="5931000"/>
            <a:ext cx="31417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符合要求 </a:t>
            </a:r>
            <a:r>
              <a:rPr lang="en-US" sz="135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- </a:t>
            </a:r>
            <a:r>
              <a:rPr lang="zh-CN" sz="135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项目计划完整，调整记录清晰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6953400" y="1302480"/>
            <a:ext cx="2687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评审项目</a:t>
            </a:r>
            <a:r>
              <a:rPr lang="en-US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4</a:t>
            </a:r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：任务分配与甘特图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6553080" y="1805760"/>
            <a:ext cx="61020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团队分工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6629400" y="2110680"/>
            <a:ext cx="96804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杨俊杰 </a:t>
            </a:r>
            <a:r>
              <a:rPr lang="en-US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(30%):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7696080" y="2110680"/>
            <a:ext cx="2133600" cy="184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架构设计、</a:t>
            </a:r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前端开发、进度管控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6629400" y="2396520"/>
            <a:ext cx="1012825" cy="184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王杰</a:t>
            </a:r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铭 </a:t>
            </a:r>
            <a:r>
              <a:rPr lang="en-US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(25%):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7696080" y="2396520"/>
            <a:ext cx="2286000" cy="184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后端开发、用户手册、图形化设计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6629400" y="2682000"/>
            <a:ext cx="96804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陈鹏宇 </a:t>
            </a:r>
            <a:r>
              <a:rPr lang="en-US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(25%):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7696080" y="2682000"/>
            <a:ext cx="215244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测试管理、文档编写、</a:t>
            </a:r>
            <a:r>
              <a:rPr lang="en-US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PPT</a:t>
            </a:r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制作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6629400" y="2967840"/>
            <a:ext cx="1012825" cy="184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潘攀</a:t>
            </a:r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兆 </a:t>
            </a:r>
            <a:r>
              <a:rPr lang="en-US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(20%):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7696080" y="2967840"/>
            <a:ext cx="2097405" cy="184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alt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ppt</a:t>
            </a:r>
            <a:r>
              <a:rPr lang="zh-CN" altLang="en-US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制作</a:t>
            </a:r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、版本管理、联调支持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6" name="任意多边形 195"/>
          <p:cNvSpPr/>
          <p:nvPr/>
        </p:nvSpPr>
        <p:spPr>
          <a:xfrm>
            <a:off x="6629040" y="3762360"/>
            <a:ext cx="48240" cy="47880"/>
          </a:xfrm>
          <a:custGeom>
            <a:avLst/>
            <a:gdLst/>
            <a:ahLst/>
            <a:cxnLst/>
            <a:rect l="0" t="0" r="r" b="b"/>
            <a:pathLst>
              <a:path w="134" h="133">
                <a:moveTo>
                  <a:pt x="134" y="67"/>
                </a:moveTo>
                <a:cubicBezTo>
                  <a:pt x="134" y="75"/>
                  <a:pt x="131" y="84"/>
                  <a:pt x="128" y="92"/>
                </a:cubicBezTo>
                <a:cubicBezTo>
                  <a:pt x="124" y="100"/>
                  <a:pt x="120" y="107"/>
                  <a:pt x="113" y="113"/>
                </a:cubicBezTo>
                <a:cubicBezTo>
                  <a:pt x="107" y="120"/>
                  <a:pt x="100" y="124"/>
                  <a:pt x="92" y="128"/>
                </a:cubicBezTo>
                <a:cubicBezTo>
                  <a:pt x="84" y="131"/>
                  <a:pt x="75" y="133"/>
                  <a:pt x="67" y="133"/>
                </a:cubicBezTo>
                <a:cubicBezTo>
                  <a:pt x="58" y="133"/>
                  <a:pt x="49" y="131"/>
                  <a:pt x="41" y="128"/>
                </a:cubicBezTo>
                <a:cubicBezTo>
                  <a:pt x="33" y="124"/>
                  <a:pt x="26" y="120"/>
                  <a:pt x="20" y="113"/>
                </a:cubicBezTo>
                <a:cubicBezTo>
                  <a:pt x="14" y="107"/>
                  <a:pt x="9" y="100"/>
                  <a:pt x="6" y="92"/>
                </a:cubicBezTo>
                <a:cubicBezTo>
                  <a:pt x="2" y="84"/>
                  <a:pt x="0" y="75"/>
                  <a:pt x="0" y="67"/>
                </a:cubicBezTo>
                <a:cubicBezTo>
                  <a:pt x="0" y="58"/>
                  <a:pt x="2" y="49"/>
                  <a:pt x="6" y="40"/>
                </a:cubicBezTo>
                <a:cubicBezTo>
                  <a:pt x="9" y="32"/>
                  <a:pt x="14" y="25"/>
                  <a:pt x="20" y="19"/>
                </a:cubicBezTo>
                <a:cubicBezTo>
                  <a:pt x="26" y="13"/>
                  <a:pt x="33" y="8"/>
                  <a:pt x="41" y="5"/>
                </a:cubicBezTo>
                <a:cubicBezTo>
                  <a:pt x="49" y="1"/>
                  <a:pt x="58" y="0"/>
                  <a:pt x="67" y="0"/>
                </a:cubicBezTo>
                <a:cubicBezTo>
                  <a:pt x="75" y="0"/>
                  <a:pt x="84" y="1"/>
                  <a:pt x="92" y="5"/>
                </a:cubicBezTo>
                <a:cubicBezTo>
                  <a:pt x="100" y="8"/>
                  <a:pt x="107" y="13"/>
                  <a:pt x="113" y="19"/>
                </a:cubicBezTo>
                <a:cubicBezTo>
                  <a:pt x="120" y="25"/>
                  <a:pt x="124" y="32"/>
                  <a:pt x="128" y="40"/>
                </a:cubicBezTo>
                <a:cubicBezTo>
                  <a:pt x="131" y="49"/>
                  <a:pt x="134" y="58"/>
                  <a:pt x="134" y="67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7" name="文本框 196"/>
          <p:cNvSpPr txBox="1"/>
          <p:nvPr/>
        </p:nvSpPr>
        <p:spPr>
          <a:xfrm>
            <a:off x="6553080" y="3386880"/>
            <a:ext cx="76284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甘特图阶段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8" name="任意多边形 197"/>
          <p:cNvSpPr/>
          <p:nvPr/>
        </p:nvSpPr>
        <p:spPr>
          <a:xfrm>
            <a:off x="6629040" y="4028760"/>
            <a:ext cx="48240" cy="48240"/>
          </a:xfrm>
          <a:custGeom>
            <a:avLst/>
            <a:gdLst/>
            <a:ahLst/>
            <a:cxnLst/>
            <a:rect l="0" t="0" r="r" b="b"/>
            <a:pathLst>
              <a:path w="134" h="134">
                <a:moveTo>
                  <a:pt x="134" y="67"/>
                </a:moveTo>
                <a:cubicBezTo>
                  <a:pt x="134" y="75"/>
                  <a:pt x="131" y="84"/>
                  <a:pt x="128" y="92"/>
                </a:cubicBezTo>
                <a:cubicBezTo>
                  <a:pt x="124" y="101"/>
                  <a:pt x="120" y="108"/>
                  <a:pt x="113" y="114"/>
                </a:cubicBezTo>
                <a:cubicBezTo>
                  <a:pt x="107" y="120"/>
                  <a:pt x="100" y="125"/>
                  <a:pt x="92" y="129"/>
                </a:cubicBezTo>
                <a:cubicBezTo>
                  <a:pt x="84" y="132"/>
                  <a:pt x="75" y="134"/>
                  <a:pt x="67" y="134"/>
                </a:cubicBezTo>
                <a:cubicBezTo>
                  <a:pt x="58" y="134"/>
                  <a:pt x="49" y="132"/>
                  <a:pt x="41" y="129"/>
                </a:cubicBezTo>
                <a:cubicBezTo>
                  <a:pt x="33" y="125"/>
                  <a:pt x="26" y="120"/>
                  <a:pt x="20" y="114"/>
                </a:cubicBezTo>
                <a:cubicBezTo>
                  <a:pt x="14" y="108"/>
                  <a:pt x="9" y="101"/>
                  <a:pt x="6" y="92"/>
                </a:cubicBezTo>
                <a:cubicBezTo>
                  <a:pt x="2" y="84"/>
                  <a:pt x="0" y="75"/>
                  <a:pt x="0" y="67"/>
                </a:cubicBezTo>
                <a:cubicBezTo>
                  <a:pt x="0" y="58"/>
                  <a:pt x="2" y="49"/>
                  <a:pt x="6" y="41"/>
                </a:cubicBezTo>
                <a:cubicBezTo>
                  <a:pt x="9" y="33"/>
                  <a:pt x="14" y="26"/>
                  <a:pt x="20" y="20"/>
                </a:cubicBezTo>
                <a:cubicBezTo>
                  <a:pt x="26" y="14"/>
                  <a:pt x="33" y="9"/>
                  <a:pt x="41" y="5"/>
                </a:cubicBezTo>
                <a:cubicBezTo>
                  <a:pt x="49" y="2"/>
                  <a:pt x="58" y="0"/>
                  <a:pt x="67" y="0"/>
                </a:cubicBezTo>
                <a:cubicBezTo>
                  <a:pt x="75" y="0"/>
                  <a:pt x="84" y="2"/>
                  <a:pt x="92" y="5"/>
                </a:cubicBezTo>
                <a:cubicBezTo>
                  <a:pt x="100" y="9"/>
                  <a:pt x="107" y="14"/>
                  <a:pt x="113" y="20"/>
                </a:cubicBezTo>
                <a:cubicBezTo>
                  <a:pt x="120" y="26"/>
                  <a:pt x="124" y="33"/>
                  <a:pt x="128" y="41"/>
                </a:cubicBezTo>
                <a:cubicBezTo>
                  <a:pt x="131" y="49"/>
                  <a:pt x="134" y="58"/>
                  <a:pt x="134" y="67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6838920" y="3691800"/>
            <a:ext cx="336888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包含启动、可行性研究、需求分析等</a:t>
            </a:r>
            <a:r>
              <a:rPr lang="en-US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7</a:t>
            </a:r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个完整阶段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0" name="任意多边形 199"/>
          <p:cNvSpPr/>
          <p:nvPr/>
        </p:nvSpPr>
        <p:spPr>
          <a:xfrm>
            <a:off x="6553080" y="5667120"/>
            <a:ext cx="4953240" cy="10440"/>
          </a:xfrm>
          <a:custGeom>
            <a:avLst/>
            <a:gdLst/>
            <a:ahLst/>
            <a:cxnLst/>
            <a:rect l="0" t="0" r="r" b="b"/>
            <a:pathLst>
              <a:path w="13759" h="29">
                <a:moveTo>
                  <a:pt x="0" y="0"/>
                </a:moveTo>
                <a:lnTo>
                  <a:pt x="13759" y="0"/>
                </a:lnTo>
                <a:lnTo>
                  <a:pt x="1375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1" name="任意多边形 200"/>
          <p:cNvSpPr/>
          <p:nvPr/>
        </p:nvSpPr>
        <p:spPr>
          <a:xfrm>
            <a:off x="6555960" y="5955840"/>
            <a:ext cx="165960" cy="165960"/>
          </a:xfrm>
          <a:custGeom>
            <a:avLst/>
            <a:gdLst/>
            <a:ahLst/>
            <a:cxnLst/>
            <a:rect l="0" t="0" r="r" b="b"/>
            <a:pathLst>
              <a:path w="461" h="461">
                <a:moveTo>
                  <a:pt x="137" y="409"/>
                </a:moveTo>
                <a:lnTo>
                  <a:pt x="126" y="437"/>
                </a:lnTo>
                <a:cubicBezTo>
                  <a:pt x="108" y="428"/>
                  <a:pt x="92" y="417"/>
                  <a:pt x="78" y="404"/>
                </a:cubicBezTo>
                <a:lnTo>
                  <a:pt x="99" y="383"/>
                </a:lnTo>
                <a:cubicBezTo>
                  <a:pt x="111" y="393"/>
                  <a:pt x="123" y="402"/>
                  <a:pt x="137" y="409"/>
                </a:cubicBezTo>
                <a:moveTo>
                  <a:pt x="30" y="245"/>
                </a:moveTo>
                <a:lnTo>
                  <a:pt x="0" y="245"/>
                </a:lnTo>
                <a:cubicBezTo>
                  <a:pt x="1" y="266"/>
                  <a:pt x="5" y="285"/>
                  <a:pt x="11" y="303"/>
                </a:cubicBezTo>
                <a:lnTo>
                  <a:pt x="38" y="292"/>
                </a:lnTo>
                <a:cubicBezTo>
                  <a:pt x="34" y="277"/>
                  <a:pt x="31" y="262"/>
                  <a:pt x="30" y="245"/>
                </a:cubicBezTo>
                <a:moveTo>
                  <a:pt x="30" y="215"/>
                </a:moveTo>
                <a:cubicBezTo>
                  <a:pt x="31" y="198"/>
                  <a:pt x="34" y="181"/>
                  <a:pt x="40" y="165"/>
                </a:cubicBezTo>
                <a:lnTo>
                  <a:pt x="12" y="153"/>
                </a:lnTo>
                <a:cubicBezTo>
                  <a:pt x="6" y="173"/>
                  <a:pt x="1" y="194"/>
                  <a:pt x="0" y="215"/>
                </a:cubicBezTo>
                <a:lnTo>
                  <a:pt x="30" y="215"/>
                </a:lnTo>
                <a:moveTo>
                  <a:pt x="52" y="138"/>
                </a:moveTo>
                <a:cubicBezTo>
                  <a:pt x="59" y="124"/>
                  <a:pt x="68" y="111"/>
                  <a:pt x="78" y="99"/>
                </a:cubicBezTo>
                <a:lnTo>
                  <a:pt x="57" y="78"/>
                </a:lnTo>
                <a:cubicBezTo>
                  <a:pt x="44" y="92"/>
                  <a:pt x="33" y="108"/>
                  <a:pt x="24" y="126"/>
                </a:cubicBezTo>
                <a:lnTo>
                  <a:pt x="52" y="138"/>
                </a:lnTo>
                <a:moveTo>
                  <a:pt x="361" y="383"/>
                </a:moveTo>
                <a:cubicBezTo>
                  <a:pt x="348" y="394"/>
                  <a:pt x="334" y="404"/>
                  <a:pt x="318" y="412"/>
                </a:cubicBezTo>
                <a:lnTo>
                  <a:pt x="329" y="439"/>
                </a:lnTo>
                <a:cubicBezTo>
                  <a:pt x="349" y="430"/>
                  <a:pt x="366" y="418"/>
                  <a:pt x="382" y="404"/>
                </a:cubicBezTo>
                <a:lnTo>
                  <a:pt x="361" y="383"/>
                </a:lnTo>
                <a:moveTo>
                  <a:pt x="99" y="78"/>
                </a:moveTo>
                <a:cubicBezTo>
                  <a:pt x="112" y="67"/>
                  <a:pt x="126" y="57"/>
                  <a:pt x="142" y="50"/>
                </a:cubicBezTo>
                <a:lnTo>
                  <a:pt x="131" y="22"/>
                </a:lnTo>
                <a:cubicBezTo>
                  <a:pt x="111" y="31"/>
                  <a:pt x="94" y="43"/>
                  <a:pt x="78" y="57"/>
                </a:cubicBezTo>
                <a:lnTo>
                  <a:pt x="99" y="78"/>
                </a:lnTo>
                <a:moveTo>
                  <a:pt x="408" y="324"/>
                </a:moveTo>
                <a:cubicBezTo>
                  <a:pt x="401" y="337"/>
                  <a:pt x="392" y="350"/>
                  <a:pt x="382" y="362"/>
                </a:cubicBezTo>
                <a:lnTo>
                  <a:pt x="403" y="383"/>
                </a:lnTo>
                <a:cubicBezTo>
                  <a:pt x="416" y="369"/>
                  <a:pt x="428" y="353"/>
                  <a:pt x="437" y="335"/>
                </a:cubicBezTo>
                <a:lnTo>
                  <a:pt x="408" y="324"/>
                </a:lnTo>
                <a:moveTo>
                  <a:pt x="431" y="245"/>
                </a:moveTo>
                <a:cubicBezTo>
                  <a:pt x="430" y="263"/>
                  <a:pt x="426" y="280"/>
                  <a:pt x="421" y="296"/>
                </a:cubicBezTo>
                <a:lnTo>
                  <a:pt x="448" y="308"/>
                </a:lnTo>
                <a:cubicBezTo>
                  <a:pt x="455" y="288"/>
                  <a:pt x="460" y="268"/>
                  <a:pt x="461" y="245"/>
                </a:cubicBezTo>
                <a:lnTo>
                  <a:pt x="431" y="245"/>
                </a:lnTo>
                <a:moveTo>
                  <a:pt x="291" y="423"/>
                </a:moveTo>
                <a:cubicBezTo>
                  <a:pt x="276" y="427"/>
                  <a:pt x="261" y="430"/>
                  <a:pt x="245" y="431"/>
                </a:cubicBezTo>
                <a:lnTo>
                  <a:pt x="245" y="461"/>
                </a:lnTo>
                <a:cubicBezTo>
                  <a:pt x="265" y="460"/>
                  <a:pt x="284" y="456"/>
                  <a:pt x="302" y="450"/>
                </a:cubicBezTo>
                <a:lnTo>
                  <a:pt x="291" y="423"/>
                </a:lnTo>
                <a:moveTo>
                  <a:pt x="215" y="431"/>
                </a:moveTo>
                <a:cubicBezTo>
                  <a:pt x="198" y="430"/>
                  <a:pt x="181" y="427"/>
                  <a:pt x="165" y="421"/>
                </a:cubicBezTo>
                <a:lnTo>
                  <a:pt x="153" y="449"/>
                </a:lnTo>
                <a:cubicBezTo>
                  <a:pt x="173" y="456"/>
                  <a:pt x="193" y="460"/>
                  <a:pt x="215" y="461"/>
                </a:cubicBezTo>
                <a:lnTo>
                  <a:pt x="215" y="431"/>
                </a:lnTo>
                <a:moveTo>
                  <a:pt x="423" y="169"/>
                </a:moveTo>
                <a:cubicBezTo>
                  <a:pt x="427" y="184"/>
                  <a:pt x="430" y="199"/>
                  <a:pt x="431" y="215"/>
                </a:cubicBezTo>
                <a:lnTo>
                  <a:pt x="461" y="215"/>
                </a:lnTo>
                <a:cubicBezTo>
                  <a:pt x="460" y="195"/>
                  <a:pt x="456" y="176"/>
                  <a:pt x="450" y="158"/>
                </a:cubicBezTo>
                <a:lnTo>
                  <a:pt x="423" y="169"/>
                </a:lnTo>
                <a:moveTo>
                  <a:pt x="78" y="362"/>
                </a:moveTo>
                <a:cubicBezTo>
                  <a:pt x="67" y="349"/>
                  <a:pt x="57" y="335"/>
                  <a:pt x="50" y="319"/>
                </a:cubicBezTo>
                <a:lnTo>
                  <a:pt x="22" y="330"/>
                </a:lnTo>
                <a:cubicBezTo>
                  <a:pt x="31" y="350"/>
                  <a:pt x="43" y="367"/>
                  <a:pt x="57" y="383"/>
                </a:cubicBezTo>
                <a:lnTo>
                  <a:pt x="78" y="362"/>
                </a:lnTo>
                <a:moveTo>
                  <a:pt x="245" y="30"/>
                </a:moveTo>
                <a:cubicBezTo>
                  <a:pt x="262" y="31"/>
                  <a:pt x="279" y="35"/>
                  <a:pt x="295" y="40"/>
                </a:cubicBezTo>
                <a:lnTo>
                  <a:pt x="307" y="13"/>
                </a:lnTo>
                <a:cubicBezTo>
                  <a:pt x="287" y="6"/>
                  <a:pt x="267" y="1"/>
                  <a:pt x="245" y="0"/>
                </a:cubicBezTo>
                <a:lnTo>
                  <a:pt x="245" y="30"/>
                </a:lnTo>
                <a:moveTo>
                  <a:pt x="169" y="38"/>
                </a:moveTo>
                <a:cubicBezTo>
                  <a:pt x="184" y="34"/>
                  <a:pt x="199" y="31"/>
                  <a:pt x="215" y="30"/>
                </a:cubicBezTo>
                <a:lnTo>
                  <a:pt x="215" y="0"/>
                </a:lnTo>
                <a:cubicBezTo>
                  <a:pt x="195" y="1"/>
                  <a:pt x="176" y="5"/>
                  <a:pt x="158" y="11"/>
                </a:cubicBezTo>
                <a:lnTo>
                  <a:pt x="169" y="38"/>
                </a:lnTo>
                <a:moveTo>
                  <a:pt x="403" y="78"/>
                </a:moveTo>
                <a:lnTo>
                  <a:pt x="382" y="99"/>
                </a:lnTo>
                <a:cubicBezTo>
                  <a:pt x="393" y="112"/>
                  <a:pt x="403" y="126"/>
                  <a:pt x="411" y="142"/>
                </a:cubicBezTo>
                <a:lnTo>
                  <a:pt x="439" y="131"/>
                </a:lnTo>
                <a:cubicBezTo>
                  <a:pt x="430" y="111"/>
                  <a:pt x="417" y="94"/>
                  <a:pt x="403" y="78"/>
                </a:cubicBezTo>
                <a:moveTo>
                  <a:pt x="361" y="78"/>
                </a:moveTo>
                <a:lnTo>
                  <a:pt x="382" y="57"/>
                </a:lnTo>
                <a:cubicBezTo>
                  <a:pt x="368" y="44"/>
                  <a:pt x="352" y="33"/>
                  <a:pt x="334" y="24"/>
                </a:cubicBezTo>
                <a:lnTo>
                  <a:pt x="323" y="52"/>
                </a:lnTo>
                <a:cubicBezTo>
                  <a:pt x="336" y="59"/>
                  <a:pt x="349" y="68"/>
                  <a:pt x="361" y="78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2" name="任意多边形 201"/>
          <p:cNvSpPr/>
          <p:nvPr/>
        </p:nvSpPr>
        <p:spPr>
          <a:xfrm>
            <a:off x="6633720" y="6069600"/>
            <a:ext cx="10440" cy="10800"/>
          </a:xfrm>
          <a:custGeom>
            <a:avLst/>
            <a:gdLst/>
            <a:ahLst/>
            <a:cxnLst/>
            <a:rect l="0" t="0" r="r" b="b"/>
            <a:pathLst>
              <a:path w="29" h="30">
                <a:moveTo>
                  <a:pt x="29" y="16"/>
                </a:moveTo>
                <a:cubicBezTo>
                  <a:pt x="29" y="19"/>
                  <a:pt x="28" y="23"/>
                  <a:pt x="25" y="26"/>
                </a:cubicBezTo>
                <a:cubicBezTo>
                  <a:pt x="22" y="28"/>
                  <a:pt x="19" y="30"/>
                  <a:pt x="15" y="30"/>
                </a:cubicBezTo>
                <a:cubicBezTo>
                  <a:pt x="10" y="30"/>
                  <a:pt x="7" y="28"/>
                  <a:pt x="4" y="26"/>
                </a:cubicBezTo>
                <a:cubicBezTo>
                  <a:pt x="1" y="23"/>
                  <a:pt x="0" y="19"/>
                  <a:pt x="0" y="16"/>
                </a:cubicBezTo>
                <a:cubicBezTo>
                  <a:pt x="0" y="12"/>
                  <a:pt x="1" y="7"/>
                  <a:pt x="4" y="5"/>
                </a:cubicBezTo>
                <a:cubicBezTo>
                  <a:pt x="7" y="2"/>
                  <a:pt x="10" y="0"/>
                  <a:pt x="15" y="0"/>
                </a:cubicBezTo>
                <a:cubicBezTo>
                  <a:pt x="19" y="0"/>
                  <a:pt x="22" y="2"/>
                  <a:pt x="25" y="5"/>
                </a:cubicBezTo>
                <a:cubicBezTo>
                  <a:pt x="28" y="7"/>
                  <a:pt x="29" y="12"/>
                  <a:pt x="29" y="16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3" name="任意多边形 202"/>
          <p:cNvSpPr/>
          <p:nvPr/>
        </p:nvSpPr>
        <p:spPr>
          <a:xfrm>
            <a:off x="6607440" y="5990400"/>
            <a:ext cx="64080" cy="67320"/>
          </a:xfrm>
          <a:custGeom>
            <a:avLst/>
            <a:gdLst/>
            <a:ahLst/>
            <a:cxnLst/>
            <a:rect l="0" t="0" r="r" b="b"/>
            <a:pathLst>
              <a:path w="178" h="187">
                <a:moveTo>
                  <a:pt x="94" y="187"/>
                </a:moveTo>
                <a:lnTo>
                  <a:pt x="79" y="187"/>
                </a:lnTo>
                <a:cubicBezTo>
                  <a:pt x="73" y="187"/>
                  <a:pt x="68" y="182"/>
                  <a:pt x="68" y="176"/>
                </a:cubicBezTo>
                <a:cubicBezTo>
                  <a:pt x="68" y="110"/>
                  <a:pt x="140" y="117"/>
                  <a:pt x="140" y="76"/>
                </a:cubicBezTo>
                <a:cubicBezTo>
                  <a:pt x="140" y="57"/>
                  <a:pt x="124" y="38"/>
                  <a:pt x="87" y="38"/>
                </a:cubicBezTo>
                <a:cubicBezTo>
                  <a:pt x="60" y="38"/>
                  <a:pt x="45" y="47"/>
                  <a:pt x="32" y="65"/>
                </a:cubicBezTo>
                <a:cubicBezTo>
                  <a:pt x="28" y="70"/>
                  <a:pt x="21" y="71"/>
                  <a:pt x="17" y="67"/>
                </a:cubicBezTo>
                <a:lnTo>
                  <a:pt x="4" y="59"/>
                </a:lnTo>
                <a:cubicBezTo>
                  <a:pt x="-1" y="55"/>
                  <a:pt x="-2" y="48"/>
                  <a:pt x="2" y="43"/>
                </a:cubicBezTo>
                <a:cubicBezTo>
                  <a:pt x="22" y="17"/>
                  <a:pt x="45" y="0"/>
                  <a:pt x="87" y="0"/>
                </a:cubicBezTo>
                <a:cubicBezTo>
                  <a:pt x="135" y="0"/>
                  <a:pt x="178" y="29"/>
                  <a:pt x="178" y="76"/>
                </a:cubicBezTo>
                <a:cubicBezTo>
                  <a:pt x="178" y="139"/>
                  <a:pt x="105" y="135"/>
                  <a:pt x="105" y="176"/>
                </a:cubicBezTo>
                <a:cubicBezTo>
                  <a:pt x="105" y="182"/>
                  <a:pt x="100" y="187"/>
                  <a:pt x="94" y="187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4" name="文本框 203"/>
          <p:cNvSpPr txBox="1"/>
          <p:nvPr/>
        </p:nvSpPr>
        <p:spPr>
          <a:xfrm>
            <a:off x="6838920" y="3958560"/>
            <a:ext cx="198180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阶段划分清晰，时间节点明确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5" name="文本框 204"/>
          <p:cNvSpPr txBox="1"/>
          <p:nvPr/>
        </p:nvSpPr>
        <p:spPr>
          <a:xfrm>
            <a:off x="6838920" y="5931000"/>
            <a:ext cx="2629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符合要求 </a:t>
            </a:r>
            <a:r>
              <a:rPr lang="en-US" sz="135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- </a:t>
            </a:r>
            <a:r>
              <a:rPr lang="zh-CN" sz="135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分工明确，甘特图完整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任意多边形 20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7" name="任意多边形 206"/>
          <p:cNvSpPr/>
          <p:nvPr/>
        </p:nvSpPr>
        <p:spPr>
          <a:xfrm>
            <a:off x="380880" y="1009440"/>
            <a:ext cx="7515360" cy="5467680"/>
          </a:xfrm>
          <a:custGeom>
            <a:avLst/>
            <a:gdLst/>
            <a:ahLst/>
            <a:cxnLst/>
            <a:rect l="0" t="0" r="r" b="b"/>
            <a:pathLst>
              <a:path w="20876" h="15188">
                <a:moveTo>
                  <a:pt x="0" y="14871"/>
                </a:moveTo>
                <a:lnTo>
                  <a:pt x="0" y="318"/>
                </a:lnTo>
                <a:cubicBezTo>
                  <a:pt x="0" y="297"/>
                  <a:pt x="2" y="276"/>
                  <a:pt x="6" y="256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7"/>
                  <a:pt x="42" y="159"/>
                  <a:pt x="53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8"/>
                  <a:pt x="124" y="65"/>
                  <a:pt x="141" y="54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lnTo>
                  <a:pt x="20559" y="0"/>
                </a:lnTo>
                <a:cubicBezTo>
                  <a:pt x="20580" y="0"/>
                  <a:pt x="20600" y="2"/>
                  <a:pt x="20621" y="6"/>
                </a:cubicBezTo>
                <a:cubicBezTo>
                  <a:pt x="20641" y="10"/>
                  <a:pt x="20661" y="16"/>
                  <a:pt x="20680" y="24"/>
                </a:cubicBezTo>
                <a:cubicBezTo>
                  <a:pt x="20700" y="32"/>
                  <a:pt x="20718" y="42"/>
                  <a:pt x="20735" y="54"/>
                </a:cubicBezTo>
                <a:cubicBezTo>
                  <a:pt x="20753" y="65"/>
                  <a:pt x="20769" y="78"/>
                  <a:pt x="20783" y="93"/>
                </a:cubicBezTo>
                <a:cubicBezTo>
                  <a:pt x="20798" y="108"/>
                  <a:pt x="20811" y="124"/>
                  <a:pt x="20823" y="141"/>
                </a:cubicBezTo>
                <a:cubicBezTo>
                  <a:pt x="20835" y="159"/>
                  <a:pt x="20844" y="177"/>
                  <a:pt x="20852" y="196"/>
                </a:cubicBezTo>
                <a:cubicBezTo>
                  <a:pt x="20860" y="215"/>
                  <a:pt x="20866" y="235"/>
                  <a:pt x="20870" y="256"/>
                </a:cubicBezTo>
                <a:cubicBezTo>
                  <a:pt x="20874" y="276"/>
                  <a:pt x="20876" y="297"/>
                  <a:pt x="20876" y="318"/>
                </a:cubicBezTo>
                <a:lnTo>
                  <a:pt x="20876" y="14871"/>
                </a:lnTo>
                <a:cubicBezTo>
                  <a:pt x="20876" y="14892"/>
                  <a:pt x="20874" y="14912"/>
                  <a:pt x="20870" y="14933"/>
                </a:cubicBezTo>
                <a:cubicBezTo>
                  <a:pt x="20866" y="14953"/>
                  <a:pt x="20860" y="14973"/>
                  <a:pt x="20852" y="14992"/>
                </a:cubicBezTo>
                <a:cubicBezTo>
                  <a:pt x="20844" y="15011"/>
                  <a:pt x="20835" y="15030"/>
                  <a:pt x="20823" y="15047"/>
                </a:cubicBezTo>
                <a:cubicBezTo>
                  <a:pt x="20811" y="15064"/>
                  <a:pt x="20798" y="15080"/>
                  <a:pt x="20783" y="15095"/>
                </a:cubicBezTo>
                <a:cubicBezTo>
                  <a:pt x="20769" y="15110"/>
                  <a:pt x="20753" y="15123"/>
                  <a:pt x="20735" y="15135"/>
                </a:cubicBezTo>
                <a:cubicBezTo>
                  <a:pt x="20718" y="15146"/>
                  <a:pt x="20700" y="15156"/>
                  <a:pt x="20680" y="15164"/>
                </a:cubicBezTo>
                <a:cubicBezTo>
                  <a:pt x="20661" y="15172"/>
                  <a:pt x="20641" y="15178"/>
                  <a:pt x="20621" y="15182"/>
                </a:cubicBezTo>
                <a:cubicBezTo>
                  <a:pt x="20600" y="15186"/>
                  <a:pt x="20580" y="15188"/>
                  <a:pt x="20559" y="15188"/>
                </a:cubicBezTo>
                <a:lnTo>
                  <a:pt x="317" y="15188"/>
                </a:lnTo>
                <a:cubicBezTo>
                  <a:pt x="296" y="15188"/>
                  <a:pt x="276" y="15186"/>
                  <a:pt x="255" y="15182"/>
                </a:cubicBezTo>
                <a:cubicBezTo>
                  <a:pt x="235" y="15178"/>
                  <a:pt x="215" y="15172"/>
                  <a:pt x="196" y="15164"/>
                </a:cubicBezTo>
                <a:cubicBezTo>
                  <a:pt x="177" y="15156"/>
                  <a:pt x="158" y="15146"/>
                  <a:pt x="141" y="15135"/>
                </a:cubicBezTo>
                <a:cubicBezTo>
                  <a:pt x="124" y="15123"/>
                  <a:pt x="108" y="15110"/>
                  <a:pt x="93" y="15095"/>
                </a:cubicBezTo>
                <a:cubicBezTo>
                  <a:pt x="78" y="15080"/>
                  <a:pt x="65" y="15064"/>
                  <a:pt x="53" y="15047"/>
                </a:cubicBezTo>
                <a:cubicBezTo>
                  <a:pt x="42" y="15030"/>
                  <a:pt x="32" y="15011"/>
                  <a:pt x="24" y="14992"/>
                </a:cubicBezTo>
                <a:cubicBezTo>
                  <a:pt x="16" y="14973"/>
                  <a:pt x="10" y="14953"/>
                  <a:pt x="6" y="14933"/>
                </a:cubicBezTo>
                <a:cubicBezTo>
                  <a:pt x="2" y="14912"/>
                  <a:pt x="0" y="14892"/>
                  <a:pt x="0" y="148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8" name="任意多边形 207"/>
          <p:cNvSpPr/>
          <p:nvPr/>
        </p:nvSpPr>
        <p:spPr>
          <a:xfrm>
            <a:off x="685440" y="1314360"/>
            <a:ext cx="305280" cy="304920"/>
          </a:xfrm>
          <a:custGeom>
            <a:avLst/>
            <a:gdLst/>
            <a:ahLst/>
            <a:cxnLst/>
            <a:rect l="0" t="0" r="r" b="b"/>
            <a:pathLst>
              <a:path w="848" h="847">
                <a:moveTo>
                  <a:pt x="0" y="636"/>
                </a:moveTo>
                <a:lnTo>
                  <a:pt x="0" y="212"/>
                </a:lnTo>
                <a:cubicBezTo>
                  <a:pt x="0" y="199"/>
                  <a:pt x="2" y="185"/>
                  <a:pt x="5" y="171"/>
                </a:cubicBezTo>
                <a:cubicBezTo>
                  <a:pt x="7" y="157"/>
                  <a:pt x="11" y="143"/>
                  <a:pt x="17" y="130"/>
                </a:cubicBezTo>
                <a:cubicBezTo>
                  <a:pt x="22" y="118"/>
                  <a:pt x="28" y="105"/>
                  <a:pt x="36" y="94"/>
                </a:cubicBezTo>
                <a:cubicBezTo>
                  <a:pt x="44" y="82"/>
                  <a:pt x="53" y="72"/>
                  <a:pt x="62" y="62"/>
                </a:cubicBezTo>
                <a:cubicBezTo>
                  <a:pt x="72" y="52"/>
                  <a:pt x="83" y="43"/>
                  <a:pt x="95" y="35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5" y="1"/>
                  <a:pt x="198" y="0"/>
                  <a:pt x="213" y="0"/>
                </a:cubicBezTo>
                <a:lnTo>
                  <a:pt x="636" y="0"/>
                </a:lnTo>
                <a:cubicBezTo>
                  <a:pt x="650" y="0"/>
                  <a:pt x="664" y="1"/>
                  <a:pt x="678" y="4"/>
                </a:cubicBezTo>
                <a:cubicBezTo>
                  <a:pt x="691" y="7"/>
                  <a:pt x="705" y="11"/>
                  <a:pt x="718" y="16"/>
                </a:cubicBezTo>
                <a:cubicBezTo>
                  <a:pt x="730" y="21"/>
                  <a:pt x="743" y="28"/>
                  <a:pt x="754" y="35"/>
                </a:cubicBezTo>
                <a:cubicBezTo>
                  <a:pt x="766" y="43"/>
                  <a:pt x="776" y="52"/>
                  <a:pt x="786" y="62"/>
                </a:cubicBezTo>
                <a:cubicBezTo>
                  <a:pt x="796" y="72"/>
                  <a:pt x="805" y="82"/>
                  <a:pt x="812" y="94"/>
                </a:cubicBezTo>
                <a:cubicBezTo>
                  <a:pt x="820" y="105"/>
                  <a:pt x="827" y="118"/>
                  <a:pt x="832" y="130"/>
                </a:cubicBezTo>
                <a:cubicBezTo>
                  <a:pt x="837" y="143"/>
                  <a:pt x="841" y="157"/>
                  <a:pt x="844" y="171"/>
                </a:cubicBezTo>
                <a:cubicBezTo>
                  <a:pt x="847" y="185"/>
                  <a:pt x="848" y="199"/>
                  <a:pt x="848" y="212"/>
                </a:cubicBezTo>
                <a:lnTo>
                  <a:pt x="848" y="636"/>
                </a:lnTo>
                <a:cubicBezTo>
                  <a:pt x="848" y="650"/>
                  <a:pt x="847" y="663"/>
                  <a:pt x="844" y="677"/>
                </a:cubicBezTo>
                <a:cubicBezTo>
                  <a:pt x="841" y="691"/>
                  <a:pt x="837" y="704"/>
                  <a:pt x="832" y="717"/>
                </a:cubicBezTo>
                <a:cubicBezTo>
                  <a:pt x="827" y="730"/>
                  <a:pt x="820" y="742"/>
                  <a:pt x="812" y="753"/>
                </a:cubicBezTo>
                <a:cubicBezTo>
                  <a:pt x="805" y="765"/>
                  <a:pt x="796" y="776"/>
                  <a:pt x="786" y="785"/>
                </a:cubicBezTo>
                <a:cubicBezTo>
                  <a:pt x="776" y="795"/>
                  <a:pt x="766" y="804"/>
                  <a:pt x="754" y="812"/>
                </a:cubicBezTo>
                <a:cubicBezTo>
                  <a:pt x="743" y="819"/>
                  <a:pt x="730" y="826"/>
                  <a:pt x="718" y="831"/>
                </a:cubicBezTo>
                <a:cubicBezTo>
                  <a:pt x="705" y="837"/>
                  <a:pt x="691" y="841"/>
                  <a:pt x="678" y="843"/>
                </a:cubicBezTo>
                <a:cubicBezTo>
                  <a:pt x="664" y="846"/>
                  <a:pt x="650" y="847"/>
                  <a:pt x="636" y="847"/>
                </a:cubicBezTo>
                <a:lnTo>
                  <a:pt x="213" y="847"/>
                </a:lnTo>
                <a:cubicBezTo>
                  <a:pt x="198" y="847"/>
                  <a:pt x="185" y="846"/>
                  <a:pt x="171" y="843"/>
                </a:cubicBezTo>
                <a:cubicBezTo>
                  <a:pt x="157" y="841"/>
                  <a:pt x="144" y="837"/>
                  <a:pt x="131" y="831"/>
                </a:cubicBezTo>
                <a:cubicBezTo>
                  <a:pt x="118" y="826"/>
                  <a:pt x="106" y="819"/>
                  <a:pt x="95" y="812"/>
                </a:cubicBezTo>
                <a:cubicBezTo>
                  <a:pt x="83" y="804"/>
                  <a:pt x="72" y="795"/>
                  <a:pt x="62" y="785"/>
                </a:cubicBezTo>
                <a:cubicBezTo>
                  <a:pt x="53" y="776"/>
                  <a:pt x="44" y="765"/>
                  <a:pt x="36" y="753"/>
                </a:cubicBezTo>
                <a:cubicBezTo>
                  <a:pt x="28" y="742"/>
                  <a:pt x="22" y="730"/>
                  <a:pt x="17" y="717"/>
                </a:cubicBezTo>
                <a:cubicBezTo>
                  <a:pt x="11" y="704"/>
                  <a:pt x="7" y="691"/>
                  <a:pt x="5" y="677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165D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9" name="任意多边形 208"/>
          <p:cNvSpPr/>
          <p:nvPr/>
        </p:nvSpPr>
        <p:spPr>
          <a:xfrm>
            <a:off x="745920" y="1374480"/>
            <a:ext cx="184680" cy="184680"/>
          </a:xfrm>
          <a:custGeom>
            <a:avLst/>
            <a:gdLst/>
            <a:ahLst/>
            <a:cxnLst/>
            <a:rect l="0" t="0" r="r" b="b"/>
            <a:pathLst>
              <a:path w="513" h="513">
                <a:moveTo>
                  <a:pt x="153" y="455"/>
                </a:moveTo>
                <a:lnTo>
                  <a:pt x="140" y="486"/>
                </a:lnTo>
                <a:cubicBezTo>
                  <a:pt x="121" y="476"/>
                  <a:pt x="103" y="464"/>
                  <a:pt x="87" y="450"/>
                </a:cubicBezTo>
                <a:lnTo>
                  <a:pt x="110" y="426"/>
                </a:lnTo>
                <a:cubicBezTo>
                  <a:pt x="123" y="437"/>
                  <a:pt x="137" y="447"/>
                  <a:pt x="153" y="455"/>
                </a:cubicBezTo>
                <a:moveTo>
                  <a:pt x="33" y="274"/>
                </a:moveTo>
                <a:lnTo>
                  <a:pt x="0" y="274"/>
                </a:lnTo>
                <a:cubicBezTo>
                  <a:pt x="1" y="296"/>
                  <a:pt x="6" y="317"/>
                  <a:pt x="12" y="337"/>
                </a:cubicBezTo>
                <a:lnTo>
                  <a:pt x="43" y="324"/>
                </a:lnTo>
                <a:cubicBezTo>
                  <a:pt x="38" y="308"/>
                  <a:pt x="34" y="291"/>
                  <a:pt x="33" y="274"/>
                </a:cubicBezTo>
                <a:moveTo>
                  <a:pt x="33" y="241"/>
                </a:moveTo>
                <a:cubicBezTo>
                  <a:pt x="35" y="221"/>
                  <a:pt x="39" y="202"/>
                  <a:pt x="45" y="185"/>
                </a:cubicBezTo>
                <a:lnTo>
                  <a:pt x="14" y="172"/>
                </a:lnTo>
                <a:cubicBezTo>
                  <a:pt x="6" y="193"/>
                  <a:pt x="2" y="216"/>
                  <a:pt x="0" y="241"/>
                </a:cubicBezTo>
                <a:lnTo>
                  <a:pt x="33" y="241"/>
                </a:lnTo>
                <a:moveTo>
                  <a:pt x="58" y="154"/>
                </a:moveTo>
                <a:cubicBezTo>
                  <a:pt x="66" y="139"/>
                  <a:pt x="75" y="124"/>
                  <a:pt x="87" y="111"/>
                </a:cubicBezTo>
                <a:lnTo>
                  <a:pt x="63" y="88"/>
                </a:lnTo>
                <a:cubicBezTo>
                  <a:pt x="49" y="104"/>
                  <a:pt x="37" y="122"/>
                  <a:pt x="27" y="141"/>
                </a:cubicBezTo>
                <a:lnTo>
                  <a:pt x="58" y="154"/>
                </a:lnTo>
                <a:moveTo>
                  <a:pt x="403" y="426"/>
                </a:moveTo>
                <a:cubicBezTo>
                  <a:pt x="388" y="439"/>
                  <a:pt x="372" y="449"/>
                  <a:pt x="355" y="458"/>
                </a:cubicBezTo>
                <a:lnTo>
                  <a:pt x="367" y="488"/>
                </a:lnTo>
                <a:cubicBezTo>
                  <a:pt x="389" y="478"/>
                  <a:pt x="408" y="465"/>
                  <a:pt x="426" y="450"/>
                </a:cubicBezTo>
                <a:lnTo>
                  <a:pt x="403" y="426"/>
                </a:lnTo>
                <a:moveTo>
                  <a:pt x="110" y="88"/>
                </a:moveTo>
                <a:cubicBezTo>
                  <a:pt x="124" y="76"/>
                  <a:pt x="140" y="65"/>
                  <a:pt x="158" y="57"/>
                </a:cubicBezTo>
                <a:lnTo>
                  <a:pt x="145" y="26"/>
                </a:lnTo>
                <a:cubicBezTo>
                  <a:pt x="124" y="36"/>
                  <a:pt x="104" y="49"/>
                  <a:pt x="87" y="65"/>
                </a:cubicBezTo>
                <a:lnTo>
                  <a:pt x="110" y="88"/>
                </a:lnTo>
                <a:moveTo>
                  <a:pt x="455" y="360"/>
                </a:moveTo>
                <a:cubicBezTo>
                  <a:pt x="447" y="375"/>
                  <a:pt x="437" y="390"/>
                  <a:pt x="426" y="403"/>
                </a:cubicBezTo>
                <a:lnTo>
                  <a:pt x="449" y="426"/>
                </a:lnTo>
                <a:cubicBezTo>
                  <a:pt x="464" y="410"/>
                  <a:pt x="476" y="392"/>
                  <a:pt x="485" y="373"/>
                </a:cubicBezTo>
                <a:lnTo>
                  <a:pt x="455" y="360"/>
                </a:lnTo>
                <a:moveTo>
                  <a:pt x="479" y="274"/>
                </a:moveTo>
                <a:cubicBezTo>
                  <a:pt x="478" y="293"/>
                  <a:pt x="474" y="312"/>
                  <a:pt x="468" y="330"/>
                </a:cubicBezTo>
                <a:lnTo>
                  <a:pt x="498" y="343"/>
                </a:lnTo>
                <a:cubicBezTo>
                  <a:pt x="506" y="321"/>
                  <a:pt x="511" y="298"/>
                  <a:pt x="513" y="274"/>
                </a:cubicBezTo>
                <a:lnTo>
                  <a:pt x="479" y="274"/>
                </a:lnTo>
                <a:moveTo>
                  <a:pt x="324" y="470"/>
                </a:moveTo>
                <a:cubicBezTo>
                  <a:pt x="308" y="475"/>
                  <a:pt x="291" y="478"/>
                  <a:pt x="273" y="480"/>
                </a:cubicBezTo>
                <a:lnTo>
                  <a:pt x="273" y="513"/>
                </a:lnTo>
                <a:cubicBezTo>
                  <a:pt x="295" y="511"/>
                  <a:pt x="316" y="507"/>
                  <a:pt x="337" y="501"/>
                </a:cubicBezTo>
                <a:lnTo>
                  <a:pt x="324" y="470"/>
                </a:lnTo>
                <a:moveTo>
                  <a:pt x="240" y="480"/>
                </a:moveTo>
                <a:cubicBezTo>
                  <a:pt x="220" y="478"/>
                  <a:pt x="201" y="474"/>
                  <a:pt x="183" y="468"/>
                </a:cubicBezTo>
                <a:lnTo>
                  <a:pt x="170" y="499"/>
                </a:lnTo>
                <a:cubicBezTo>
                  <a:pt x="192" y="506"/>
                  <a:pt x="215" y="511"/>
                  <a:pt x="240" y="513"/>
                </a:cubicBezTo>
                <a:lnTo>
                  <a:pt x="240" y="480"/>
                </a:lnTo>
                <a:moveTo>
                  <a:pt x="470" y="190"/>
                </a:moveTo>
                <a:cubicBezTo>
                  <a:pt x="475" y="206"/>
                  <a:pt x="478" y="223"/>
                  <a:pt x="479" y="241"/>
                </a:cubicBezTo>
                <a:lnTo>
                  <a:pt x="513" y="241"/>
                </a:lnTo>
                <a:cubicBezTo>
                  <a:pt x="511" y="219"/>
                  <a:pt x="507" y="197"/>
                  <a:pt x="501" y="177"/>
                </a:cubicBezTo>
                <a:lnTo>
                  <a:pt x="470" y="190"/>
                </a:lnTo>
                <a:moveTo>
                  <a:pt x="87" y="403"/>
                </a:moveTo>
                <a:cubicBezTo>
                  <a:pt x="74" y="388"/>
                  <a:pt x="64" y="372"/>
                  <a:pt x="55" y="355"/>
                </a:cubicBezTo>
                <a:lnTo>
                  <a:pt x="25" y="367"/>
                </a:lnTo>
                <a:cubicBezTo>
                  <a:pt x="35" y="389"/>
                  <a:pt x="48" y="409"/>
                  <a:pt x="63" y="426"/>
                </a:cubicBezTo>
                <a:lnTo>
                  <a:pt x="87" y="403"/>
                </a:lnTo>
                <a:moveTo>
                  <a:pt x="273" y="34"/>
                </a:moveTo>
                <a:cubicBezTo>
                  <a:pt x="293" y="36"/>
                  <a:pt x="312" y="40"/>
                  <a:pt x="329" y="46"/>
                </a:cubicBezTo>
                <a:lnTo>
                  <a:pt x="342" y="14"/>
                </a:lnTo>
                <a:cubicBezTo>
                  <a:pt x="321" y="7"/>
                  <a:pt x="297" y="2"/>
                  <a:pt x="273" y="0"/>
                </a:cubicBezTo>
                <a:lnTo>
                  <a:pt x="273" y="34"/>
                </a:lnTo>
                <a:moveTo>
                  <a:pt x="188" y="44"/>
                </a:moveTo>
                <a:cubicBezTo>
                  <a:pt x="205" y="39"/>
                  <a:pt x="222" y="36"/>
                  <a:pt x="240" y="34"/>
                </a:cubicBezTo>
                <a:lnTo>
                  <a:pt x="240" y="0"/>
                </a:lnTo>
                <a:cubicBezTo>
                  <a:pt x="217" y="2"/>
                  <a:pt x="196" y="6"/>
                  <a:pt x="176" y="12"/>
                </a:cubicBezTo>
                <a:lnTo>
                  <a:pt x="188" y="44"/>
                </a:lnTo>
                <a:moveTo>
                  <a:pt x="449" y="88"/>
                </a:moveTo>
                <a:lnTo>
                  <a:pt x="426" y="111"/>
                </a:lnTo>
                <a:cubicBezTo>
                  <a:pt x="438" y="126"/>
                  <a:pt x="449" y="142"/>
                  <a:pt x="457" y="159"/>
                </a:cubicBezTo>
                <a:lnTo>
                  <a:pt x="488" y="147"/>
                </a:lnTo>
                <a:cubicBezTo>
                  <a:pt x="478" y="125"/>
                  <a:pt x="465" y="106"/>
                  <a:pt x="449" y="88"/>
                </a:cubicBezTo>
                <a:moveTo>
                  <a:pt x="403" y="88"/>
                </a:moveTo>
                <a:lnTo>
                  <a:pt x="426" y="65"/>
                </a:lnTo>
                <a:cubicBezTo>
                  <a:pt x="410" y="50"/>
                  <a:pt x="392" y="38"/>
                  <a:pt x="373" y="28"/>
                </a:cubicBezTo>
                <a:lnTo>
                  <a:pt x="360" y="59"/>
                </a:lnTo>
                <a:cubicBezTo>
                  <a:pt x="375" y="67"/>
                  <a:pt x="390" y="77"/>
                  <a:pt x="403" y="88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380880" y="410040"/>
            <a:ext cx="293436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二、准备与计划阶段评审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1" name="任意多边形 210"/>
          <p:cNvSpPr/>
          <p:nvPr/>
        </p:nvSpPr>
        <p:spPr>
          <a:xfrm>
            <a:off x="685440" y="1905840"/>
            <a:ext cx="172080" cy="150480"/>
          </a:xfrm>
          <a:custGeom>
            <a:avLst/>
            <a:gdLst/>
            <a:ahLst/>
            <a:cxnLst/>
            <a:rect l="0" t="0" r="r" b="b"/>
            <a:pathLst>
              <a:path w="478" h="418">
                <a:moveTo>
                  <a:pt x="60" y="30"/>
                </a:moveTo>
                <a:cubicBezTo>
                  <a:pt x="60" y="14"/>
                  <a:pt x="47" y="0"/>
                  <a:pt x="30" y="0"/>
                </a:cubicBezTo>
                <a:cubicBezTo>
                  <a:pt x="14" y="0"/>
                  <a:pt x="0" y="14"/>
                  <a:pt x="0" y="30"/>
                </a:cubicBezTo>
                <a:lnTo>
                  <a:pt x="0" y="344"/>
                </a:lnTo>
                <a:cubicBezTo>
                  <a:pt x="0" y="385"/>
                  <a:pt x="34" y="418"/>
                  <a:pt x="75" y="418"/>
                </a:cubicBezTo>
                <a:lnTo>
                  <a:pt x="448" y="418"/>
                </a:lnTo>
                <a:cubicBezTo>
                  <a:pt x="464" y="418"/>
                  <a:pt x="478" y="405"/>
                  <a:pt x="478" y="388"/>
                </a:cubicBezTo>
                <a:cubicBezTo>
                  <a:pt x="478" y="372"/>
                  <a:pt x="464" y="359"/>
                  <a:pt x="448" y="359"/>
                </a:cubicBezTo>
                <a:lnTo>
                  <a:pt x="75" y="359"/>
                </a:lnTo>
                <a:cubicBezTo>
                  <a:pt x="67" y="359"/>
                  <a:pt x="60" y="352"/>
                  <a:pt x="60" y="344"/>
                </a:cubicBezTo>
                <a:lnTo>
                  <a:pt x="60" y="30"/>
                </a:lnTo>
                <a:moveTo>
                  <a:pt x="439" y="111"/>
                </a:moveTo>
                <a:cubicBezTo>
                  <a:pt x="451" y="99"/>
                  <a:pt x="451" y="80"/>
                  <a:pt x="439" y="69"/>
                </a:cubicBezTo>
                <a:cubicBezTo>
                  <a:pt x="428" y="57"/>
                  <a:pt x="409" y="57"/>
                  <a:pt x="397" y="69"/>
                </a:cubicBezTo>
                <a:lnTo>
                  <a:pt x="299" y="167"/>
                </a:lnTo>
                <a:lnTo>
                  <a:pt x="246" y="113"/>
                </a:lnTo>
                <a:cubicBezTo>
                  <a:pt x="233" y="102"/>
                  <a:pt x="214" y="102"/>
                  <a:pt x="203" y="113"/>
                </a:cubicBezTo>
                <a:lnTo>
                  <a:pt x="98" y="217"/>
                </a:lnTo>
                <a:cubicBezTo>
                  <a:pt x="87" y="229"/>
                  <a:pt x="87" y="248"/>
                  <a:pt x="98" y="260"/>
                </a:cubicBezTo>
                <a:cubicBezTo>
                  <a:pt x="110" y="271"/>
                  <a:pt x="129" y="271"/>
                  <a:pt x="141" y="260"/>
                </a:cubicBezTo>
                <a:lnTo>
                  <a:pt x="224" y="177"/>
                </a:lnTo>
                <a:lnTo>
                  <a:pt x="278" y="230"/>
                </a:lnTo>
                <a:cubicBezTo>
                  <a:pt x="290" y="242"/>
                  <a:pt x="309" y="242"/>
                  <a:pt x="320" y="230"/>
                </a:cubicBezTo>
                <a:lnTo>
                  <a:pt x="439" y="111"/>
                </a:lnTo>
                <a:close/>
              </a:path>
            </a:pathLst>
          </a:custGeom>
          <a:solidFill>
            <a:srgbClr val="165DFF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2" name="文本框 211"/>
          <p:cNvSpPr txBox="1"/>
          <p:nvPr/>
        </p:nvSpPr>
        <p:spPr>
          <a:xfrm>
            <a:off x="1104840" y="1367640"/>
            <a:ext cx="199728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评审项目</a:t>
            </a:r>
            <a:r>
              <a:rPr lang="en-US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5</a:t>
            </a:r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：可行性分析报告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3" name="任意多边形 212"/>
          <p:cNvSpPr/>
          <p:nvPr/>
        </p:nvSpPr>
        <p:spPr>
          <a:xfrm>
            <a:off x="685440" y="2266920"/>
            <a:ext cx="38520" cy="38160"/>
          </a:xfrm>
          <a:custGeom>
            <a:avLst/>
            <a:gdLst/>
            <a:ahLst/>
            <a:cxnLst/>
            <a:rect l="0" t="0" r="r" b="b"/>
            <a:pathLst>
              <a:path w="107" h="106">
                <a:moveTo>
                  <a:pt x="107" y="52"/>
                </a:moveTo>
                <a:cubicBezTo>
                  <a:pt x="107" y="61"/>
                  <a:pt x="106" y="67"/>
                  <a:pt x="103" y="74"/>
                </a:cubicBezTo>
                <a:cubicBezTo>
                  <a:pt x="101" y="80"/>
                  <a:pt x="97" y="86"/>
                  <a:pt x="92" y="91"/>
                </a:cubicBezTo>
                <a:cubicBezTo>
                  <a:pt x="87" y="96"/>
                  <a:pt x="81" y="100"/>
                  <a:pt x="75" y="102"/>
                </a:cubicBezTo>
                <a:cubicBezTo>
                  <a:pt x="68" y="105"/>
                  <a:pt x="61" y="106"/>
                  <a:pt x="54" y="106"/>
                </a:cubicBezTo>
                <a:cubicBezTo>
                  <a:pt x="47" y="106"/>
                  <a:pt x="41" y="105"/>
                  <a:pt x="33" y="102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0"/>
                  <a:pt x="5" y="74"/>
                </a:cubicBezTo>
                <a:cubicBezTo>
                  <a:pt x="2" y="67"/>
                  <a:pt x="0" y="61"/>
                  <a:pt x="0" y="52"/>
                </a:cubicBezTo>
                <a:cubicBezTo>
                  <a:pt x="0" y="45"/>
                  <a:pt x="2" y="39"/>
                  <a:pt x="5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6"/>
                  <a:pt x="33" y="4"/>
                </a:cubicBezTo>
                <a:cubicBezTo>
                  <a:pt x="41" y="1"/>
                  <a:pt x="47" y="0"/>
                  <a:pt x="54" y="0"/>
                </a:cubicBezTo>
                <a:cubicBezTo>
                  <a:pt x="61" y="0"/>
                  <a:pt x="68" y="1"/>
                  <a:pt x="75" y="4"/>
                </a:cubicBezTo>
                <a:cubicBezTo>
                  <a:pt x="81" y="6"/>
                  <a:pt x="87" y="10"/>
                  <a:pt x="92" y="15"/>
                </a:cubicBezTo>
                <a:cubicBezTo>
                  <a:pt x="97" y="20"/>
                  <a:pt x="101" y="26"/>
                  <a:pt x="103" y="32"/>
                </a:cubicBezTo>
                <a:cubicBezTo>
                  <a:pt x="106" y="39"/>
                  <a:pt x="107" y="45"/>
                  <a:pt x="107" y="52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4" name="文本框 213"/>
          <p:cNvSpPr txBox="1"/>
          <p:nvPr/>
        </p:nvSpPr>
        <p:spPr>
          <a:xfrm>
            <a:off x="933480" y="1873080"/>
            <a:ext cx="854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市场可行性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5" name="任意多边形 214"/>
          <p:cNvSpPr/>
          <p:nvPr/>
        </p:nvSpPr>
        <p:spPr>
          <a:xfrm>
            <a:off x="685440" y="2495520"/>
            <a:ext cx="38520" cy="38160"/>
          </a:xfrm>
          <a:custGeom>
            <a:avLst/>
            <a:gdLst/>
            <a:ahLst/>
            <a:cxnLst/>
            <a:rect l="0" t="0" r="r" b="b"/>
            <a:pathLst>
              <a:path w="107" h="106">
                <a:moveTo>
                  <a:pt x="107" y="53"/>
                </a:moveTo>
                <a:cubicBezTo>
                  <a:pt x="107" y="61"/>
                  <a:pt x="106" y="67"/>
                  <a:pt x="103" y="74"/>
                </a:cubicBezTo>
                <a:cubicBezTo>
                  <a:pt x="101" y="80"/>
                  <a:pt x="97" y="86"/>
                  <a:pt x="92" y="91"/>
                </a:cubicBezTo>
                <a:cubicBezTo>
                  <a:pt x="87" y="96"/>
                  <a:pt x="81" y="100"/>
                  <a:pt x="75" y="102"/>
                </a:cubicBezTo>
                <a:cubicBezTo>
                  <a:pt x="68" y="105"/>
                  <a:pt x="61" y="106"/>
                  <a:pt x="54" y="106"/>
                </a:cubicBezTo>
                <a:cubicBezTo>
                  <a:pt x="47" y="106"/>
                  <a:pt x="41" y="105"/>
                  <a:pt x="33" y="102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0"/>
                  <a:pt x="5" y="74"/>
                </a:cubicBezTo>
                <a:cubicBezTo>
                  <a:pt x="2" y="67"/>
                  <a:pt x="0" y="61"/>
                  <a:pt x="0" y="53"/>
                </a:cubicBezTo>
                <a:cubicBezTo>
                  <a:pt x="0" y="45"/>
                  <a:pt x="2" y="39"/>
                  <a:pt x="5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6"/>
                  <a:pt x="33" y="4"/>
                </a:cubicBezTo>
                <a:cubicBezTo>
                  <a:pt x="41" y="1"/>
                  <a:pt x="47" y="0"/>
                  <a:pt x="54" y="0"/>
                </a:cubicBezTo>
                <a:cubicBezTo>
                  <a:pt x="61" y="0"/>
                  <a:pt x="68" y="1"/>
                  <a:pt x="75" y="4"/>
                </a:cubicBezTo>
                <a:cubicBezTo>
                  <a:pt x="81" y="6"/>
                  <a:pt x="87" y="10"/>
                  <a:pt x="92" y="15"/>
                </a:cubicBezTo>
                <a:cubicBezTo>
                  <a:pt x="97" y="20"/>
                  <a:pt x="101" y="26"/>
                  <a:pt x="103" y="32"/>
                </a:cubicBezTo>
                <a:cubicBezTo>
                  <a:pt x="106" y="39"/>
                  <a:pt x="107" y="45"/>
                  <a:pt x="107" y="53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6" name="文本框 215"/>
          <p:cNvSpPr txBox="1"/>
          <p:nvPr/>
        </p:nvSpPr>
        <p:spPr>
          <a:xfrm>
            <a:off x="866880" y="2195640"/>
            <a:ext cx="13266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校园零食采购痛点明显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7" name="任意多边形 216"/>
          <p:cNvSpPr/>
          <p:nvPr/>
        </p:nvSpPr>
        <p:spPr>
          <a:xfrm>
            <a:off x="685440" y="2724120"/>
            <a:ext cx="38520" cy="38160"/>
          </a:xfrm>
          <a:custGeom>
            <a:avLst/>
            <a:gdLst/>
            <a:ahLst/>
            <a:cxnLst/>
            <a:rect l="0" t="0" r="r" b="b"/>
            <a:pathLst>
              <a:path w="107" h="106">
                <a:moveTo>
                  <a:pt x="107" y="53"/>
                </a:moveTo>
                <a:cubicBezTo>
                  <a:pt x="107" y="61"/>
                  <a:pt x="106" y="67"/>
                  <a:pt x="103" y="74"/>
                </a:cubicBezTo>
                <a:cubicBezTo>
                  <a:pt x="101" y="80"/>
                  <a:pt x="97" y="86"/>
                  <a:pt x="92" y="91"/>
                </a:cubicBezTo>
                <a:cubicBezTo>
                  <a:pt x="87" y="96"/>
                  <a:pt x="81" y="100"/>
                  <a:pt x="75" y="102"/>
                </a:cubicBezTo>
                <a:cubicBezTo>
                  <a:pt x="68" y="105"/>
                  <a:pt x="61" y="106"/>
                  <a:pt x="54" y="106"/>
                </a:cubicBezTo>
                <a:cubicBezTo>
                  <a:pt x="47" y="106"/>
                  <a:pt x="41" y="105"/>
                  <a:pt x="33" y="102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0"/>
                  <a:pt x="5" y="74"/>
                </a:cubicBezTo>
                <a:cubicBezTo>
                  <a:pt x="2" y="67"/>
                  <a:pt x="0" y="61"/>
                  <a:pt x="0" y="53"/>
                </a:cubicBezTo>
                <a:cubicBezTo>
                  <a:pt x="0" y="45"/>
                  <a:pt x="2" y="39"/>
                  <a:pt x="5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6"/>
                  <a:pt x="33" y="4"/>
                </a:cubicBezTo>
                <a:cubicBezTo>
                  <a:pt x="41" y="1"/>
                  <a:pt x="47" y="0"/>
                  <a:pt x="54" y="0"/>
                </a:cubicBezTo>
                <a:cubicBezTo>
                  <a:pt x="61" y="0"/>
                  <a:pt x="68" y="1"/>
                  <a:pt x="75" y="4"/>
                </a:cubicBezTo>
                <a:cubicBezTo>
                  <a:pt x="81" y="6"/>
                  <a:pt x="87" y="10"/>
                  <a:pt x="92" y="15"/>
                </a:cubicBezTo>
                <a:cubicBezTo>
                  <a:pt x="97" y="20"/>
                  <a:pt x="101" y="26"/>
                  <a:pt x="103" y="32"/>
                </a:cubicBezTo>
                <a:cubicBezTo>
                  <a:pt x="106" y="39"/>
                  <a:pt x="107" y="45"/>
                  <a:pt x="107" y="53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8" name="文本框 217"/>
          <p:cNvSpPr txBox="1"/>
          <p:nvPr/>
        </p:nvSpPr>
        <p:spPr>
          <a:xfrm>
            <a:off x="866880" y="2424240"/>
            <a:ext cx="21358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目标用户群体明确（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10000+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师生）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9" name="任意多边形 218"/>
          <p:cNvSpPr/>
          <p:nvPr/>
        </p:nvSpPr>
        <p:spPr>
          <a:xfrm>
            <a:off x="4296960" y="1897920"/>
            <a:ext cx="210600" cy="167760"/>
          </a:xfrm>
          <a:custGeom>
            <a:avLst/>
            <a:gdLst/>
            <a:ahLst/>
            <a:cxnLst/>
            <a:rect l="0" t="0" r="r" b="b"/>
            <a:pathLst>
              <a:path w="585" h="466">
                <a:moveTo>
                  <a:pt x="284" y="120"/>
                </a:moveTo>
                <a:cubicBezTo>
                  <a:pt x="291" y="114"/>
                  <a:pt x="293" y="104"/>
                  <a:pt x="290" y="96"/>
                </a:cubicBezTo>
                <a:cubicBezTo>
                  <a:pt x="288" y="91"/>
                  <a:pt x="285" y="87"/>
                  <a:pt x="283" y="82"/>
                </a:cubicBezTo>
                <a:lnTo>
                  <a:pt x="280" y="77"/>
                </a:lnTo>
                <a:cubicBezTo>
                  <a:pt x="277" y="71"/>
                  <a:pt x="274" y="67"/>
                  <a:pt x="271" y="62"/>
                </a:cubicBezTo>
                <a:cubicBezTo>
                  <a:pt x="266" y="55"/>
                  <a:pt x="256" y="53"/>
                  <a:pt x="248" y="56"/>
                </a:cubicBezTo>
                <a:lnTo>
                  <a:pt x="222" y="64"/>
                </a:lnTo>
                <a:cubicBezTo>
                  <a:pt x="212" y="56"/>
                  <a:pt x="200" y="49"/>
                  <a:pt x="188" y="45"/>
                </a:cubicBezTo>
                <a:lnTo>
                  <a:pt x="182" y="18"/>
                </a:lnTo>
                <a:cubicBezTo>
                  <a:pt x="181" y="9"/>
                  <a:pt x="174" y="2"/>
                  <a:pt x="165" y="1"/>
                </a:cubicBezTo>
                <a:cubicBezTo>
                  <a:pt x="159" y="1"/>
                  <a:pt x="153" y="0"/>
                  <a:pt x="146" y="0"/>
                </a:cubicBezTo>
                <a:cubicBezTo>
                  <a:pt x="139" y="0"/>
                  <a:pt x="133" y="1"/>
                  <a:pt x="127" y="1"/>
                </a:cubicBezTo>
                <a:cubicBezTo>
                  <a:pt x="118" y="2"/>
                  <a:pt x="112" y="9"/>
                  <a:pt x="110" y="18"/>
                </a:cubicBezTo>
                <a:lnTo>
                  <a:pt x="104" y="45"/>
                </a:lnTo>
                <a:cubicBezTo>
                  <a:pt x="92" y="50"/>
                  <a:pt x="80" y="56"/>
                  <a:pt x="71" y="64"/>
                </a:cubicBezTo>
                <a:lnTo>
                  <a:pt x="44" y="56"/>
                </a:lnTo>
                <a:cubicBezTo>
                  <a:pt x="35" y="53"/>
                  <a:pt x="26" y="55"/>
                  <a:pt x="20" y="62"/>
                </a:cubicBezTo>
                <a:cubicBezTo>
                  <a:pt x="17" y="67"/>
                  <a:pt x="14" y="71"/>
                  <a:pt x="11" y="77"/>
                </a:cubicBezTo>
                <a:lnTo>
                  <a:pt x="8" y="82"/>
                </a:lnTo>
                <a:cubicBezTo>
                  <a:pt x="6" y="87"/>
                  <a:pt x="3" y="91"/>
                  <a:pt x="1" y="96"/>
                </a:cubicBezTo>
                <a:cubicBezTo>
                  <a:pt x="-2" y="104"/>
                  <a:pt x="0" y="114"/>
                  <a:pt x="7" y="120"/>
                </a:cubicBezTo>
                <a:lnTo>
                  <a:pt x="28" y="138"/>
                </a:lnTo>
                <a:cubicBezTo>
                  <a:pt x="27" y="144"/>
                  <a:pt x="26" y="151"/>
                  <a:pt x="26" y="157"/>
                </a:cubicBezTo>
                <a:cubicBezTo>
                  <a:pt x="26" y="164"/>
                  <a:pt x="27" y="171"/>
                  <a:pt x="28" y="177"/>
                </a:cubicBezTo>
                <a:lnTo>
                  <a:pt x="7" y="195"/>
                </a:lnTo>
                <a:cubicBezTo>
                  <a:pt x="0" y="201"/>
                  <a:pt x="-2" y="210"/>
                  <a:pt x="1" y="219"/>
                </a:cubicBezTo>
                <a:cubicBezTo>
                  <a:pt x="3" y="223"/>
                  <a:pt x="6" y="228"/>
                  <a:pt x="8" y="233"/>
                </a:cubicBezTo>
                <a:lnTo>
                  <a:pt x="11" y="238"/>
                </a:lnTo>
                <a:cubicBezTo>
                  <a:pt x="14" y="243"/>
                  <a:pt x="17" y="247"/>
                  <a:pt x="20" y="251"/>
                </a:cubicBezTo>
                <a:cubicBezTo>
                  <a:pt x="26" y="259"/>
                  <a:pt x="35" y="261"/>
                  <a:pt x="44" y="258"/>
                </a:cubicBezTo>
                <a:lnTo>
                  <a:pt x="70" y="249"/>
                </a:lnTo>
                <a:cubicBezTo>
                  <a:pt x="80" y="258"/>
                  <a:pt x="92" y="264"/>
                  <a:pt x="104" y="269"/>
                </a:cubicBezTo>
                <a:lnTo>
                  <a:pt x="110" y="296"/>
                </a:lnTo>
                <a:cubicBezTo>
                  <a:pt x="112" y="305"/>
                  <a:pt x="118" y="311"/>
                  <a:pt x="127" y="312"/>
                </a:cubicBezTo>
                <a:cubicBezTo>
                  <a:pt x="133" y="313"/>
                  <a:pt x="140" y="314"/>
                  <a:pt x="146" y="314"/>
                </a:cubicBezTo>
                <a:cubicBezTo>
                  <a:pt x="152" y="314"/>
                  <a:pt x="159" y="313"/>
                  <a:pt x="165" y="312"/>
                </a:cubicBezTo>
                <a:cubicBezTo>
                  <a:pt x="174" y="311"/>
                  <a:pt x="180" y="304"/>
                  <a:pt x="182" y="296"/>
                </a:cubicBezTo>
                <a:lnTo>
                  <a:pt x="188" y="269"/>
                </a:lnTo>
                <a:cubicBezTo>
                  <a:pt x="200" y="264"/>
                  <a:pt x="212" y="258"/>
                  <a:pt x="221" y="249"/>
                </a:cubicBezTo>
                <a:lnTo>
                  <a:pt x="248" y="258"/>
                </a:lnTo>
                <a:cubicBezTo>
                  <a:pt x="256" y="261"/>
                  <a:pt x="265" y="259"/>
                  <a:pt x="271" y="251"/>
                </a:cubicBezTo>
                <a:cubicBezTo>
                  <a:pt x="274" y="247"/>
                  <a:pt x="277" y="243"/>
                  <a:pt x="280" y="238"/>
                </a:cubicBezTo>
                <a:lnTo>
                  <a:pt x="283" y="233"/>
                </a:lnTo>
                <a:cubicBezTo>
                  <a:pt x="285" y="228"/>
                  <a:pt x="288" y="223"/>
                  <a:pt x="290" y="218"/>
                </a:cubicBezTo>
                <a:cubicBezTo>
                  <a:pt x="293" y="210"/>
                  <a:pt x="291" y="201"/>
                  <a:pt x="284" y="195"/>
                </a:cubicBezTo>
                <a:lnTo>
                  <a:pt x="263" y="177"/>
                </a:lnTo>
                <a:cubicBezTo>
                  <a:pt x="264" y="170"/>
                  <a:pt x="265" y="164"/>
                  <a:pt x="265" y="157"/>
                </a:cubicBezTo>
                <a:cubicBezTo>
                  <a:pt x="265" y="151"/>
                  <a:pt x="264" y="144"/>
                  <a:pt x="263" y="138"/>
                </a:cubicBezTo>
                <a:lnTo>
                  <a:pt x="284" y="119"/>
                </a:lnTo>
                <a:lnTo>
                  <a:pt x="284" y="120"/>
                </a:lnTo>
                <a:moveTo>
                  <a:pt x="101" y="157"/>
                </a:moveTo>
                <a:cubicBezTo>
                  <a:pt x="101" y="151"/>
                  <a:pt x="103" y="146"/>
                  <a:pt x="105" y="140"/>
                </a:cubicBezTo>
                <a:cubicBezTo>
                  <a:pt x="107" y="135"/>
                  <a:pt x="110" y="130"/>
                  <a:pt x="114" y="126"/>
                </a:cubicBezTo>
                <a:cubicBezTo>
                  <a:pt x="119" y="122"/>
                  <a:pt x="123" y="118"/>
                  <a:pt x="129" y="116"/>
                </a:cubicBezTo>
                <a:cubicBezTo>
                  <a:pt x="134" y="114"/>
                  <a:pt x="140" y="113"/>
                  <a:pt x="146" y="113"/>
                </a:cubicBezTo>
                <a:cubicBezTo>
                  <a:pt x="152" y="113"/>
                  <a:pt x="158" y="114"/>
                  <a:pt x="163" y="116"/>
                </a:cubicBezTo>
                <a:cubicBezTo>
                  <a:pt x="169" y="118"/>
                  <a:pt x="173" y="122"/>
                  <a:pt x="178" y="126"/>
                </a:cubicBezTo>
                <a:cubicBezTo>
                  <a:pt x="182" y="130"/>
                  <a:pt x="185" y="135"/>
                  <a:pt x="187" y="140"/>
                </a:cubicBezTo>
                <a:cubicBezTo>
                  <a:pt x="190" y="146"/>
                  <a:pt x="191" y="151"/>
                  <a:pt x="191" y="157"/>
                </a:cubicBezTo>
                <a:cubicBezTo>
                  <a:pt x="191" y="163"/>
                  <a:pt x="190" y="169"/>
                  <a:pt x="187" y="175"/>
                </a:cubicBezTo>
                <a:cubicBezTo>
                  <a:pt x="185" y="180"/>
                  <a:pt x="182" y="185"/>
                  <a:pt x="178" y="189"/>
                </a:cubicBezTo>
                <a:cubicBezTo>
                  <a:pt x="173" y="193"/>
                  <a:pt x="169" y="196"/>
                  <a:pt x="163" y="199"/>
                </a:cubicBezTo>
                <a:cubicBezTo>
                  <a:pt x="158" y="201"/>
                  <a:pt x="152" y="202"/>
                  <a:pt x="146" y="202"/>
                </a:cubicBezTo>
                <a:cubicBezTo>
                  <a:pt x="140" y="202"/>
                  <a:pt x="134" y="201"/>
                  <a:pt x="129" y="199"/>
                </a:cubicBezTo>
                <a:cubicBezTo>
                  <a:pt x="123" y="196"/>
                  <a:pt x="119" y="193"/>
                  <a:pt x="114" y="189"/>
                </a:cubicBezTo>
                <a:cubicBezTo>
                  <a:pt x="110" y="185"/>
                  <a:pt x="107" y="180"/>
                  <a:pt x="105" y="175"/>
                </a:cubicBezTo>
                <a:cubicBezTo>
                  <a:pt x="103" y="169"/>
                  <a:pt x="101" y="163"/>
                  <a:pt x="101" y="157"/>
                </a:cubicBezTo>
                <a:moveTo>
                  <a:pt x="467" y="459"/>
                </a:moveTo>
                <a:cubicBezTo>
                  <a:pt x="473" y="466"/>
                  <a:pt x="482" y="468"/>
                  <a:pt x="490" y="465"/>
                </a:cubicBezTo>
                <a:cubicBezTo>
                  <a:pt x="495" y="463"/>
                  <a:pt x="500" y="461"/>
                  <a:pt x="504" y="458"/>
                </a:cubicBezTo>
                <a:lnTo>
                  <a:pt x="509" y="455"/>
                </a:lnTo>
                <a:cubicBezTo>
                  <a:pt x="514" y="452"/>
                  <a:pt x="519" y="449"/>
                  <a:pt x="523" y="446"/>
                </a:cubicBezTo>
                <a:cubicBezTo>
                  <a:pt x="530" y="441"/>
                  <a:pt x="532" y="431"/>
                  <a:pt x="530" y="423"/>
                </a:cubicBezTo>
                <a:lnTo>
                  <a:pt x="521" y="397"/>
                </a:lnTo>
                <a:cubicBezTo>
                  <a:pt x="529" y="387"/>
                  <a:pt x="536" y="375"/>
                  <a:pt x="540" y="363"/>
                </a:cubicBezTo>
                <a:lnTo>
                  <a:pt x="567" y="357"/>
                </a:lnTo>
                <a:cubicBezTo>
                  <a:pt x="576" y="356"/>
                  <a:pt x="583" y="349"/>
                  <a:pt x="584" y="340"/>
                </a:cubicBezTo>
                <a:cubicBezTo>
                  <a:pt x="585" y="334"/>
                  <a:pt x="585" y="328"/>
                  <a:pt x="585" y="321"/>
                </a:cubicBezTo>
                <a:cubicBezTo>
                  <a:pt x="585" y="315"/>
                  <a:pt x="585" y="308"/>
                  <a:pt x="584" y="302"/>
                </a:cubicBezTo>
                <a:cubicBezTo>
                  <a:pt x="583" y="294"/>
                  <a:pt x="576" y="287"/>
                  <a:pt x="567" y="285"/>
                </a:cubicBezTo>
                <a:lnTo>
                  <a:pt x="540" y="279"/>
                </a:lnTo>
                <a:cubicBezTo>
                  <a:pt x="536" y="267"/>
                  <a:pt x="529" y="256"/>
                  <a:pt x="521" y="246"/>
                </a:cubicBezTo>
                <a:lnTo>
                  <a:pt x="530" y="219"/>
                </a:lnTo>
                <a:cubicBezTo>
                  <a:pt x="532" y="211"/>
                  <a:pt x="530" y="202"/>
                  <a:pt x="523" y="196"/>
                </a:cubicBezTo>
                <a:cubicBezTo>
                  <a:pt x="519" y="193"/>
                  <a:pt x="514" y="190"/>
                  <a:pt x="509" y="187"/>
                </a:cubicBezTo>
                <a:lnTo>
                  <a:pt x="504" y="184"/>
                </a:lnTo>
                <a:cubicBezTo>
                  <a:pt x="500" y="182"/>
                  <a:pt x="495" y="179"/>
                  <a:pt x="490" y="177"/>
                </a:cubicBezTo>
                <a:cubicBezTo>
                  <a:pt x="482" y="174"/>
                  <a:pt x="473" y="176"/>
                  <a:pt x="467" y="183"/>
                </a:cubicBezTo>
                <a:lnTo>
                  <a:pt x="448" y="204"/>
                </a:lnTo>
                <a:cubicBezTo>
                  <a:pt x="442" y="203"/>
                  <a:pt x="435" y="202"/>
                  <a:pt x="429" y="202"/>
                </a:cubicBezTo>
                <a:cubicBezTo>
                  <a:pt x="422" y="202"/>
                  <a:pt x="416" y="203"/>
                  <a:pt x="409" y="204"/>
                </a:cubicBezTo>
                <a:lnTo>
                  <a:pt x="391" y="183"/>
                </a:lnTo>
                <a:cubicBezTo>
                  <a:pt x="385" y="176"/>
                  <a:pt x="376" y="174"/>
                  <a:pt x="368" y="177"/>
                </a:cubicBezTo>
                <a:cubicBezTo>
                  <a:pt x="363" y="179"/>
                  <a:pt x="358" y="182"/>
                  <a:pt x="353" y="184"/>
                </a:cubicBezTo>
                <a:lnTo>
                  <a:pt x="348" y="187"/>
                </a:lnTo>
                <a:cubicBezTo>
                  <a:pt x="344" y="190"/>
                  <a:pt x="339" y="193"/>
                  <a:pt x="335" y="196"/>
                </a:cubicBezTo>
                <a:cubicBezTo>
                  <a:pt x="328" y="202"/>
                  <a:pt x="325" y="211"/>
                  <a:pt x="328" y="219"/>
                </a:cubicBezTo>
                <a:lnTo>
                  <a:pt x="337" y="246"/>
                </a:lnTo>
                <a:cubicBezTo>
                  <a:pt x="329" y="256"/>
                  <a:pt x="322" y="267"/>
                  <a:pt x="317" y="279"/>
                </a:cubicBezTo>
                <a:lnTo>
                  <a:pt x="290" y="285"/>
                </a:lnTo>
                <a:cubicBezTo>
                  <a:pt x="282" y="287"/>
                  <a:pt x="275" y="293"/>
                  <a:pt x="274" y="302"/>
                </a:cubicBezTo>
                <a:cubicBezTo>
                  <a:pt x="273" y="308"/>
                  <a:pt x="273" y="315"/>
                  <a:pt x="273" y="321"/>
                </a:cubicBezTo>
                <a:cubicBezTo>
                  <a:pt x="273" y="327"/>
                  <a:pt x="273" y="334"/>
                  <a:pt x="274" y="340"/>
                </a:cubicBezTo>
                <a:cubicBezTo>
                  <a:pt x="275" y="349"/>
                  <a:pt x="282" y="355"/>
                  <a:pt x="290" y="357"/>
                </a:cubicBezTo>
                <a:lnTo>
                  <a:pt x="317" y="363"/>
                </a:lnTo>
                <a:cubicBezTo>
                  <a:pt x="322" y="375"/>
                  <a:pt x="329" y="387"/>
                  <a:pt x="337" y="397"/>
                </a:cubicBezTo>
                <a:lnTo>
                  <a:pt x="328" y="423"/>
                </a:lnTo>
                <a:cubicBezTo>
                  <a:pt x="325" y="431"/>
                  <a:pt x="328" y="440"/>
                  <a:pt x="335" y="446"/>
                </a:cubicBezTo>
                <a:cubicBezTo>
                  <a:pt x="339" y="449"/>
                  <a:pt x="344" y="452"/>
                  <a:pt x="348" y="455"/>
                </a:cubicBezTo>
                <a:lnTo>
                  <a:pt x="353" y="458"/>
                </a:lnTo>
                <a:cubicBezTo>
                  <a:pt x="358" y="460"/>
                  <a:pt x="363" y="463"/>
                  <a:pt x="368" y="465"/>
                </a:cubicBezTo>
                <a:cubicBezTo>
                  <a:pt x="376" y="468"/>
                  <a:pt x="385" y="466"/>
                  <a:pt x="391" y="459"/>
                </a:cubicBezTo>
                <a:lnTo>
                  <a:pt x="409" y="438"/>
                </a:lnTo>
                <a:cubicBezTo>
                  <a:pt x="416" y="439"/>
                  <a:pt x="422" y="440"/>
                  <a:pt x="429" y="440"/>
                </a:cubicBezTo>
                <a:cubicBezTo>
                  <a:pt x="436" y="440"/>
                  <a:pt x="442" y="439"/>
                  <a:pt x="448" y="438"/>
                </a:cubicBezTo>
                <a:lnTo>
                  <a:pt x="467" y="459"/>
                </a:lnTo>
                <a:moveTo>
                  <a:pt x="429" y="276"/>
                </a:moveTo>
                <a:cubicBezTo>
                  <a:pt x="435" y="276"/>
                  <a:pt x="440" y="278"/>
                  <a:pt x="446" y="280"/>
                </a:cubicBezTo>
                <a:cubicBezTo>
                  <a:pt x="451" y="282"/>
                  <a:pt x="456" y="285"/>
                  <a:pt x="460" y="290"/>
                </a:cubicBezTo>
                <a:cubicBezTo>
                  <a:pt x="465" y="294"/>
                  <a:pt x="468" y="299"/>
                  <a:pt x="470" y="304"/>
                </a:cubicBezTo>
                <a:cubicBezTo>
                  <a:pt x="472" y="310"/>
                  <a:pt x="473" y="315"/>
                  <a:pt x="473" y="321"/>
                </a:cubicBezTo>
                <a:cubicBezTo>
                  <a:pt x="473" y="327"/>
                  <a:pt x="472" y="333"/>
                  <a:pt x="470" y="338"/>
                </a:cubicBezTo>
                <a:cubicBezTo>
                  <a:pt x="468" y="344"/>
                  <a:pt x="465" y="349"/>
                  <a:pt x="460" y="353"/>
                </a:cubicBezTo>
                <a:cubicBezTo>
                  <a:pt x="456" y="357"/>
                  <a:pt x="451" y="360"/>
                  <a:pt x="446" y="362"/>
                </a:cubicBezTo>
                <a:cubicBezTo>
                  <a:pt x="440" y="365"/>
                  <a:pt x="435" y="366"/>
                  <a:pt x="429" y="366"/>
                </a:cubicBezTo>
                <a:cubicBezTo>
                  <a:pt x="423" y="366"/>
                  <a:pt x="417" y="365"/>
                  <a:pt x="412" y="362"/>
                </a:cubicBezTo>
                <a:cubicBezTo>
                  <a:pt x="406" y="360"/>
                  <a:pt x="401" y="357"/>
                  <a:pt x="397" y="353"/>
                </a:cubicBezTo>
                <a:cubicBezTo>
                  <a:pt x="393" y="349"/>
                  <a:pt x="390" y="344"/>
                  <a:pt x="388" y="338"/>
                </a:cubicBezTo>
                <a:cubicBezTo>
                  <a:pt x="385" y="333"/>
                  <a:pt x="384" y="327"/>
                  <a:pt x="384" y="321"/>
                </a:cubicBezTo>
                <a:cubicBezTo>
                  <a:pt x="384" y="315"/>
                  <a:pt x="385" y="310"/>
                  <a:pt x="388" y="304"/>
                </a:cubicBezTo>
                <a:cubicBezTo>
                  <a:pt x="390" y="299"/>
                  <a:pt x="393" y="294"/>
                  <a:pt x="397" y="290"/>
                </a:cubicBezTo>
                <a:cubicBezTo>
                  <a:pt x="401" y="285"/>
                  <a:pt x="406" y="282"/>
                  <a:pt x="412" y="280"/>
                </a:cubicBezTo>
                <a:cubicBezTo>
                  <a:pt x="417" y="278"/>
                  <a:pt x="423" y="276"/>
                  <a:pt x="429" y="276"/>
                </a:cubicBezTo>
                <a:close/>
              </a:path>
            </a:pathLst>
          </a:custGeom>
          <a:solidFill>
            <a:srgbClr val="165DFF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0" name="文本框 219"/>
          <p:cNvSpPr txBox="1"/>
          <p:nvPr/>
        </p:nvSpPr>
        <p:spPr>
          <a:xfrm>
            <a:off x="866880" y="2652840"/>
            <a:ext cx="1591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校园专属平台具有竞争优势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1" name="任意多边形 220"/>
          <p:cNvSpPr/>
          <p:nvPr/>
        </p:nvSpPr>
        <p:spPr>
          <a:xfrm>
            <a:off x="4295520" y="2266920"/>
            <a:ext cx="38520" cy="38160"/>
          </a:xfrm>
          <a:custGeom>
            <a:avLst/>
            <a:gdLst/>
            <a:ahLst/>
            <a:cxnLst/>
            <a:rect l="0" t="0" r="r" b="b"/>
            <a:pathLst>
              <a:path w="107" h="106">
                <a:moveTo>
                  <a:pt x="107" y="52"/>
                </a:moveTo>
                <a:cubicBezTo>
                  <a:pt x="107" y="61"/>
                  <a:pt x="106" y="67"/>
                  <a:pt x="103" y="74"/>
                </a:cubicBezTo>
                <a:cubicBezTo>
                  <a:pt x="100" y="80"/>
                  <a:pt x="97" y="86"/>
                  <a:pt x="92" y="91"/>
                </a:cubicBezTo>
                <a:cubicBezTo>
                  <a:pt x="86" y="96"/>
                  <a:pt x="80" y="100"/>
                  <a:pt x="73" y="102"/>
                </a:cubicBezTo>
                <a:cubicBezTo>
                  <a:pt x="67" y="105"/>
                  <a:pt x="60" y="106"/>
                  <a:pt x="53" y="106"/>
                </a:cubicBezTo>
                <a:cubicBezTo>
                  <a:pt x="46" y="106"/>
                  <a:pt x="39" y="105"/>
                  <a:pt x="33" y="102"/>
                </a:cubicBezTo>
                <a:cubicBezTo>
                  <a:pt x="26" y="100"/>
                  <a:pt x="21" y="96"/>
                  <a:pt x="16" y="91"/>
                </a:cubicBezTo>
                <a:cubicBezTo>
                  <a:pt x="11" y="86"/>
                  <a:pt x="7" y="80"/>
                  <a:pt x="4" y="74"/>
                </a:cubicBezTo>
                <a:cubicBezTo>
                  <a:pt x="2" y="67"/>
                  <a:pt x="0" y="61"/>
                  <a:pt x="0" y="52"/>
                </a:cubicBez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cubicBezTo>
                  <a:pt x="60" y="0"/>
                  <a:pt x="67" y="1"/>
                  <a:pt x="73" y="4"/>
                </a:cubicBezTo>
                <a:cubicBezTo>
                  <a:pt x="80" y="6"/>
                  <a:pt x="86" y="10"/>
                  <a:pt x="92" y="15"/>
                </a:cubicBezTo>
                <a:cubicBezTo>
                  <a:pt x="97" y="20"/>
                  <a:pt x="100" y="26"/>
                  <a:pt x="103" y="32"/>
                </a:cubicBezTo>
                <a:cubicBezTo>
                  <a:pt x="106" y="39"/>
                  <a:pt x="107" y="45"/>
                  <a:pt x="107" y="52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2" name="文本框 221"/>
          <p:cNvSpPr txBox="1"/>
          <p:nvPr/>
        </p:nvSpPr>
        <p:spPr>
          <a:xfrm>
            <a:off x="4583160" y="1873080"/>
            <a:ext cx="854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技术可行性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3" name="任意多边形 222"/>
          <p:cNvSpPr/>
          <p:nvPr/>
        </p:nvSpPr>
        <p:spPr>
          <a:xfrm>
            <a:off x="4295520" y="2495520"/>
            <a:ext cx="38520" cy="38160"/>
          </a:xfrm>
          <a:custGeom>
            <a:avLst/>
            <a:gdLst/>
            <a:ahLst/>
            <a:cxnLst/>
            <a:rect l="0" t="0" r="r" b="b"/>
            <a:pathLst>
              <a:path w="107" h="106">
                <a:moveTo>
                  <a:pt x="107" y="53"/>
                </a:moveTo>
                <a:cubicBezTo>
                  <a:pt x="107" y="61"/>
                  <a:pt x="106" y="67"/>
                  <a:pt x="103" y="74"/>
                </a:cubicBezTo>
                <a:cubicBezTo>
                  <a:pt x="100" y="80"/>
                  <a:pt x="97" y="86"/>
                  <a:pt x="92" y="91"/>
                </a:cubicBezTo>
                <a:cubicBezTo>
                  <a:pt x="86" y="96"/>
                  <a:pt x="80" y="100"/>
                  <a:pt x="73" y="102"/>
                </a:cubicBezTo>
                <a:cubicBezTo>
                  <a:pt x="67" y="105"/>
                  <a:pt x="60" y="106"/>
                  <a:pt x="53" y="106"/>
                </a:cubicBezTo>
                <a:cubicBezTo>
                  <a:pt x="46" y="106"/>
                  <a:pt x="39" y="105"/>
                  <a:pt x="33" y="102"/>
                </a:cubicBezTo>
                <a:cubicBezTo>
                  <a:pt x="26" y="100"/>
                  <a:pt x="21" y="96"/>
                  <a:pt x="16" y="91"/>
                </a:cubicBezTo>
                <a:cubicBezTo>
                  <a:pt x="11" y="86"/>
                  <a:pt x="7" y="80"/>
                  <a:pt x="4" y="74"/>
                </a:cubicBezTo>
                <a:cubicBezTo>
                  <a:pt x="2" y="67"/>
                  <a:pt x="0" y="61"/>
                  <a:pt x="0" y="53"/>
                </a:cubicBez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cubicBezTo>
                  <a:pt x="60" y="0"/>
                  <a:pt x="67" y="1"/>
                  <a:pt x="73" y="4"/>
                </a:cubicBezTo>
                <a:cubicBezTo>
                  <a:pt x="80" y="6"/>
                  <a:pt x="86" y="10"/>
                  <a:pt x="92" y="15"/>
                </a:cubicBezTo>
                <a:cubicBezTo>
                  <a:pt x="97" y="20"/>
                  <a:pt x="100" y="26"/>
                  <a:pt x="103" y="32"/>
                </a:cubicBezTo>
                <a:cubicBezTo>
                  <a:pt x="106" y="39"/>
                  <a:pt x="107" y="45"/>
                  <a:pt x="107" y="53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4" name="文本框 223"/>
          <p:cNvSpPr txBox="1"/>
          <p:nvPr/>
        </p:nvSpPr>
        <p:spPr>
          <a:xfrm>
            <a:off x="4473360" y="2195640"/>
            <a:ext cx="18975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技术栈成熟稳定 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(Vue3+Node.js)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5" name="任意多边形 224"/>
          <p:cNvSpPr/>
          <p:nvPr/>
        </p:nvSpPr>
        <p:spPr>
          <a:xfrm>
            <a:off x="4295520" y="2724120"/>
            <a:ext cx="38520" cy="38160"/>
          </a:xfrm>
          <a:custGeom>
            <a:avLst/>
            <a:gdLst/>
            <a:ahLst/>
            <a:cxnLst/>
            <a:rect l="0" t="0" r="r" b="b"/>
            <a:pathLst>
              <a:path w="107" h="106">
                <a:moveTo>
                  <a:pt x="107" y="53"/>
                </a:moveTo>
                <a:cubicBezTo>
                  <a:pt x="107" y="61"/>
                  <a:pt x="106" y="67"/>
                  <a:pt x="103" y="74"/>
                </a:cubicBezTo>
                <a:cubicBezTo>
                  <a:pt x="100" y="80"/>
                  <a:pt x="97" y="86"/>
                  <a:pt x="92" y="91"/>
                </a:cubicBezTo>
                <a:cubicBezTo>
                  <a:pt x="86" y="96"/>
                  <a:pt x="80" y="100"/>
                  <a:pt x="73" y="102"/>
                </a:cubicBezTo>
                <a:cubicBezTo>
                  <a:pt x="67" y="105"/>
                  <a:pt x="60" y="106"/>
                  <a:pt x="53" y="106"/>
                </a:cubicBezTo>
                <a:cubicBezTo>
                  <a:pt x="46" y="106"/>
                  <a:pt x="39" y="105"/>
                  <a:pt x="33" y="102"/>
                </a:cubicBezTo>
                <a:cubicBezTo>
                  <a:pt x="26" y="100"/>
                  <a:pt x="21" y="96"/>
                  <a:pt x="16" y="91"/>
                </a:cubicBezTo>
                <a:cubicBezTo>
                  <a:pt x="11" y="86"/>
                  <a:pt x="7" y="80"/>
                  <a:pt x="4" y="74"/>
                </a:cubicBezTo>
                <a:cubicBezTo>
                  <a:pt x="2" y="67"/>
                  <a:pt x="0" y="61"/>
                  <a:pt x="0" y="53"/>
                </a:cubicBez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cubicBezTo>
                  <a:pt x="60" y="0"/>
                  <a:pt x="67" y="1"/>
                  <a:pt x="73" y="4"/>
                </a:cubicBezTo>
                <a:cubicBezTo>
                  <a:pt x="80" y="6"/>
                  <a:pt x="86" y="10"/>
                  <a:pt x="92" y="15"/>
                </a:cubicBezTo>
                <a:cubicBezTo>
                  <a:pt x="97" y="20"/>
                  <a:pt x="100" y="26"/>
                  <a:pt x="103" y="32"/>
                </a:cubicBezTo>
                <a:cubicBezTo>
                  <a:pt x="106" y="39"/>
                  <a:pt x="107" y="45"/>
                  <a:pt x="107" y="53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6" name="文本框 225"/>
          <p:cNvSpPr txBox="1"/>
          <p:nvPr/>
        </p:nvSpPr>
        <p:spPr>
          <a:xfrm>
            <a:off x="4473360" y="2424240"/>
            <a:ext cx="1591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团队成员具备全栈开发经验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7" name="任意多边形 226"/>
          <p:cNvSpPr/>
          <p:nvPr/>
        </p:nvSpPr>
        <p:spPr>
          <a:xfrm>
            <a:off x="688320" y="3850920"/>
            <a:ext cx="166320" cy="165960"/>
          </a:xfrm>
          <a:custGeom>
            <a:avLst/>
            <a:gdLst/>
            <a:ahLst/>
            <a:cxnLst/>
            <a:rect l="0" t="0" r="r" b="b"/>
            <a:pathLst>
              <a:path w="462" h="461">
                <a:moveTo>
                  <a:pt x="138" y="409"/>
                </a:moveTo>
                <a:lnTo>
                  <a:pt x="126" y="437"/>
                </a:lnTo>
                <a:cubicBezTo>
                  <a:pt x="109" y="428"/>
                  <a:pt x="93" y="417"/>
                  <a:pt x="78" y="404"/>
                </a:cubicBezTo>
                <a:lnTo>
                  <a:pt x="100" y="383"/>
                </a:lnTo>
                <a:cubicBezTo>
                  <a:pt x="111" y="393"/>
                  <a:pt x="124" y="402"/>
                  <a:pt x="138" y="409"/>
                </a:cubicBezTo>
                <a:moveTo>
                  <a:pt x="30" y="246"/>
                </a:moveTo>
                <a:lnTo>
                  <a:pt x="0" y="246"/>
                </a:lnTo>
                <a:cubicBezTo>
                  <a:pt x="2" y="265"/>
                  <a:pt x="5" y="284"/>
                  <a:pt x="11" y="303"/>
                </a:cubicBezTo>
                <a:lnTo>
                  <a:pt x="39" y="291"/>
                </a:lnTo>
                <a:cubicBezTo>
                  <a:pt x="34" y="277"/>
                  <a:pt x="31" y="261"/>
                  <a:pt x="30" y="246"/>
                </a:cubicBezTo>
                <a:moveTo>
                  <a:pt x="30" y="216"/>
                </a:moveTo>
                <a:cubicBezTo>
                  <a:pt x="32" y="198"/>
                  <a:pt x="35" y="181"/>
                  <a:pt x="41" y="166"/>
                </a:cubicBezTo>
                <a:lnTo>
                  <a:pt x="13" y="154"/>
                </a:lnTo>
                <a:cubicBezTo>
                  <a:pt x="6" y="173"/>
                  <a:pt x="2" y="194"/>
                  <a:pt x="0" y="216"/>
                </a:cubicBezTo>
                <a:lnTo>
                  <a:pt x="30" y="216"/>
                </a:lnTo>
                <a:moveTo>
                  <a:pt x="52" y="138"/>
                </a:moveTo>
                <a:cubicBezTo>
                  <a:pt x="60" y="124"/>
                  <a:pt x="68" y="110"/>
                  <a:pt x="78" y="99"/>
                </a:cubicBezTo>
                <a:lnTo>
                  <a:pt x="57" y="78"/>
                </a:lnTo>
                <a:cubicBezTo>
                  <a:pt x="45" y="92"/>
                  <a:pt x="34" y="108"/>
                  <a:pt x="25" y="126"/>
                </a:cubicBezTo>
                <a:lnTo>
                  <a:pt x="52" y="138"/>
                </a:lnTo>
                <a:moveTo>
                  <a:pt x="363" y="383"/>
                </a:moveTo>
                <a:cubicBezTo>
                  <a:pt x="350" y="394"/>
                  <a:pt x="335" y="404"/>
                  <a:pt x="320" y="411"/>
                </a:cubicBezTo>
                <a:lnTo>
                  <a:pt x="331" y="439"/>
                </a:lnTo>
                <a:cubicBezTo>
                  <a:pt x="350" y="430"/>
                  <a:pt x="368" y="418"/>
                  <a:pt x="384" y="404"/>
                </a:cubicBezTo>
                <a:lnTo>
                  <a:pt x="363" y="383"/>
                </a:lnTo>
                <a:moveTo>
                  <a:pt x="99" y="78"/>
                </a:moveTo>
                <a:cubicBezTo>
                  <a:pt x="112" y="66"/>
                  <a:pt x="127" y="57"/>
                  <a:pt x="142" y="49"/>
                </a:cubicBezTo>
                <a:lnTo>
                  <a:pt x="131" y="22"/>
                </a:lnTo>
                <a:cubicBezTo>
                  <a:pt x="112" y="31"/>
                  <a:pt x="94" y="43"/>
                  <a:pt x="78" y="57"/>
                </a:cubicBezTo>
                <a:lnTo>
                  <a:pt x="99" y="78"/>
                </a:lnTo>
                <a:moveTo>
                  <a:pt x="410" y="323"/>
                </a:moveTo>
                <a:cubicBezTo>
                  <a:pt x="403" y="337"/>
                  <a:pt x="394" y="350"/>
                  <a:pt x="384" y="362"/>
                </a:cubicBezTo>
                <a:lnTo>
                  <a:pt x="405" y="383"/>
                </a:lnTo>
                <a:cubicBezTo>
                  <a:pt x="418" y="369"/>
                  <a:pt x="429" y="352"/>
                  <a:pt x="437" y="335"/>
                </a:cubicBezTo>
                <a:lnTo>
                  <a:pt x="410" y="323"/>
                </a:lnTo>
                <a:moveTo>
                  <a:pt x="432" y="246"/>
                </a:moveTo>
                <a:cubicBezTo>
                  <a:pt x="431" y="263"/>
                  <a:pt x="427" y="280"/>
                  <a:pt x="422" y="296"/>
                </a:cubicBezTo>
                <a:lnTo>
                  <a:pt x="449" y="308"/>
                </a:lnTo>
                <a:cubicBezTo>
                  <a:pt x="456" y="288"/>
                  <a:pt x="460" y="267"/>
                  <a:pt x="462" y="246"/>
                </a:cubicBezTo>
                <a:lnTo>
                  <a:pt x="432" y="246"/>
                </a:lnTo>
                <a:moveTo>
                  <a:pt x="292" y="422"/>
                </a:moveTo>
                <a:cubicBezTo>
                  <a:pt x="278" y="427"/>
                  <a:pt x="262" y="430"/>
                  <a:pt x="247" y="431"/>
                </a:cubicBezTo>
                <a:lnTo>
                  <a:pt x="247" y="461"/>
                </a:lnTo>
                <a:cubicBezTo>
                  <a:pt x="266" y="460"/>
                  <a:pt x="285" y="456"/>
                  <a:pt x="303" y="450"/>
                </a:cubicBezTo>
                <a:lnTo>
                  <a:pt x="292" y="422"/>
                </a:lnTo>
                <a:moveTo>
                  <a:pt x="217" y="431"/>
                </a:moveTo>
                <a:cubicBezTo>
                  <a:pt x="199" y="430"/>
                  <a:pt x="182" y="426"/>
                  <a:pt x="166" y="421"/>
                </a:cubicBezTo>
                <a:lnTo>
                  <a:pt x="154" y="448"/>
                </a:lnTo>
                <a:cubicBezTo>
                  <a:pt x="174" y="455"/>
                  <a:pt x="195" y="460"/>
                  <a:pt x="217" y="461"/>
                </a:cubicBezTo>
                <a:lnTo>
                  <a:pt x="217" y="431"/>
                </a:lnTo>
                <a:moveTo>
                  <a:pt x="423" y="170"/>
                </a:moveTo>
                <a:cubicBezTo>
                  <a:pt x="428" y="185"/>
                  <a:pt x="431" y="200"/>
                  <a:pt x="432" y="216"/>
                </a:cubicBezTo>
                <a:lnTo>
                  <a:pt x="462" y="216"/>
                </a:lnTo>
                <a:cubicBezTo>
                  <a:pt x="461" y="196"/>
                  <a:pt x="457" y="177"/>
                  <a:pt x="451" y="159"/>
                </a:cubicBezTo>
                <a:lnTo>
                  <a:pt x="423" y="170"/>
                </a:lnTo>
                <a:moveTo>
                  <a:pt x="78" y="362"/>
                </a:moveTo>
                <a:cubicBezTo>
                  <a:pt x="67" y="349"/>
                  <a:pt x="58" y="335"/>
                  <a:pt x="50" y="319"/>
                </a:cubicBezTo>
                <a:lnTo>
                  <a:pt x="22" y="330"/>
                </a:lnTo>
                <a:cubicBezTo>
                  <a:pt x="32" y="349"/>
                  <a:pt x="43" y="367"/>
                  <a:pt x="57" y="383"/>
                </a:cubicBezTo>
                <a:lnTo>
                  <a:pt x="78" y="362"/>
                </a:lnTo>
                <a:moveTo>
                  <a:pt x="247" y="29"/>
                </a:moveTo>
                <a:cubicBezTo>
                  <a:pt x="264" y="31"/>
                  <a:pt x="281" y="34"/>
                  <a:pt x="297" y="40"/>
                </a:cubicBezTo>
                <a:lnTo>
                  <a:pt x="309" y="12"/>
                </a:lnTo>
                <a:cubicBezTo>
                  <a:pt x="289" y="5"/>
                  <a:pt x="268" y="1"/>
                  <a:pt x="247" y="0"/>
                </a:cubicBezTo>
                <a:lnTo>
                  <a:pt x="247" y="29"/>
                </a:lnTo>
                <a:moveTo>
                  <a:pt x="171" y="38"/>
                </a:moveTo>
                <a:cubicBezTo>
                  <a:pt x="186" y="34"/>
                  <a:pt x="201" y="31"/>
                  <a:pt x="217" y="29"/>
                </a:cubicBezTo>
                <a:lnTo>
                  <a:pt x="217" y="0"/>
                </a:lnTo>
                <a:cubicBezTo>
                  <a:pt x="197" y="1"/>
                  <a:pt x="178" y="5"/>
                  <a:pt x="160" y="10"/>
                </a:cubicBezTo>
                <a:lnTo>
                  <a:pt x="171" y="38"/>
                </a:lnTo>
                <a:moveTo>
                  <a:pt x="405" y="78"/>
                </a:moveTo>
                <a:lnTo>
                  <a:pt x="384" y="99"/>
                </a:lnTo>
                <a:cubicBezTo>
                  <a:pt x="395" y="112"/>
                  <a:pt x="405" y="127"/>
                  <a:pt x="412" y="143"/>
                </a:cubicBezTo>
                <a:lnTo>
                  <a:pt x="440" y="131"/>
                </a:lnTo>
                <a:cubicBezTo>
                  <a:pt x="431" y="111"/>
                  <a:pt x="419" y="93"/>
                  <a:pt x="405" y="78"/>
                </a:cubicBezTo>
                <a:moveTo>
                  <a:pt x="363" y="78"/>
                </a:moveTo>
                <a:lnTo>
                  <a:pt x="384" y="56"/>
                </a:lnTo>
                <a:cubicBezTo>
                  <a:pt x="369" y="44"/>
                  <a:pt x="353" y="33"/>
                  <a:pt x="336" y="24"/>
                </a:cubicBezTo>
                <a:lnTo>
                  <a:pt x="324" y="51"/>
                </a:lnTo>
                <a:cubicBezTo>
                  <a:pt x="338" y="59"/>
                  <a:pt x="351" y="67"/>
                  <a:pt x="363" y="78"/>
                </a:cubicBezTo>
                <a:close/>
              </a:path>
            </a:pathLst>
          </a:custGeom>
          <a:solidFill>
            <a:srgbClr val="165DFF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8" name="文本框 227"/>
          <p:cNvSpPr txBox="1"/>
          <p:nvPr/>
        </p:nvSpPr>
        <p:spPr>
          <a:xfrm>
            <a:off x="4473360" y="2652840"/>
            <a:ext cx="13071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开发周期合理 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(14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周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9" name="任意多边形 228"/>
          <p:cNvSpPr/>
          <p:nvPr/>
        </p:nvSpPr>
        <p:spPr>
          <a:xfrm>
            <a:off x="685440" y="4219560"/>
            <a:ext cx="38520" cy="38160"/>
          </a:xfrm>
          <a:custGeom>
            <a:avLst/>
            <a:gdLst/>
            <a:ahLst/>
            <a:cxnLst/>
            <a:rect l="0" t="0" r="r" b="b"/>
            <a:pathLst>
              <a:path w="107" h="106">
                <a:moveTo>
                  <a:pt x="107" y="52"/>
                </a:moveTo>
                <a:cubicBezTo>
                  <a:pt x="107" y="59"/>
                  <a:pt x="106" y="66"/>
                  <a:pt x="103" y="73"/>
                </a:cubicBezTo>
                <a:cubicBezTo>
                  <a:pt x="101" y="79"/>
                  <a:pt x="97" y="85"/>
                  <a:pt x="92" y="90"/>
                </a:cubicBezTo>
                <a:cubicBezTo>
                  <a:pt x="87" y="96"/>
                  <a:pt x="81" y="100"/>
                  <a:pt x="75" y="102"/>
                </a:cubicBezTo>
                <a:cubicBezTo>
                  <a:pt x="68" y="105"/>
                  <a:pt x="61" y="106"/>
                  <a:pt x="54" y="106"/>
                </a:cubicBezTo>
                <a:cubicBezTo>
                  <a:pt x="47" y="106"/>
                  <a:pt x="41" y="105"/>
                  <a:pt x="33" y="102"/>
                </a:cubicBezTo>
                <a:cubicBezTo>
                  <a:pt x="27" y="100"/>
                  <a:pt x="21" y="96"/>
                  <a:pt x="16" y="90"/>
                </a:cubicBezTo>
                <a:cubicBezTo>
                  <a:pt x="11" y="85"/>
                  <a:pt x="7" y="79"/>
                  <a:pt x="5" y="73"/>
                </a:cubicBezTo>
                <a:cubicBezTo>
                  <a:pt x="2" y="66"/>
                  <a:pt x="0" y="59"/>
                  <a:pt x="0" y="52"/>
                </a:cubicBezTo>
                <a:cubicBezTo>
                  <a:pt x="0" y="45"/>
                  <a:pt x="2" y="39"/>
                  <a:pt x="5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6"/>
                  <a:pt x="33" y="4"/>
                </a:cubicBezTo>
                <a:cubicBezTo>
                  <a:pt x="41" y="1"/>
                  <a:pt x="47" y="0"/>
                  <a:pt x="54" y="0"/>
                </a:cubicBezTo>
                <a:cubicBezTo>
                  <a:pt x="61" y="0"/>
                  <a:pt x="68" y="1"/>
                  <a:pt x="75" y="4"/>
                </a:cubicBezTo>
                <a:cubicBezTo>
                  <a:pt x="81" y="6"/>
                  <a:pt x="87" y="10"/>
                  <a:pt x="92" y="15"/>
                </a:cubicBezTo>
                <a:cubicBezTo>
                  <a:pt x="97" y="20"/>
                  <a:pt x="101" y="26"/>
                  <a:pt x="103" y="32"/>
                </a:cubicBezTo>
                <a:cubicBezTo>
                  <a:pt x="106" y="39"/>
                  <a:pt x="107" y="45"/>
                  <a:pt x="107" y="52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0" name="文本框 229"/>
          <p:cNvSpPr txBox="1"/>
          <p:nvPr/>
        </p:nvSpPr>
        <p:spPr>
          <a:xfrm>
            <a:off x="933480" y="3825720"/>
            <a:ext cx="854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经济可行性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1" name="任意多边形 230"/>
          <p:cNvSpPr/>
          <p:nvPr/>
        </p:nvSpPr>
        <p:spPr>
          <a:xfrm>
            <a:off x="685440" y="4448160"/>
            <a:ext cx="38520" cy="38160"/>
          </a:xfrm>
          <a:custGeom>
            <a:avLst/>
            <a:gdLst/>
            <a:ahLst/>
            <a:cxnLst/>
            <a:rect l="0" t="0" r="r" b="b"/>
            <a:pathLst>
              <a:path w="107" h="106">
                <a:moveTo>
                  <a:pt x="107" y="52"/>
                </a:moveTo>
                <a:cubicBezTo>
                  <a:pt x="107" y="59"/>
                  <a:pt x="106" y="66"/>
                  <a:pt x="103" y="73"/>
                </a:cubicBezTo>
                <a:cubicBezTo>
                  <a:pt x="101" y="79"/>
                  <a:pt x="97" y="85"/>
                  <a:pt x="92" y="91"/>
                </a:cubicBezTo>
                <a:cubicBezTo>
                  <a:pt x="87" y="96"/>
                  <a:pt x="81" y="100"/>
                  <a:pt x="75" y="102"/>
                </a:cubicBezTo>
                <a:cubicBezTo>
                  <a:pt x="68" y="105"/>
                  <a:pt x="61" y="106"/>
                  <a:pt x="54" y="106"/>
                </a:cubicBezTo>
                <a:cubicBezTo>
                  <a:pt x="47" y="106"/>
                  <a:pt x="41" y="105"/>
                  <a:pt x="33" y="102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5"/>
                  <a:pt x="7" y="79"/>
                  <a:pt x="5" y="73"/>
                </a:cubicBezTo>
                <a:cubicBezTo>
                  <a:pt x="2" y="66"/>
                  <a:pt x="0" y="59"/>
                  <a:pt x="0" y="52"/>
                </a:cubicBezTo>
                <a:cubicBezTo>
                  <a:pt x="0" y="45"/>
                  <a:pt x="2" y="39"/>
                  <a:pt x="5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6"/>
                  <a:pt x="33" y="4"/>
                </a:cubicBezTo>
                <a:cubicBezTo>
                  <a:pt x="41" y="1"/>
                  <a:pt x="47" y="0"/>
                  <a:pt x="54" y="0"/>
                </a:cubicBezTo>
                <a:cubicBezTo>
                  <a:pt x="61" y="0"/>
                  <a:pt x="68" y="1"/>
                  <a:pt x="75" y="4"/>
                </a:cubicBezTo>
                <a:cubicBezTo>
                  <a:pt x="81" y="6"/>
                  <a:pt x="87" y="10"/>
                  <a:pt x="92" y="15"/>
                </a:cubicBezTo>
                <a:cubicBezTo>
                  <a:pt x="97" y="20"/>
                  <a:pt x="101" y="26"/>
                  <a:pt x="103" y="32"/>
                </a:cubicBezTo>
                <a:cubicBezTo>
                  <a:pt x="106" y="39"/>
                  <a:pt x="107" y="45"/>
                  <a:pt x="107" y="52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2" name="文本框 231"/>
          <p:cNvSpPr txBox="1"/>
          <p:nvPr/>
        </p:nvSpPr>
        <p:spPr>
          <a:xfrm>
            <a:off x="866880" y="4148280"/>
            <a:ext cx="1194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开发及运营成本可控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3" name="任意多边形 232"/>
          <p:cNvSpPr/>
          <p:nvPr/>
        </p:nvSpPr>
        <p:spPr>
          <a:xfrm>
            <a:off x="4295520" y="3848040"/>
            <a:ext cx="214200" cy="171720"/>
          </a:xfrm>
          <a:custGeom>
            <a:avLst/>
            <a:gdLst/>
            <a:ahLst/>
            <a:cxnLst/>
            <a:rect l="0" t="0" r="r" b="b"/>
            <a:pathLst>
              <a:path w="595" h="477">
                <a:moveTo>
                  <a:pt x="358" y="30"/>
                </a:moveTo>
                <a:lnTo>
                  <a:pt x="477" y="30"/>
                </a:lnTo>
                <a:cubicBezTo>
                  <a:pt x="494" y="30"/>
                  <a:pt x="507" y="44"/>
                  <a:pt x="507" y="60"/>
                </a:cubicBezTo>
                <a:cubicBezTo>
                  <a:pt x="507" y="77"/>
                  <a:pt x="494" y="90"/>
                  <a:pt x="477" y="90"/>
                </a:cubicBezTo>
                <a:lnTo>
                  <a:pt x="372" y="90"/>
                </a:lnTo>
                <a:cubicBezTo>
                  <a:pt x="367" y="114"/>
                  <a:pt x="350" y="134"/>
                  <a:pt x="329" y="143"/>
                </a:cubicBezTo>
                <a:lnTo>
                  <a:pt x="329" y="417"/>
                </a:lnTo>
                <a:lnTo>
                  <a:pt x="477" y="417"/>
                </a:lnTo>
                <a:cubicBezTo>
                  <a:pt x="494" y="417"/>
                  <a:pt x="507" y="431"/>
                  <a:pt x="507" y="447"/>
                </a:cubicBezTo>
                <a:cubicBezTo>
                  <a:pt x="507" y="464"/>
                  <a:pt x="494" y="477"/>
                  <a:pt x="477" y="477"/>
                </a:cubicBezTo>
                <a:lnTo>
                  <a:pt x="299" y="477"/>
                </a:lnTo>
                <a:lnTo>
                  <a:pt x="119" y="477"/>
                </a:lnTo>
                <a:cubicBezTo>
                  <a:pt x="103" y="477"/>
                  <a:pt x="90" y="464"/>
                  <a:pt x="90" y="447"/>
                </a:cubicBezTo>
                <a:cubicBezTo>
                  <a:pt x="90" y="431"/>
                  <a:pt x="103" y="417"/>
                  <a:pt x="119" y="417"/>
                </a:cubicBezTo>
                <a:lnTo>
                  <a:pt x="269" y="417"/>
                </a:lnTo>
                <a:lnTo>
                  <a:pt x="269" y="143"/>
                </a:lnTo>
                <a:cubicBezTo>
                  <a:pt x="247" y="134"/>
                  <a:pt x="230" y="114"/>
                  <a:pt x="225" y="90"/>
                </a:cubicBezTo>
                <a:lnTo>
                  <a:pt x="119" y="90"/>
                </a:lnTo>
                <a:cubicBezTo>
                  <a:pt x="103" y="90"/>
                  <a:pt x="90" y="77"/>
                  <a:pt x="90" y="60"/>
                </a:cubicBezTo>
                <a:cubicBezTo>
                  <a:pt x="90" y="44"/>
                  <a:pt x="103" y="30"/>
                  <a:pt x="119" y="30"/>
                </a:cubicBezTo>
                <a:lnTo>
                  <a:pt x="238" y="30"/>
                </a:lnTo>
                <a:cubicBezTo>
                  <a:pt x="253" y="11"/>
                  <a:pt x="274" y="0"/>
                  <a:pt x="299" y="0"/>
                </a:cubicBezTo>
                <a:cubicBezTo>
                  <a:pt x="323" y="0"/>
                  <a:pt x="345" y="11"/>
                  <a:pt x="358" y="30"/>
                </a:cubicBezTo>
                <a:moveTo>
                  <a:pt x="410" y="298"/>
                </a:moveTo>
                <a:lnTo>
                  <a:pt x="545" y="298"/>
                </a:lnTo>
                <a:lnTo>
                  <a:pt x="477" y="183"/>
                </a:lnTo>
                <a:lnTo>
                  <a:pt x="410" y="298"/>
                </a:lnTo>
                <a:moveTo>
                  <a:pt x="477" y="388"/>
                </a:moveTo>
                <a:cubicBezTo>
                  <a:pt x="419" y="388"/>
                  <a:pt x="370" y="356"/>
                  <a:pt x="360" y="314"/>
                </a:cubicBezTo>
                <a:cubicBezTo>
                  <a:pt x="358" y="304"/>
                  <a:pt x="361" y="293"/>
                  <a:pt x="366" y="284"/>
                </a:cubicBezTo>
                <a:lnTo>
                  <a:pt x="455" y="133"/>
                </a:lnTo>
                <a:cubicBezTo>
                  <a:pt x="460" y="125"/>
                  <a:pt x="468" y="120"/>
                  <a:pt x="477" y="120"/>
                </a:cubicBezTo>
                <a:cubicBezTo>
                  <a:pt x="487" y="120"/>
                  <a:pt x="495" y="125"/>
                  <a:pt x="500" y="133"/>
                </a:cubicBezTo>
                <a:lnTo>
                  <a:pt x="588" y="284"/>
                </a:lnTo>
                <a:cubicBezTo>
                  <a:pt x="594" y="293"/>
                  <a:pt x="597" y="304"/>
                  <a:pt x="595" y="314"/>
                </a:cubicBezTo>
                <a:cubicBezTo>
                  <a:pt x="585" y="356"/>
                  <a:pt x="536" y="388"/>
                  <a:pt x="477" y="388"/>
                </a:cubicBezTo>
                <a:moveTo>
                  <a:pt x="118" y="183"/>
                </a:moveTo>
                <a:lnTo>
                  <a:pt x="51" y="298"/>
                </a:lnTo>
                <a:lnTo>
                  <a:pt x="186" y="298"/>
                </a:lnTo>
                <a:lnTo>
                  <a:pt x="118" y="183"/>
                </a:lnTo>
                <a:moveTo>
                  <a:pt x="1" y="314"/>
                </a:moveTo>
                <a:cubicBezTo>
                  <a:pt x="-1" y="304"/>
                  <a:pt x="2" y="293"/>
                  <a:pt x="7" y="284"/>
                </a:cubicBezTo>
                <a:lnTo>
                  <a:pt x="96" y="133"/>
                </a:lnTo>
                <a:cubicBezTo>
                  <a:pt x="100" y="125"/>
                  <a:pt x="109" y="120"/>
                  <a:pt x="118" y="120"/>
                </a:cubicBezTo>
                <a:cubicBezTo>
                  <a:pt x="127" y="120"/>
                  <a:pt x="136" y="125"/>
                  <a:pt x="141" y="133"/>
                </a:cubicBezTo>
                <a:lnTo>
                  <a:pt x="229" y="284"/>
                </a:lnTo>
                <a:cubicBezTo>
                  <a:pt x="235" y="293"/>
                  <a:pt x="238" y="304"/>
                  <a:pt x="235" y="314"/>
                </a:cubicBezTo>
                <a:cubicBezTo>
                  <a:pt x="225" y="356"/>
                  <a:pt x="177" y="388"/>
                  <a:pt x="118" y="388"/>
                </a:cubicBezTo>
                <a:cubicBezTo>
                  <a:pt x="60" y="388"/>
                  <a:pt x="11" y="356"/>
                  <a:pt x="1" y="314"/>
                </a:cubicBezTo>
                <a:close/>
              </a:path>
            </a:pathLst>
          </a:custGeom>
          <a:solidFill>
            <a:srgbClr val="165DFF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4" name="文本框 233"/>
          <p:cNvSpPr txBox="1"/>
          <p:nvPr/>
        </p:nvSpPr>
        <p:spPr>
          <a:xfrm>
            <a:off x="866880" y="4376880"/>
            <a:ext cx="19897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盈利模式清晰（差价、配送费等）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5" name="任意多边形 234"/>
          <p:cNvSpPr/>
          <p:nvPr/>
        </p:nvSpPr>
        <p:spPr>
          <a:xfrm>
            <a:off x="4295520" y="4219560"/>
            <a:ext cx="38520" cy="38160"/>
          </a:xfrm>
          <a:custGeom>
            <a:avLst/>
            <a:gdLst/>
            <a:ahLst/>
            <a:cxnLst/>
            <a:rect l="0" t="0" r="r" b="b"/>
            <a:pathLst>
              <a:path w="107" h="106">
                <a:moveTo>
                  <a:pt x="107" y="52"/>
                </a:moveTo>
                <a:cubicBezTo>
                  <a:pt x="107" y="59"/>
                  <a:pt x="106" y="66"/>
                  <a:pt x="103" y="73"/>
                </a:cubicBezTo>
                <a:cubicBezTo>
                  <a:pt x="100" y="79"/>
                  <a:pt x="97" y="85"/>
                  <a:pt x="92" y="90"/>
                </a:cubicBezTo>
                <a:cubicBezTo>
                  <a:pt x="86" y="96"/>
                  <a:pt x="80" y="100"/>
                  <a:pt x="73" y="102"/>
                </a:cubicBezTo>
                <a:cubicBezTo>
                  <a:pt x="67" y="105"/>
                  <a:pt x="60" y="106"/>
                  <a:pt x="53" y="106"/>
                </a:cubicBezTo>
                <a:cubicBezTo>
                  <a:pt x="46" y="106"/>
                  <a:pt x="39" y="105"/>
                  <a:pt x="33" y="102"/>
                </a:cubicBezTo>
                <a:cubicBezTo>
                  <a:pt x="26" y="100"/>
                  <a:pt x="21" y="96"/>
                  <a:pt x="16" y="90"/>
                </a:cubicBezTo>
                <a:cubicBezTo>
                  <a:pt x="11" y="85"/>
                  <a:pt x="7" y="79"/>
                  <a:pt x="4" y="73"/>
                </a:cubicBezTo>
                <a:cubicBezTo>
                  <a:pt x="2" y="66"/>
                  <a:pt x="0" y="59"/>
                  <a:pt x="0" y="52"/>
                </a:cubicBez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cubicBezTo>
                  <a:pt x="60" y="0"/>
                  <a:pt x="67" y="1"/>
                  <a:pt x="73" y="4"/>
                </a:cubicBezTo>
                <a:cubicBezTo>
                  <a:pt x="80" y="6"/>
                  <a:pt x="86" y="10"/>
                  <a:pt x="92" y="15"/>
                </a:cubicBezTo>
                <a:cubicBezTo>
                  <a:pt x="97" y="20"/>
                  <a:pt x="100" y="26"/>
                  <a:pt x="103" y="32"/>
                </a:cubicBezTo>
                <a:cubicBezTo>
                  <a:pt x="106" y="39"/>
                  <a:pt x="107" y="45"/>
                  <a:pt x="107" y="52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6" name="文本框 235"/>
          <p:cNvSpPr txBox="1"/>
          <p:nvPr/>
        </p:nvSpPr>
        <p:spPr>
          <a:xfrm>
            <a:off x="4583160" y="3825720"/>
            <a:ext cx="1195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法律社会可行性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7" name="任意多边形 236"/>
          <p:cNvSpPr/>
          <p:nvPr/>
        </p:nvSpPr>
        <p:spPr>
          <a:xfrm>
            <a:off x="4295520" y="4448160"/>
            <a:ext cx="38520" cy="38160"/>
          </a:xfrm>
          <a:custGeom>
            <a:avLst/>
            <a:gdLst/>
            <a:ahLst/>
            <a:cxnLst/>
            <a:rect l="0" t="0" r="r" b="b"/>
            <a:pathLst>
              <a:path w="107" h="106">
                <a:moveTo>
                  <a:pt x="107" y="52"/>
                </a:moveTo>
                <a:cubicBezTo>
                  <a:pt x="107" y="59"/>
                  <a:pt x="106" y="66"/>
                  <a:pt x="103" y="73"/>
                </a:cubicBezTo>
                <a:cubicBezTo>
                  <a:pt x="100" y="79"/>
                  <a:pt x="97" y="85"/>
                  <a:pt x="92" y="91"/>
                </a:cubicBezTo>
                <a:cubicBezTo>
                  <a:pt x="86" y="96"/>
                  <a:pt x="80" y="100"/>
                  <a:pt x="73" y="102"/>
                </a:cubicBezTo>
                <a:cubicBezTo>
                  <a:pt x="67" y="105"/>
                  <a:pt x="60" y="106"/>
                  <a:pt x="53" y="106"/>
                </a:cubicBezTo>
                <a:cubicBezTo>
                  <a:pt x="46" y="106"/>
                  <a:pt x="39" y="105"/>
                  <a:pt x="33" y="102"/>
                </a:cubicBezTo>
                <a:cubicBezTo>
                  <a:pt x="26" y="100"/>
                  <a:pt x="21" y="96"/>
                  <a:pt x="16" y="91"/>
                </a:cubicBezTo>
                <a:cubicBezTo>
                  <a:pt x="11" y="85"/>
                  <a:pt x="7" y="79"/>
                  <a:pt x="4" y="73"/>
                </a:cubicBezTo>
                <a:cubicBezTo>
                  <a:pt x="2" y="66"/>
                  <a:pt x="0" y="59"/>
                  <a:pt x="0" y="52"/>
                </a:cubicBez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cubicBezTo>
                  <a:pt x="60" y="0"/>
                  <a:pt x="67" y="1"/>
                  <a:pt x="73" y="4"/>
                </a:cubicBezTo>
                <a:cubicBezTo>
                  <a:pt x="80" y="6"/>
                  <a:pt x="86" y="10"/>
                  <a:pt x="92" y="15"/>
                </a:cubicBezTo>
                <a:cubicBezTo>
                  <a:pt x="97" y="20"/>
                  <a:pt x="100" y="26"/>
                  <a:pt x="103" y="32"/>
                </a:cubicBezTo>
                <a:cubicBezTo>
                  <a:pt x="106" y="39"/>
                  <a:pt x="107" y="45"/>
                  <a:pt x="107" y="52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8" name="文本框 237"/>
          <p:cNvSpPr txBox="1"/>
          <p:nvPr/>
        </p:nvSpPr>
        <p:spPr>
          <a:xfrm>
            <a:off x="4473360" y="4148280"/>
            <a:ext cx="13266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符合国家相关法律法规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9" name="任意多边形 238"/>
          <p:cNvSpPr/>
          <p:nvPr/>
        </p:nvSpPr>
        <p:spPr>
          <a:xfrm>
            <a:off x="4295520" y="4676760"/>
            <a:ext cx="38520" cy="38160"/>
          </a:xfrm>
          <a:custGeom>
            <a:avLst/>
            <a:gdLst/>
            <a:ahLst/>
            <a:cxnLst/>
            <a:rect l="0" t="0" r="r" b="b"/>
            <a:pathLst>
              <a:path w="107" h="106">
                <a:moveTo>
                  <a:pt x="107" y="52"/>
                </a:moveTo>
                <a:cubicBezTo>
                  <a:pt x="107" y="59"/>
                  <a:pt x="106" y="66"/>
                  <a:pt x="103" y="73"/>
                </a:cubicBezTo>
                <a:cubicBezTo>
                  <a:pt x="100" y="79"/>
                  <a:pt x="97" y="86"/>
                  <a:pt x="92" y="91"/>
                </a:cubicBezTo>
                <a:cubicBezTo>
                  <a:pt x="86" y="96"/>
                  <a:pt x="80" y="100"/>
                  <a:pt x="73" y="102"/>
                </a:cubicBezTo>
                <a:cubicBezTo>
                  <a:pt x="67" y="105"/>
                  <a:pt x="60" y="106"/>
                  <a:pt x="53" y="106"/>
                </a:cubicBezTo>
                <a:cubicBezTo>
                  <a:pt x="46" y="106"/>
                  <a:pt x="39" y="105"/>
                  <a:pt x="33" y="102"/>
                </a:cubicBezTo>
                <a:cubicBezTo>
                  <a:pt x="26" y="100"/>
                  <a:pt x="21" y="96"/>
                  <a:pt x="16" y="91"/>
                </a:cubicBezTo>
                <a:cubicBezTo>
                  <a:pt x="11" y="86"/>
                  <a:pt x="7" y="79"/>
                  <a:pt x="4" y="73"/>
                </a:cubicBezTo>
                <a:cubicBezTo>
                  <a:pt x="2" y="66"/>
                  <a:pt x="0" y="59"/>
                  <a:pt x="0" y="52"/>
                </a:cubicBez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cubicBezTo>
                  <a:pt x="60" y="0"/>
                  <a:pt x="67" y="1"/>
                  <a:pt x="73" y="4"/>
                </a:cubicBezTo>
                <a:cubicBezTo>
                  <a:pt x="80" y="6"/>
                  <a:pt x="86" y="10"/>
                  <a:pt x="92" y="15"/>
                </a:cubicBezTo>
                <a:cubicBezTo>
                  <a:pt x="97" y="20"/>
                  <a:pt x="100" y="26"/>
                  <a:pt x="103" y="32"/>
                </a:cubicBezTo>
                <a:cubicBezTo>
                  <a:pt x="106" y="39"/>
                  <a:pt x="107" y="45"/>
                  <a:pt x="107" y="52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0" name="文本框 239"/>
          <p:cNvSpPr txBox="1"/>
          <p:nvPr/>
        </p:nvSpPr>
        <p:spPr>
          <a:xfrm>
            <a:off x="4473360" y="4376880"/>
            <a:ext cx="1061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获得校园政策支持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1" name="任意多边形 240"/>
          <p:cNvSpPr/>
          <p:nvPr/>
        </p:nvSpPr>
        <p:spPr>
          <a:xfrm>
            <a:off x="685440" y="5743440"/>
            <a:ext cx="6906240" cy="9720"/>
          </a:xfrm>
          <a:custGeom>
            <a:avLst/>
            <a:gdLst/>
            <a:ahLst/>
            <a:cxnLst/>
            <a:rect l="0" t="0" r="r" b="b"/>
            <a:pathLst>
              <a:path w="19184" h="27">
                <a:moveTo>
                  <a:pt x="0" y="0"/>
                </a:moveTo>
                <a:lnTo>
                  <a:pt x="19184" y="0"/>
                </a:lnTo>
                <a:lnTo>
                  <a:pt x="191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2" name="任意多边形 241"/>
          <p:cNvSpPr/>
          <p:nvPr/>
        </p:nvSpPr>
        <p:spPr>
          <a:xfrm>
            <a:off x="689400" y="5928120"/>
            <a:ext cx="221400" cy="221400"/>
          </a:xfrm>
          <a:custGeom>
            <a:avLst/>
            <a:gdLst/>
            <a:ahLst/>
            <a:cxnLst/>
            <a:rect l="0" t="0" r="r" b="b"/>
            <a:pathLst>
              <a:path w="615" h="615">
                <a:moveTo>
                  <a:pt x="184" y="546"/>
                </a:moveTo>
                <a:lnTo>
                  <a:pt x="168" y="582"/>
                </a:lnTo>
                <a:cubicBezTo>
                  <a:pt x="145" y="571"/>
                  <a:pt x="123" y="556"/>
                  <a:pt x="104" y="539"/>
                </a:cubicBezTo>
                <a:lnTo>
                  <a:pt x="132" y="511"/>
                </a:lnTo>
                <a:cubicBezTo>
                  <a:pt x="148" y="525"/>
                  <a:pt x="165" y="536"/>
                  <a:pt x="184" y="546"/>
                </a:cubicBezTo>
                <a:moveTo>
                  <a:pt x="40" y="327"/>
                </a:moveTo>
                <a:lnTo>
                  <a:pt x="0" y="327"/>
                </a:lnTo>
                <a:cubicBezTo>
                  <a:pt x="2" y="353"/>
                  <a:pt x="7" y="379"/>
                  <a:pt x="15" y="404"/>
                </a:cubicBezTo>
                <a:lnTo>
                  <a:pt x="52" y="388"/>
                </a:lnTo>
                <a:cubicBezTo>
                  <a:pt x="45" y="368"/>
                  <a:pt x="41" y="348"/>
                  <a:pt x="40" y="327"/>
                </a:cubicBezTo>
                <a:moveTo>
                  <a:pt x="40" y="287"/>
                </a:moveTo>
                <a:cubicBezTo>
                  <a:pt x="42" y="264"/>
                  <a:pt x="46" y="241"/>
                  <a:pt x="54" y="220"/>
                </a:cubicBezTo>
                <a:lnTo>
                  <a:pt x="17" y="205"/>
                </a:lnTo>
                <a:cubicBezTo>
                  <a:pt x="8" y="231"/>
                  <a:pt x="2" y="258"/>
                  <a:pt x="0" y="287"/>
                </a:cubicBezTo>
                <a:lnTo>
                  <a:pt x="40" y="287"/>
                </a:lnTo>
                <a:moveTo>
                  <a:pt x="69" y="184"/>
                </a:moveTo>
                <a:cubicBezTo>
                  <a:pt x="79" y="165"/>
                  <a:pt x="91" y="148"/>
                  <a:pt x="104" y="132"/>
                </a:cubicBezTo>
                <a:lnTo>
                  <a:pt x="76" y="104"/>
                </a:lnTo>
                <a:cubicBezTo>
                  <a:pt x="59" y="123"/>
                  <a:pt x="44" y="145"/>
                  <a:pt x="33" y="168"/>
                </a:cubicBezTo>
                <a:lnTo>
                  <a:pt x="69" y="184"/>
                </a:lnTo>
                <a:moveTo>
                  <a:pt x="483" y="511"/>
                </a:moveTo>
                <a:cubicBezTo>
                  <a:pt x="466" y="526"/>
                  <a:pt x="446" y="539"/>
                  <a:pt x="426" y="549"/>
                </a:cubicBezTo>
                <a:lnTo>
                  <a:pt x="440" y="586"/>
                </a:lnTo>
                <a:cubicBezTo>
                  <a:pt x="466" y="573"/>
                  <a:pt x="490" y="558"/>
                  <a:pt x="511" y="539"/>
                </a:cubicBezTo>
                <a:lnTo>
                  <a:pt x="483" y="511"/>
                </a:lnTo>
                <a:moveTo>
                  <a:pt x="132" y="104"/>
                </a:moveTo>
                <a:cubicBezTo>
                  <a:pt x="149" y="89"/>
                  <a:pt x="169" y="77"/>
                  <a:pt x="189" y="66"/>
                </a:cubicBezTo>
                <a:lnTo>
                  <a:pt x="175" y="30"/>
                </a:lnTo>
                <a:cubicBezTo>
                  <a:pt x="149" y="42"/>
                  <a:pt x="125" y="58"/>
                  <a:pt x="104" y="76"/>
                </a:cubicBezTo>
                <a:lnTo>
                  <a:pt x="132" y="104"/>
                </a:lnTo>
                <a:moveTo>
                  <a:pt x="546" y="431"/>
                </a:moveTo>
                <a:cubicBezTo>
                  <a:pt x="536" y="450"/>
                  <a:pt x="524" y="467"/>
                  <a:pt x="511" y="483"/>
                </a:cubicBezTo>
                <a:lnTo>
                  <a:pt x="539" y="511"/>
                </a:lnTo>
                <a:cubicBezTo>
                  <a:pt x="556" y="492"/>
                  <a:pt x="571" y="470"/>
                  <a:pt x="582" y="447"/>
                </a:cubicBezTo>
                <a:lnTo>
                  <a:pt x="546" y="431"/>
                </a:lnTo>
                <a:moveTo>
                  <a:pt x="575" y="327"/>
                </a:moveTo>
                <a:cubicBezTo>
                  <a:pt x="573" y="350"/>
                  <a:pt x="569" y="373"/>
                  <a:pt x="561" y="395"/>
                </a:cubicBezTo>
                <a:lnTo>
                  <a:pt x="598" y="411"/>
                </a:lnTo>
                <a:cubicBezTo>
                  <a:pt x="607" y="383"/>
                  <a:pt x="613" y="356"/>
                  <a:pt x="615" y="327"/>
                </a:cubicBezTo>
                <a:lnTo>
                  <a:pt x="575" y="327"/>
                </a:lnTo>
                <a:moveTo>
                  <a:pt x="389" y="564"/>
                </a:moveTo>
                <a:cubicBezTo>
                  <a:pt x="369" y="570"/>
                  <a:pt x="349" y="574"/>
                  <a:pt x="328" y="575"/>
                </a:cubicBezTo>
                <a:lnTo>
                  <a:pt x="328" y="615"/>
                </a:lnTo>
                <a:cubicBezTo>
                  <a:pt x="354" y="613"/>
                  <a:pt x="380" y="608"/>
                  <a:pt x="404" y="601"/>
                </a:cubicBezTo>
                <a:lnTo>
                  <a:pt x="389" y="564"/>
                </a:lnTo>
                <a:moveTo>
                  <a:pt x="288" y="575"/>
                </a:moveTo>
                <a:cubicBezTo>
                  <a:pt x="265" y="573"/>
                  <a:pt x="242" y="569"/>
                  <a:pt x="220" y="561"/>
                </a:cubicBezTo>
                <a:lnTo>
                  <a:pt x="204" y="598"/>
                </a:lnTo>
                <a:cubicBezTo>
                  <a:pt x="232" y="607"/>
                  <a:pt x="259" y="613"/>
                  <a:pt x="288" y="615"/>
                </a:cubicBezTo>
                <a:lnTo>
                  <a:pt x="288" y="575"/>
                </a:lnTo>
                <a:moveTo>
                  <a:pt x="563" y="226"/>
                </a:moveTo>
                <a:cubicBezTo>
                  <a:pt x="570" y="246"/>
                  <a:pt x="574" y="266"/>
                  <a:pt x="575" y="287"/>
                </a:cubicBezTo>
                <a:lnTo>
                  <a:pt x="615" y="287"/>
                </a:lnTo>
                <a:cubicBezTo>
                  <a:pt x="613" y="261"/>
                  <a:pt x="608" y="236"/>
                  <a:pt x="600" y="211"/>
                </a:cubicBezTo>
                <a:lnTo>
                  <a:pt x="563" y="226"/>
                </a:lnTo>
                <a:moveTo>
                  <a:pt x="104" y="483"/>
                </a:moveTo>
                <a:cubicBezTo>
                  <a:pt x="89" y="466"/>
                  <a:pt x="76" y="446"/>
                  <a:pt x="66" y="426"/>
                </a:cubicBezTo>
                <a:lnTo>
                  <a:pt x="29" y="441"/>
                </a:lnTo>
                <a:cubicBezTo>
                  <a:pt x="42" y="466"/>
                  <a:pt x="57" y="490"/>
                  <a:pt x="76" y="511"/>
                </a:cubicBezTo>
                <a:lnTo>
                  <a:pt x="104" y="483"/>
                </a:lnTo>
                <a:moveTo>
                  <a:pt x="328" y="40"/>
                </a:moveTo>
                <a:cubicBezTo>
                  <a:pt x="351" y="42"/>
                  <a:pt x="374" y="46"/>
                  <a:pt x="395" y="54"/>
                </a:cubicBezTo>
                <a:lnTo>
                  <a:pt x="411" y="17"/>
                </a:lnTo>
                <a:cubicBezTo>
                  <a:pt x="385" y="8"/>
                  <a:pt x="357" y="2"/>
                  <a:pt x="328" y="0"/>
                </a:cubicBezTo>
                <a:lnTo>
                  <a:pt x="328" y="40"/>
                </a:lnTo>
                <a:moveTo>
                  <a:pt x="226" y="52"/>
                </a:moveTo>
                <a:cubicBezTo>
                  <a:pt x="247" y="45"/>
                  <a:pt x="267" y="41"/>
                  <a:pt x="288" y="40"/>
                </a:cubicBezTo>
                <a:lnTo>
                  <a:pt x="288" y="0"/>
                </a:lnTo>
                <a:cubicBezTo>
                  <a:pt x="262" y="2"/>
                  <a:pt x="236" y="7"/>
                  <a:pt x="211" y="15"/>
                </a:cubicBezTo>
                <a:lnTo>
                  <a:pt x="226" y="52"/>
                </a:lnTo>
                <a:moveTo>
                  <a:pt x="539" y="104"/>
                </a:moveTo>
                <a:lnTo>
                  <a:pt x="511" y="132"/>
                </a:lnTo>
                <a:cubicBezTo>
                  <a:pt x="526" y="149"/>
                  <a:pt x="539" y="169"/>
                  <a:pt x="549" y="189"/>
                </a:cubicBezTo>
                <a:lnTo>
                  <a:pt x="586" y="175"/>
                </a:lnTo>
                <a:cubicBezTo>
                  <a:pt x="573" y="149"/>
                  <a:pt x="558" y="125"/>
                  <a:pt x="539" y="104"/>
                </a:cubicBezTo>
                <a:moveTo>
                  <a:pt x="483" y="104"/>
                </a:moveTo>
                <a:lnTo>
                  <a:pt x="511" y="76"/>
                </a:lnTo>
                <a:cubicBezTo>
                  <a:pt x="492" y="59"/>
                  <a:pt x="470" y="44"/>
                  <a:pt x="447" y="33"/>
                </a:cubicBezTo>
                <a:lnTo>
                  <a:pt x="432" y="69"/>
                </a:lnTo>
                <a:cubicBezTo>
                  <a:pt x="450" y="79"/>
                  <a:pt x="467" y="91"/>
                  <a:pt x="483" y="104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3" name="文本框 242"/>
          <p:cNvSpPr txBox="1"/>
          <p:nvPr/>
        </p:nvSpPr>
        <p:spPr>
          <a:xfrm>
            <a:off x="4473360" y="4605480"/>
            <a:ext cx="1591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创造社会价值（勤工俭学）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4" name="任意多边形 243"/>
          <p:cNvSpPr/>
          <p:nvPr/>
        </p:nvSpPr>
        <p:spPr>
          <a:xfrm>
            <a:off x="8200800" y="1009440"/>
            <a:ext cx="3610440" cy="5467680"/>
          </a:xfrm>
          <a:custGeom>
            <a:avLst/>
            <a:gdLst/>
            <a:ahLst/>
            <a:cxnLst/>
            <a:rect l="0" t="0" r="r" b="b"/>
            <a:pathLst>
              <a:path w="10029" h="15188">
                <a:moveTo>
                  <a:pt x="0" y="14871"/>
                </a:moveTo>
                <a:lnTo>
                  <a:pt x="0" y="318"/>
                </a:lnTo>
                <a:cubicBezTo>
                  <a:pt x="0" y="297"/>
                  <a:pt x="2" y="276"/>
                  <a:pt x="6" y="256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7"/>
                  <a:pt x="42" y="159"/>
                  <a:pt x="54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8"/>
                  <a:pt x="124" y="65"/>
                  <a:pt x="141" y="54"/>
                </a:cubicBezTo>
                <a:cubicBezTo>
                  <a:pt x="159" y="42"/>
                  <a:pt x="177" y="32"/>
                  <a:pt x="196" y="24"/>
                </a:cubicBezTo>
                <a:cubicBezTo>
                  <a:pt x="215" y="16"/>
                  <a:pt x="235" y="10"/>
                  <a:pt x="256" y="6"/>
                </a:cubicBezTo>
                <a:cubicBezTo>
                  <a:pt x="276" y="2"/>
                  <a:pt x="297" y="0"/>
                  <a:pt x="318" y="0"/>
                </a:cubicBezTo>
                <a:lnTo>
                  <a:pt x="9711" y="0"/>
                </a:lnTo>
                <a:cubicBezTo>
                  <a:pt x="9732" y="0"/>
                  <a:pt x="9753" y="2"/>
                  <a:pt x="9773" y="6"/>
                </a:cubicBezTo>
                <a:cubicBezTo>
                  <a:pt x="9794" y="10"/>
                  <a:pt x="9814" y="16"/>
                  <a:pt x="9833" y="24"/>
                </a:cubicBezTo>
                <a:cubicBezTo>
                  <a:pt x="9852" y="32"/>
                  <a:pt x="9870" y="42"/>
                  <a:pt x="9888" y="54"/>
                </a:cubicBezTo>
                <a:cubicBezTo>
                  <a:pt x="9905" y="65"/>
                  <a:pt x="9921" y="78"/>
                  <a:pt x="9936" y="93"/>
                </a:cubicBezTo>
                <a:cubicBezTo>
                  <a:pt x="9951" y="108"/>
                  <a:pt x="9964" y="124"/>
                  <a:pt x="9975" y="141"/>
                </a:cubicBezTo>
                <a:cubicBezTo>
                  <a:pt x="9987" y="159"/>
                  <a:pt x="9997" y="177"/>
                  <a:pt x="10005" y="196"/>
                </a:cubicBezTo>
                <a:cubicBezTo>
                  <a:pt x="10013" y="215"/>
                  <a:pt x="10019" y="235"/>
                  <a:pt x="10023" y="256"/>
                </a:cubicBezTo>
                <a:cubicBezTo>
                  <a:pt x="10027" y="276"/>
                  <a:pt x="10029" y="297"/>
                  <a:pt x="10029" y="318"/>
                </a:cubicBezTo>
                <a:lnTo>
                  <a:pt x="10029" y="14871"/>
                </a:lnTo>
                <a:cubicBezTo>
                  <a:pt x="10029" y="14892"/>
                  <a:pt x="10027" y="14912"/>
                  <a:pt x="10023" y="14933"/>
                </a:cubicBezTo>
                <a:cubicBezTo>
                  <a:pt x="10019" y="14953"/>
                  <a:pt x="10013" y="14973"/>
                  <a:pt x="10005" y="14992"/>
                </a:cubicBezTo>
                <a:cubicBezTo>
                  <a:pt x="9997" y="15011"/>
                  <a:pt x="9987" y="15030"/>
                  <a:pt x="9975" y="15047"/>
                </a:cubicBezTo>
                <a:cubicBezTo>
                  <a:pt x="9964" y="15064"/>
                  <a:pt x="9951" y="15080"/>
                  <a:pt x="9936" y="15095"/>
                </a:cubicBezTo>
                <a:cubicBezTo>
                  <a:pt x="9921" y="15110"/>
                  <a:pt x="9905" y="15123"/>
                  <a:pt x="9888" y="15135"/>
                </a:cubicBezTo>
                <a:cubicBezTo>
                  <a:pt x="9870" y="15146"/>
                  <a:pt x="9852" y="15156"/>
                  <a:pt x="9833" y="15164"/>
                </a:cubicBezTo>
                <a:cubicBezTo>
                  <a:pt x="9814" y="15172"/>
                  <a:pt x="9794" y="15178"/>
                  <a:pt x="9773" y="15182"/>
                </a:cubicBezTo>
                <a:cubicBezTo>
                  <a:pt x="9753" y="15186"/>
                  <a:pt x="9732" y="15188"/>
                  <a:pt x="9711" y="15188"/>
                </a:cubicBezTo>
                <a:lnTo>
                  <a:pt x="318" y="15188"/>
                </a:lnTo>
                <a:cubicBezTo>
                  <a:pt x="297" y="15188"/>
                  <a:pt x="276" y="15186"/>
                  <a:pt x="256" y="15182"/>
                </a:cubicBezTo>
                <a:cubicBezTo>
                  <a:pt x="235" y="15178"/>
                  <a:pt x="215" y="15172"/>
                  <a:pt x="196" y="15164"/>
                </a:cubicBezTo>
                <a:cubicBezTo>
                  <a:pt x="177" y="15156"/>
                  <a:pt x="159" y="15146"/>
                  <a:pt x="141" y="15135"/>
                </a:cubicBezTo>
                <a:cubicBezTo>
                  <a:pt x="124" y="15123"/>
                  <a:pt x="108" y="15110"/>
                  <a:pt x="93" y="15095"/>
                </a:cubicBezTo>
                <a:cubicBezTo>
                  <a:pt x="78" y="15080"/>
                  <a:pt x="65" y="15064"/>
                  <a:pt x="54" y="15047"/>
                </a:cubicBezTo>
                <a:cubicBezTo>
                  <a:pt x="42" y="15030"/>
                  <a:pt x="32" y="15011"/>
                  <a:pt x="24" y="14992"/>
                </a:cubicBezTo>
                <a:cubicBezTo>
                  <a:pt x="16" y="14973"/>
                  <a:pt x="10" y="14953"/>
                  <a:pt x="6" y="14933"/>
                </a:cubicBezTo>
                <a:cubicBezTo>
                  <a:pt x="2" y="14912"/>
                  <a:pt x="0" y="14892"/>
                  <a:pt x="0" y="148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5" name="任意多边形 244"/>
          <p:cNvSpPr/>
          <p:nvPr/>
        </p:nvSpPr>
        <p:spPr>
          <a:xfrm>
            <a:off x="8505720" y="1314360"/>
            <a:ext cx="304920" cy="304920"/>
          </a:xfrm>
          <a:custGeom>
            <a:avLst/>
            <a:gdLst/>
            <a:ahLst/>
            <a:cxnLst/>
            <a:rect l="0" t="0" r="r" b="b"/>
            <a:pathLst>
              <a:path w="847" h="847">
                <a:moveTo>
                  <a:pt x="0" y="636"/>
                </a:moveTo>
                <a:lnTo>
                  <a:pt x="0" y="212"/>
                </a:lnTo>
                <a:cubicBezTo>
                  <a:pt x="0" y="199"/>
                  <a:pt x="1" y="185"/>
                  <a:pt x="4" y="171"/>
                </a:cubicBezTo>
                <a:cubicBezTo>
                  <a:pt x="7" y="157"/>
                  <a:pt x="11" y="143"/>
                  <a:pt x="16" y="130"/>
                </a:cubicBezTo>
                <a:cubicBezTo>
                  <a:pt x="21" y="118"/>
                  <a:pt x="28" y="105"/>
                  <a:pt x="35" y="94"/>
                </a:cubicBezTo>
                <a:cubicBezTo>
                  <a:pt x="43" y="82"/>
                  <a:pt x="52" y="72"/>
                  <a:pt x="62" y="62"/>
                </a:cubicBezTo>
                <a:cubicBezTo>
                  <a:pt x="72" y="52"/>
                  <a:pt x="82" y="43"/>
                  <a:pt x="94" y="35"/>
                </a:cubicBezTo>
                <a:cubicBezTo>
                  <a:pt x="105" y="28"/>
                  <a:pt x="118" y="21"/>
                  <a:pt x="130" y="16"/>
                </a:cubicBezTo>
                <a:cubicBezTo>
                  <a:pt x="143" y="11"/>
                  <a:pt x="157" y="7"/>
                  <a:pt x="170" y="4"/>
                </a:cubicBezTo>
                <a:cubicBezTo>
                  <a:pt x="184" y="1"/>
                  <a:pt x="198" y="0"/>
                  <a:pt x="211" y="0"/>
                </a:cubicBezTo>
                <a:lnTo>
                  <a:pt x="636" y="0"/>
                </a:lnTo>
                <a:cubicBezTo>
                  <a:pt x="650" y="0"/>
                  <a:pt x="663" y="1"/>
                  <a:pt x="677" y="4"/>
                </a:cubicBezTo>
                <a:cubicBezTo>
                  <a:pt x="691" y="7"/>
                  <a:pt x="704" y="11"/>
                  <a:pt x="717" y="16"/>
                </a:cubicBezTo>
                <a:cubicBezTo>
                  <a:pt x="730" y="21"/>
                  <a:pt x="742" y="28"/>
                  <a:pt x="753" y="35"/>
                </a:cubicBezTo>
                <a:cubicBezTo>
                  <a:pt x="765" y="43"/>
                  <a:pt x="776" y="52"/>
                  <a:pt x="785" y="62"/>
                </a:cubicBezTo>
                <a:cubicBezTo>
                  <a:pt x="795" y="72"/>
                  <a:pt x="804" y="82"/>
                  <a:pt x="812" y="94"/>
                </a:cubicBezTo>
                <a:cubicBezTo>
                  <a:pt x="820" y="105"/>
                  <a:pt x="826" y="118"/>
                  <a:pt x="831" y="130"/>
                </a:cubicBezTo>
                <a:cubicBezTo>
                  <a:pt x="837" y="143"/>
                  <a:pt x="841" y="157"/>
                  <a:pt x="843" y="171"/>
                </a:cubicBezTo>
                <a:cubicBezTo>
                  <a:pt x="846" y="185"/>
                  <a:pt x="847" y="199"/>
                  <a:pt x="847" y="212"/>
                </a:cubicBezTo>
                <a:lnTo>
                  <a:pt x="847" y="636"/>
                </a:lnTo>
                <a:cubicBezTo>
                  <a:pt x="847" y="650"/>
                  <a:pt x="846" y="663"/>
                  <a:pt x="843" y="677"/>
                </a:cubicBezTo>
                <a:cubicBezTo>
                  <a:pt x="841" y="691"/>
                  <a:pt x="837" y="704"/>
                  <a:pt x="831" y="717"/>
                </a:cubicBezTo>
                <a:cubicBezTo>
                  <a:pt x="826" y="730"/>
                  <a:pt x="820" y="742"/>
                  <a:pt x="812" y="753"/>
                </a:cubicBezTo>
                <a:cubicBezTo>
                  <a:pt x="804" y="765"/>
                  <a:pt x="795" y="776"/>
                  <a:pt x="785" y="785"/>
                </a:cubicBezTo>
                <a:cubicBezTo>
                  <a:pt x="776" y="795"/>
                  <a:pt x="765" y="804"/>
                  <a:pt x="753" y="812"/>
                </a:cubicBezTo>
                <a:cubicBezTo>
                  <a:pt x="742" y="819"/>
                  <a:pt x="730" y="826"/>
                  <a:pt x="717" y="831"/>
                </a:cubicBezTo>
                <a:cubicBezTo>
                  <a:pt x="704" y="837"/>
                  <a:pt x="691" y="841"/>
                  <a:pt x="677" y="843"/>
                </a:cubicBezTo>
                <a:cubicBezTo>
                  <a:pt x="663" y="846"/>
                  <a:pt x="650" y="847"/>
                  <a:pt x="636" y="847"/>
                </a:cubicBezTo>
                <a:lnTo>
                  <a:pt x="211" y="847"/>
                </a:lnTo>
                <a:cubicBezTo>
                  <a:pt x="198" y="847"/>
                  <a:pt x="184" y="846"/>
                  <a:pt x="170" y="843"/>
                </a:cubicBezTo>
                <a:cubicBezTo>
                  <a:pt x="157" y="841"/>
                  <a:pt x="143" y="837"/>
                  <a:pt x="130" y="831"/>
                </a:cubicBezTo>
                <a:cubicBezTo>
                  <a:pt x="118" y="826"/>
                  <a:pt x="105" y="819"/>
                  <a:pt x="94" y="812"/>
                </a:cubicBezTo>
                <a:cubicBezTo>
                  <a:pt x="82" y="804"/>
                  <a:pt x="72" y="795"/>
                  <a:pt x="62" y="785"/>
                </a:cubicBezTo>
                <a:cubicBezTo>
                  <a:pt x="52" y="776"/>
                  <a:pt x="43" y="765"/>
                  <a:pt x="35" y="753"/>
                </a:cubicBezTo>
                <a:cubicBezTo>
                  <a:pt x="28" y="742"/>
                  <a:pt x="21" y="730"/>
                  <a:pt x="16" y="717"/>
                </a:cubicBezTo>
                <a:cubicBezTo>
                  <a:pt x="11" y="704"/>
                  <a:pt x="7" y="691"/>
                  <a:pt x="4" y="677"/>
                </a:cubicBezTo>
                <a:cubicBezTo>
                  <a:pt x="1" y="663"/>
                  <a:pt x="0" y="650"/>
                  <a:pt x="0" y="636"/>
                </a:cubicBezTo>
                <a:close/>
              </a:path>
            </a:pathLst>
          </a:custGeom>
          <a:solidFill>
            <a:srgbClr val="FF7D00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6" name="任意多边形 245"/>
          <p:cNvSpPr/>
          <p:nvPr/>
        </p:nvSpPr>
        <p:spPr>
          <a:xfrm>
            <a:off x="8581680" y="1371240"/>
            <a:ext cx="167040" cy="191160"/>
          </a:xfrm>
          <a:custGeom>
            <a:avLst/>
            <a:gdLst/>
            <a:ahLst/>
            <a:cxnLst/>
            <a:rect l="0" t="0" r="r" b="b"/>
            <a:pathLst>
              <a:path w="464" h="531">
                <a:moveTo>
                  <a:pt x="35" y="0"/>
                </a:moveTo>
                <a:cubicBezTo>
                  <a:pt x="53" y="0"/>
                  <a:pt x="68" y="15"/>
                  <a:pt x="68" y="34"/>
                </a:cubicBezTo>
                <a:lnTo>
                  <a:pt x="68" y="50"/>
                </a:lnTo>
                <a:lnTo>
                  <a:pt x="139" y="32"/>
                </a:lnTo>
                <a:cubicBezTo>
                  <a:pt x="178" y="23"/>
                  <a:pt x="220" y="27"/>
                  <a:pt x="256" y="45"/>
                </a:cubicBezTo>
                <a:cubicBezTo>
                  <a:pt x="304" y="69"/>
                  <a:pt x="360" y="69"/>
                  <a:pt x="408" y="45"/>
                </a:cubicBezTo>
                <a:lnTo>
                  <a:pt x="418" y="40"/>
                </a:lnTo>
                <a:cubicBezTo>
                  <a:pt x="439" y="30"/>
                  <a:pt x="464" y="45"/>
                  <a:pt x="464" y="69"/>
                </a:cubicBezTo>
                <a:lnTo>
                  <a:pt x="464" y="359"/>
                </a:lnTo>
                <a:cubicBezTo>
                  <a:pt x="464" y="373"/>
                  <a:pt x="456" y="385"/>
                  <a:pt x="443" y="390"/>
                </a:cubicBezTo>
                <a:lnTo>
                  <a:pt x="407" y="403"/>
                </a:lnTo>
                <a:cubicBezTo>
                  <a:pt x="359" y="421"/>
                  <a:pt x="306" y="418"/>
                  <a:pt x="261" y="396"/>
                </a:cubicBezTo>
                <a:cubicBezTo>
                  <a:pt x="221" y="376"/>
                  <a:pt x="177" y="371"/>
                  <a:pt x="134" y="382"/>
                </a:cubicBezTo>
                <a:lnTo>
                  <a:pt x="68" y="398"/>
                </a:lnTo>
                <a:lnTo>
                  <a:pt x="68" y="498"/>
                </a:lnTo>
                <a:cubicBezTo>
                  <a:pt x="68" y="516"/>
                  <a:pt x="53" y="531"/>
                  <a:pt x="35" y="531"/>
                </a:cubicBezTo>
                <a:cubicBezTo>
                  <a:pt x="16" y="531"/>
                  <a:pt x="0" y="516"/>
                  <a:pt x="0" y="498"/>
                </a:cubicBezTo>
                <a:lnTo>
                  <a:pt x="0" y="415"/>
                </a:lnTo>
                <a:lnTo>
                  <a:pt x="0" y="347"/>
                </a:lnTo>
                <a:lnTo>
                  <a:pt x="0" y="67"/>
                </a:lnTo>
                <a:lnTo>
                  <a:pt x="0" y="34"/>
                </a:lnTo>
                <a:cubicBezTo>
                  <a:pt x="0" y="15"/>
                  <a:pt x="16" y="0"/>
                  <a:pt x="35" y="0"/>
                </a:cubicBezTo>
                <a:moveTo>
                  <a:pt x="68" y="195"/>
                </a:moveTo>
                <a:lnTo>
                  <a:pt x="134" y="181"/>
                </a:lnTo>
                <a:lnTo>
                  <a:pt x="134" y="248"/>
                </a:lnTo>
                <a:lnTo>
                  <a:pt x="68" y="263"/>
                </a:lnTo>
                <a:lnTo>
                  <a:pt x="68" y="330"/>
                </a:lnTo>
                <a:lnTo>
                  <a:pt x="118" y="318"/>
                </a:lnTo>
                <a:cubicBezTo>
                  <a:pt x="123" y="316"/>
                  <a:pt x="128" y="315"/>
                  <a:pt x="134" y="314"/>
                </a:cubicBezTo>
                <a:lnTo>
                  <a:pt x="134" y="248"/>
                </a:lnTo>
                <a:lnTo>
                  <a:pt x="174" y="239"/>
                </a:lnTo>
                <a:cubicBezTo>
                  <a:pt x="183" y="238"/>
                  <a:pt x="191" y="237"/>
                  <a:pt x="200" y="237"/>
                </a:cubicBezTo>
                <a:lnTo>
                  <a:pt x="200" y="171"/>
                </a:lnTo>
                <a:cubicBezTo>
                  <a:pt x="214" y="172"/>
                  <a:pt x="228" y="174"/>
                  <a:pt x="242" y="178"/>
                </a:cubicBezTo>
                <a:lnTo>
                  <a:pt x="266" y="185"/>
                </a:lnTo>
                <a:lnTo>
                  <a:pt x="266" y="254"/>
                </a:lnTo>
                <a:lnTo>
                  <a:pt x="223" y="241"/>
                </a:lnTo>
                <a:cubicBezTo>
                  <a:pt x="215" y="239"/>
                  <a:pt x="208" y="238"/>
                  <a:pt x="200" y="237"/>
                </a:cubicBezTo>
                <a:lnTo>
                  <a:pt x="200" y="311"/>
                </a:lnTo>
                <a:cubicBezTo>
                  <a:pt x="222" y="313"/>
                  <a:pt x="245" y="318"/>
                  <a:pt x="266" y="326"/>
                </a:cubicBezTo>
                <a:lnTo>
                  <a:pt x="266" y="254"/>
                </a:lnTo>
                <a:lnTo>
                  <a:pt x="290" y="261"/>
                </a:lnTo>
                <a:cubicBezTo>
                  <a:pt x="303" y="265"/>
                  <a:pt x="318" y="267"/>
                  <a:pt x="332" y="268"/>
                </a:cubicBezTo>
                <a:lnTo>
                  <a:pt x="332" y="202"/>
                </a:lnTo>
                <a:cubicBezTo>
                  <a:pt x="324" y="201"/>
                  <a:pt x="316" y="200"/>
                  <a:pt x="308" y="197"/>
                </a:cubicBezTo>
                <a:lnTo>
                  <a:pt x="266" y="185"/>
                </a:lnTo>
                <a:lnTo>
                  <a:pt x="266" y="120"/>
                </a:lnTo>
                <a:cubicBezTo>
                  <a:pt x="253" y="116"/>
                  <a:pt x="239" y="111"/>
                  <a:pt x="227" y="104"/>
                </a:cubicBezTo>
                <a:cubicBezTo>
                  <a:pt x="218" y="100"/>
                  <a:pt x="209" y="97"/>
                  <a:pt x="200" y="95"/>
                </a:cubicBezTo>
                <a:lnTo>
                  <a:pt x="200" y="171"/>
                </a:lnTo>
                <a:cubicBezTo>
                  <a:pt x="186" y="171"/>
                  <a:pt x="173" y="172"/>
                  <a:pt x="160" y="175"/>
                </a:cubicBezTo>
                <a:lnTo>
                  <a:pt x="134" y="181"/>
                </a:lnTo>
                <a:lnTo>
                  <a:pt x="134" y="102"/>
                </a:lnTo>
                <a:lnTo>
                  <a:pt x="68" y="118"/>
                </a:lnTo>
                <a:lnTo>
                  <a:pt x="68" y="195"/>
                </a:lnTo>
                <a:moveTo>
                  <a:pt x="332" y="348"/>
                </a:moveTo>
                <a:cubicBezTo>
                  <a:pt x="350" y="350"/>
                  <a:pt x="367" y="348"/>
                  <a:pt x="384" y="341"/>
                </a:cubicBezTo>
                <a:lnTo>
                  <a:pt x="398" y="336"/>
                </a:lnTo>
                <a:lnTo>
                  <a:pt x="398" y="262"/>
                </a:lnTo>
                <a:lnTo>
                  <a:pt x="390" y="264"/>
                </a:lnTo>
                <a:cubicBezTo>
                  <a:pt x="371" y="268"/>
                  <a:pt x="352" y="270"/>
                  <a:pt x="332" y="268"/>
                </a:cubicBezTo>
                <a:lnTo>
                  <a:pt x="332" y="348"/>
                </a:lnTo>
                <a:moveTo>
                  <a:pt x="398" y="194"/>
                </a:moveTo>
                <a:lnTo>
                  <a:pt x="398" y="120"/>
                </a:lnTo>
                <a:cubicBezTo>
                  <a:pt x="377" y="126"/>
                  <a:pt x="355" y="129"/>
                  <a:pt x="332" y="129"/>
                </a:cubicBezTo>
                <a:lnTo>
                  <a:pt x="332" y="202"/>
                </a:lnTo>
                <a:cubicBezTo>
                  <a:pt x="347" y="203"/>
                  <a:pt x="361" y="203"/>
                  <a:pt x="375" y="199"/>
                </a:cubicBezTo>
                <a:lnTo>
                  <a:pt x="398" y="194"/>
                </a:lnTo>
                <a:close/>
              </a:path>
            </a:pathLst>
          </a:custGeom>
          <a:solidFill>
            <a:srgbClr val="FF7D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7" name="文本框 246"/>
          <p:cNvSpPr txBox="1"/>
          <p:nvPr/>
        </p:nvSpPr>
        <p:spPr>
          <a:xfrm>
            <a:off x="1028520" y="5931000"/>
            <a:ext cx="3824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评审结论：符合要求 </a:t>
            </a:r>
            <a:r>
              <a:rPr lang="en-US" sz="135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- </a:t>
            </a:r>
            <a:r>
              <a:rPr lang="zh-CN" sz="135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可行性分析完整，论证充分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8" name="文本框 247"/>
          <p:cNvSpPr txBox="1"/>
          <p:nvPr/>
        </p:nvSpPr>
        <p:spPr>
          <a:xfrm>
            <a:off x="8928000" y="1367640"/>
            <a:ext cx="9151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阶段评审总结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2" name="文本框 261"/>
          <p:cNvSpPr txBox="1"/>
          <p:nvPr/>
        </p:nvSpPr>
        <p:spPr>
          <a:xfrm>
            <a:off x="8472130" y="1898000"/>
            <a:ext cx="306396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准备与计划阶段</a:t>
            </a:r>
            <a:r>
              <a:rPr lang="en-US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5</a:t>
            </a:r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个评审项目全部符合要求。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3" name="文本框 262"/>
          <p:cNvSpPr txBox="1"/>
          <p:nvPr/>
        </p:nvSpPr>
        <p:spPr>
          <a:xfrm>
            <a:off x="8505785" y="2204735"/>
            <a:ext cx="27439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项目基础扎实，计划周密，可行性论证充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4" name="文本框 263"/>
          <p:cNvSpPr txBox="1"/>
          <p:nvPr/>
        </p:nvSpPr>
        <p:spPr>
          <a:xfrm>
            <a:off x="8505785" y="2533695"/>
            <a:ext cx="22867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分，为后续实施奠定了良好基础。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任意多边形 26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6" name="任意多边形 265"/>
          <p:cNvSpPr/>
          <p:nvPr/>
        </p:nvSpPr>
        <p:spPr>
          <a:xfrm>
            <a:off x="-725690" y="1052990"/>
            <a:ext cx="11421000" cy="2105280"/>
          </a:xfrm>
          <a:custGeom>
            <a:avLst/>
            <a:gdLst/>
            <a:ahLst/>
            <a:cxnLst/>
            <a:rect l="0" t="0" r="r" b="b"/>
            <a:pathLst>
              <a:path w="31725" h="5848">
                <a:moveTo>
                  <a:pt x="0" y="5544"/>
                </a:moveTo>
                <a:lnTo>
                  <a:pt x="0" y="305"/>
                </a:lnTo>
                <a:cubicBezTo>
                  <a:pt x="0" y="285"/>
                  <a:pt x="2" y="265"/>
                  <a:pt x="6" y="246"/>
                </a:cubicBezTo>
                <a:cubicBezTo>
                  <a:pt x="10" y="226"/>
                  <a:pt x="16" y="207"/>
                  <a:pt x="23" y="189"/>
                </a:cubicBezTo>
                <a:cubicBezTo>
                  <a:pt x="31" y="169"/>
                  <a:pt x="40" y="152"/>
                  <a:pt x="51" y="135"/>
                </a:cubicBezTo>
                <a:cubicBezTo>
                  <a:pt x="62" y="119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69" y="31"/>
                  <a:pt x="188" y="23"/>
                </a:cubicBezTo>
                <a:cubicBezTo>
                  <a:pt x="206" y="15"/>
                  <a:pt x="225" y="10"/>
                  <a:pt x="245" y="6"/>
                </a:cubicBezTo>
                <a:cubicBezTo>
                  <a:pt x="265" y="2"/>
                  <a:pt x="284" y="0"/>
                  <a:pt x="304" y="0"/>
                </a:cubicBezTo>
                <a:lnTo>
                  <a:pt x="31420" y="0"/>
                </a:lnTo>
                <a:cubicBezTo>
                  <a:pt x="31440" y="0"/>
                  <a:pt x="31460" y="2"/>
                  <a:pt x="31480" y="6"/>
                </a:cubicBezTo>
                <a:cubicBezTo>
                  <a:pt x="31499" y="10"/>
                  <a:pt x="31518" y="15"/>
                  <a:pt x="31537" y="23"/>
                </a:cubicBezTo>
                <a:cubicBezTo>
                  <a:pt x="31555" y="31"/>
                  <a:pt x="31573" y="40"/>
                  <a:pt x="31589" y="51"/>
                </a:cubicBezTo>
                <a:cubicBezTo>
                  <a:pt x="31606" y="62"/>
                  <a:pt x="31621" y="75"/>
                  <a:pt x="31635" y="89"/>
                </a:cubicBezTo>
                <a:cubicBezTo>
                  <a:pt x="31650" y="103"/>
                  <a:pt x="31662" y="119"/>
                  <a:pt x="31673" y="135"/>
                </a:cubicBezTo>
                <a:cubicBezTo>
                  <a:pt x="31684" y="152"/>
                  <a:pt x="31694" y="169"/>
                  <a:pt x="31701" y="189"/>
                </a:cubicBezTo>
                <a:cubicBezTo>
                  <a:pt x="31709" y="207"/>
                  <a:pt x="31715" y="226"/>
                  <a:pt x="31719" y="246"/>
                </a:cubicBezTo>
                <a:cubicBezTo>
                  <a:pt x="31723" y="265"/>
                  <a:pt x="31725" y="285"/>
                  <a:pt x="31725" y="305"/>
                </a:cubicBezTo>
                <a:lnTo>
                  <a:pt x="31725" y="5544"/>
                </a:lnTo>
                <a:cubicBezTo>
                  <a:pt x="31725" y="5564"/>
                  <a:pt x="31723" y="5584"/>
                  <a:pt x="31719" y="5603"/>
                </a:cubicBezTo>
                <a:cubicBezTo>
                  <a:pt x="31715" y="5623"/>
                  <a:pt x="31709" y="5642"/>
                  <a:pt x="31701" y="5660"/>
                </a:cubicBezTo>
                <a:cubicBezTo>
                  <a:pt x="31694" y="5679"/>
                  <a:pt x="31684" y="5696"/>
                  <a:pt x="31673" y="5713"/>
                </a:cubicBezTo>
                <a:cubicBezTo>
                  <a:pt x="31662" y="5730"/>
                  <a:pt x="31650" y="5745"/>
                  <a:pt x="31635" y="5759"/>
                </a:cubicBezTo>
                <a:cubicBezTo>
                  <a:pt x="31621" y="5773"/>
                  <a:pt x="31606" y="5786"/>
                  <a:pt x="31589" y="5797"/>
                </a:cubicBezTo>
                <a:cubicBezTo>
                  <a:pt x="31573" y="5808"/>
                  <a:pt x="31555" y="5817"/>
                  <a:pt x="31537" y="5825"/>
                </a:cubicBezTo>
                <a:cubicBezTo>
                  <a:pt x="31518" y="5833"/>
                  <a:pt x="31499" y="5838"/>
                  <a:pt x="31480" y="5842"/>
                </a:cubicBezTo>
                <a:cubicBezTo>
                  <a:pt x="31460" y="5846"/>
                  <a:pt x="31440" y="5848"/>
                  <a:pt x="31420" y="5848"/>
                </a:cubicBezTo>
                <a:lnTo>
                  <a:pt x="304" y="5848"/>
                </a:lnTo>
                <a:cubicBezTo>
                  <a:pt x="284" y="5848"/>
                  <a:pt x="265" y="5846"/>
                  <a:pt x="245" y="5842"/>
                </a:cubicBezTo>
                <a:cubicBezTo>
                  <a:pt x="225" y="5838"/>
                  <a:pt x="206" y="5833"/>
                  <a:pt x="188" y="5825"/>
                </a:cubicBezTo>
                <a:cubicBezTo>
                  <a:pt x="169" y="5817"/>
                  <a:pt x="152" y="5808"/>
                  <a:pt x="135" y="5797"/>
                </a:cubicBezTo>
                <a:cubicBezTo>
                  <a:pt x="119" y="5786"/>
                  <a:pt x="103" y="5773"/>
                  <a:pt x="89" y="5759"/>
                </a:cubicBezTo>
                <a:cubicBezTo>
                  <a:pt x="75" y="5745"/>
                  <a:pt x="62" y="5730"/>
                  <a:pt x="51" y="5713"/>
                </a:cubicBezTo>
                <a:cubicBezTo>
                  <a:pt x="40" y="5696"/>
                  <a:pt x="31" y="5679"/>
                  <a:pt x="23" y="5660"/>
                </a:cubicBezTo>
                <a:cubicBezTo>
                  <a:pt x="16" y="5642"/>
                  <a:pt x="10" y="5623"/>
                  <a:pt x="6" y="5603"/>
                </a:cubicBezTo>
                <a:cubicBezTo>
                  <a:pt x="2" y="5584"/>
                  <a:pt x="0" y="5564"/>
                  <a:pt x="0" y="55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7" name="任意多边形 266"/>
          <p:cNvSpPr/>
          <p:nvPr/>
        </p:nvSpPr>
        <p:spPr>
          <a:xfrm>
            <a:off x="385560" y="985680"/>
            <a:ext cx="11421000" cy="2105280"/>
          </a:xfrm>
          <a:custGeom>
            <a:avLst/>
            <a:gdLst/>
            <a:ahLst/>
            <a:cxnLst/>
            <a:rect l="0" t="0" r="r" b="b"/>
            <a:pathLst>
              <a:path w="31725" h="5848" fill="none">
                <a:moveTo>
                  <a:pt x="0" y="5544"/>
                </a:moveTo>
                <a:lnTo>
                  <a:pt x="0" y="305"/>
                </a:lnTo>
                <a:cubicBezTo>
                  <a:pt x="0" y="285"/>
                  <a:pt x="2" y="265"/>
                  <a:pt x="6" y="246"/>
                </a:cubicBezTo>
                <a:cubicBezTo>
                  <a:pt x="10" y="226"/>
                  <a:pt x="16" y="207"/>
                  <a:pt x="23" y="189"/>
                </a:cubicBezTo>
                <a:cubicBezTo>
                  <a:pt x="31" y="169"/>
                  <a:pt x="40" y="152"/>
                  <a:pt x="51" y="135"/>
                </a:cubicBezTo>
                <a:cubicBezTo>
                  <a:pt x="62" y="119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69" y="31"/>
                  <a:pt x="188" y="23"/>
                </a:cubicBezTo>
                <a:cubicBezTo>
                  <a:pt x="206" y="15"/>
                  <a:pt x="225" y="10"/>
                  <a:pt x="245" y="6"/>
                </a:cubicBezTo>
                <a:cubicBezTo>
                  <a:pt x="265" y="2"/>
                  <a:pt x="284" y="0"/>
                  <a:pt x="304" y="0"/>
                </a:cubicBezTo>
                <a:lnTo>
                  <a:pt x="31420" y="0"/>
                </a:lnTo>
                <a:cubicBezTo>
                  <a:pt x="31440" y="0"/>
                  <a:pt x="31460" y="2"/>
                  <a:pt x="31480" y="6"/>
                </a:cubicBezTo>
                <a:cubicBezTo>
                  <a:pt x="31499" y="10"/>
                  <a:pt x="31518" y="15"/>
                  <a:pt x="31537" y="23"/>
                </a:cubicBezTo>
                <a:cubicBezTo>
                  <a:pt x="31555" y="31"/>
                  <a:pt x="31573" y="40"/>
                  <a:pt x="31589" y="51"/>
                </a:cubicBezTo>
                <a:cubicBezTo>
                  <a:pt x="31606" y="62"/>
                  <a:pt x="31621" y="75"/>
                  <a:pt x="31635" y="89"/>
                </a:cubicBezTo>
                <a:cubicBezTo>
                  <a:pt x="31650" y="103"/>
                  <a:pt x="31662" y="119"/>
                  <a:pt x="31673" y="135"/>
                </a:cubicBezTo>
                <a:cubicBezTo>
                  <a:pt x="31684" y="152"/>
                  <a:pt x="31694" y="169"/>
                  <a:pt x="31701" y="189"/>
                </a:cubicBezTo>
                <a:cubicBezTo>
                  <a:pt x="31709" y="207"/>
                  <a:pt x="31715" y="226"/>
                  <a:pt x="31719" y="246"/>
                </a:cubicBezTo>
                <a:cubicBezTo>
                  <a:pt x="31723" y="265"/>
                  <a:pt x="31725" y="285"/>
                  <a:pt x="31725" y="305"/>
                </a:cubicBezTo>
                <a:lnTo>
                  <a:pt x="31725" y="5544"/>
                </a:lnTo>
                <a:cubicBezTo>
                  <a:pt x="31725" y="5564"/>
                  <a:pt x="31723" y="5584"/>
                  <a:pt x="31719" y="5603"/>
                </a:cubicBezTo>
                <a:cubicBezTo>
                  <a:pt x="31715" y="5623"/>
                  <a:pt x="31709" y="5642"/>
                  <a:pt x="31701" y="5660"/>
                </a:cubicBezTo>
                <a:cubicBezTo>
                  <a:pt x="31694" y="5679"/>
                  <a:pt x="31684" y="5696"/>
                  <a:pt x="31673" y="5713"/>
                </a:cubicBezTo>
                <a:cubicBezTo>
                  <a:pt x="31662" y="5730"/>
                  <a:pt x="31650" y="5745"/>
                  <a:pt x="31635" y="5759"/>
                </a:cubicBezTo>
                <a:cubicBezTo>
                  <a:pt x="31621" y="5773"/>
                  <a:pt x="31606" y="5786"/>
                  <a:pt x="31589" y="5797"/>
                </a:cubicBezTo>
                <a:cubicBezTo>
                  <a:pt x="31573" y="5808"/>
                  <a:pt x="31555" y="5817"/>
                  <a:pt x="31537" y="5825"/>
                </a:cubicBezTo>
                <a:cubicBezTo>
                  <a:pt x="31518" y="5833"/>
                  <a:pt x="31499" y="5838"/>
                  <a:pt x="31480" y="5842"/>
                </a:cubicBezTo>
                <a:cubicBezTo>
                  <a:pt x="31460" y="5846"/>
                  <a:pt x="31440" y="5848"/>
                  <a:pt x="31420" y="5848"/>
                </a:cubicBezTo>
                <a:lnTo>
                  <a:pt x="304" y="5848"/>
                </a:lnTo>
                <a:cubicBezTo>
                  <a:pt x="284" y="5848"/>
                  <a:pt x="265" y="5846"/>
                  <a:pt x="245" y="5842"/>
                </a:cubicBezTo>
                <a:cubicBezTo>
                  <a:pt x="225" y="5838"/>
                  <a:pt x="206" y="5833"/>
                  <a:pt x="188" y="5825"/>
                </a:cubicBezTo>
                <a:cubicBezTo>
                  <a:pt x="169" y="5817"/>
                  <a:pt x="152" y="5808"/>
                  <a:pt x="135" y="5797"/>
                </a:cubicBezTo>
                <a:cubicBezTo>
                  <a:pt x="119" y="5786"/>
                  <a:pt x="103" y="5773"/>
                  <a:pt x="89" y="5759"/>
                </a:cubicBezTo>
                <a:cubicBezTo>
                  <a:pt x="75" y="5745"/>
                  <a:pt x="62" y="5730"/>
                  <a:pt x="51" y="5713"/>
                </a:cubicBezTo>
                <a:cubicBezTo>
                  <a:pt x="40" y="5696"/>
                  <a:pt x="31" y="5679"/>
                  <a:pt x="23" y="5660"/>
                </a:cubicBezTo>
                <a:cubicBezTo>
                  <a:pt x="16" y="5642"/>
                  <a:pt x="10" y="5623"/>
                  <a:pt x="6" y="5603"/>
                </a:cubicBezTo>
                <a:cubicBezTo>
                  <a:pt x="2" y="5584"/>
                  <a:pt x="0" y="5564"/>
                  <a:pt x="0" y="5544"/>
                </a:cubicBezTo>
              </a:path>
            </a:pathLst>
          </a:custGeom>
          <a:ln w="9360">
            <a:solidFill>
              <a:srgbClr val="F3F4F6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380880" y="409320"/>
            <a:ext cx="248472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9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三、需求分析阶段评审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619200" y="1226160"/>
            <a:ext cx="2877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评审项目</a:t>
            </a:r>
            <a:r>
              <a:rPr lang="en-US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6</a:t>
            </a:r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：用户类别与用户代表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1" name="任意多边形 270"/>
          <p:cNvSpPr/>
          <p:nvPr/>
        </p:nvSpPr>
        <p:spPr>
          <a:xfrm>
            <a:off x="618840" y="1638000"/>
            <a:ext cx="3553200" cy="1219680"/>
          </a:xfrm>
          <a:custGeom>
            <a:avLst/>
            <a:gdLst/>
            <a:ahLst/>
            <a:cxnLst/>
            <a:rect l="0" t="0" r="r" b="b"/>
            <a:pathLst>
              <a:path w="9870" h="3388">
                <a:moveTo>
                  <a:pt x="0" y="3176"/>
                </a:moveTo>
                <a:lnTo>
                  <a:pt x="0" y="212"/>
                </a:lnTo>
                <a:cubicBezTo>
                  <a:pt x="0" y="198"/>
                  <a:pt x="2" y="184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3"/>
                  <a:pt x="52" y="72"/>
                  <a:pt x="62" y="62"/>
                </a:cubicBezTo>
                <a:cubicBezTo>
                  <a:pt x="72" y="53"/>
                  <a:pt x="83" y="44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2"/>
                  <a:pt x="198" y="0"/>
                  <a:pt x="212" y="0"/>
                </a:cubicBezTo>
                <a:lnTo>
                  <a:pt x="9659" y="0"/>
                </a:lnTo>
                <a:cubicBezTo>
                  <a:pt x="9672" y="0"/>
                  <a:pt x="9686" y="2"/>
                  <a:pt x="9700" y="4"/>
                </a:cubicBezTo>
                <a:cubicBezTo>
                  <a:pt x="9714" y="7"/>
                  <a:pt x="9727" y="11"/>
                  <a:pt x="9740" y="16"/>
                </a:cubicBezTo>
                <a:cubicBezTo>
                  <a:pt x="9752" y="22"/>
                  <a:pt x="9765" y="28"/>
                  <a:pt x="9776" y="36"/>
                </a:cubicBezTo>
                <a:cubicBezTo>
                  <a:pt x="9788" y="44"/>
                  <a:pt x="9798" y="53"/>
                  <a:pt x="9808" y="62"/>
                </a:cubicBezTo>
                <a:cubicBezTo>
                  <a:pt x="9818" y="72"/>
                  <a:pt x="9827" y="83"/>
                  <a:pt x="9835" y="94"/>
                </a:cubicBezTo>
                <a:cubicBezTo>
                  <a:pt x="9842" y="106"/>
                  <a:pt x="9849" y="118"/>
                  <a:pt x="9854" y="131"/>
                </a:cubicBezTo>
                <a:cubicBezTo>
                  <a:pt x="9859" y="144"/>
                  <a:pt x="9863" y="157"/>
                  <a:pt x="9866" y="171"/>
                </a:cubicBezTo>
                <a:cubicBezTo>
                  <a:pt x="9869" y="184"/>
                  <a:pt x="9870" y="198"/>
                  <a:pt x="9870" y="212"/>
                </a:cubicBezTo>
                <a:lnTo>
                  <a:pt x="9870" y="3176"/>
                </a:lnTo>
                <a:cubicBezTo>
                  <a:pt x="9870" y="3190"/>
                  <a:pt x="9869" y="3204"/>
                  <a:pt x="9866" y="3218"/>
                </a:cubicBezTo>
                <a:cubicBezTo>
                  <a:pt x="9863" y="3231"/>
                  <a:pt x="9859" y="3244"/>
                  <a:pt x="9854" y="3257"/>
                </a:cubicBezTo>
                <a:cubicBezTo>
                  <a:pt x="9849" y="3270"/>
                  <a:pt x="9842" y="3282"/>
                  <a:pt x="9835" y="3294"/>
                </a:cubicBezTo>
                <a:cubicBezTo>
                  <a:pt x="9827" y="3305"/>
                  <a:pt x="9818" y="3316"/>
                  <a:pt x="9808" y="3326"/>
                </a:cubicBezTo>
                <a:cubicBezTo>
                  <a:pt x="9798" y="3336"/>
                  <a:pt x="9788" y="3345"/>
                  <a:pt x="9776" y="3352"/>
                </a:cubicBezTo>
                <a:cubicBezTo>
                  <a:pt x="9765" y="3360"/>
                  <a:pt x="9752" y="3367"/>
                  <a:pt x="9740" y="3372"/>
                </a:cubicBezTo>
                <a:cubicBezTo>
                  <a:pt x="9727" y="3377"/>
                  <a:pt x="9714" y="3381"/>
                  <a:pt x="9700" y="3384"/>
                </a:cubicBezTo>
                <a:cubicBezTo>
                  <a:pt x="9686" y="3387"/>
                  <a:pt x="9672" y="3388"/>
                  <a:pt x="9659" y="3388"/>
                </a:cubicBezTo>
                <a:lnTo>
                  <a:pt x="212" y="3388"/>
                </a:lnTo>
                <a:cubicBezTo>
                  <a:pt x="198" y="3388"/>
                  <a:pt x="184" y="3387"/>
                  <a:pt x="171" y="3384"/>
                </a:cubicBezTo>
                <a:cubicBezTo>
                  <a:pt x="157" y="3381"/>
                  <a:pt x="144" y="3377"/>
                  <a:pt x="131" y="3372"/>
                </a:cubicBezTo>
                <a:cubicBezTo>
                  <a:pt x="118" y="3367"/>
                  <a:pt x="106" y="3360"/>
                  <a:pt x="94" y="3352"/>
                </a:cubicBezTo>
                <a:cubicBezTo>
                  <a:pt x="83" y="3345"/>
                  <a:pt x="72" y="3336"/>
                  <a:pt x="62" y="3326"/>
                </a:cubicBezTo>
                <a:cubicBezTo>
                  <a:pt x="52" y="3316"/>
                  <a:pt x="44" y="3305"/>
                  <a:pt x="36" y="3294"/>
                </a:cubicBezTo>
                <a:cubicBezTo>
                  <a:pt x="28" y="3282"/>
                  <a:pt x="22" y="3270"/>
                  <a:pt x="16" y="3257"/>
                </a:cubicBezTo>
                <a:cubicBezTo>
                  <a:pt x="11" y="3244"/>
                  <a:pt x="7" y="3231"/>
                  <a:pt x="4" y="3218"/>
                </a:cubicBezTo>
                <a:cubicBezTo>
                  <a:pt x="2" y="3204"/>
                  <a:pt x="0" y="3190"/>
                  <a:pt x="0" y="3176"/>
                </a:cubicBezTo>
                <a:close/>
              </a:path>
            </a:pathLst>
          </a:custGeom>
          <a:solidFill>
            <a:srgbClr val="165DFF">
              <a:alpha val="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2" name="任意多边形 271"/>
          <p:cNvSpPr/>
          <p:nvPr/>
        </p:nvSpPr>
        <p:spPr>
          <a:xfrm>
            <a:off x="771480" y="1800000"/>
            <a:ext cx="146160" cy="167040"/>
          </a:xfrm>
          <a:custGeom>
            <a:avLst/>
            <a:gdLst/>
            <a:ahLst/>
            <a:cxnLst/>
            <a:rect l="0" t="0" r="r" b="b"/>
            <a:pathLst>
              <a:path w="406" h="464">
                <a:moveTo>
                  <a:pt x="203" y="232"/>
                </a:moveTo>
                <a:cubicBezTo>
                  <a:pt x="219" y="232"/>
                  <a:pt x="233" y="229"/>
                  <a:pt x="247" y="223"/>
                </a:cubicBezTo>
                <a:cubicBezTo>
                  <a:pt x="262" y="217"/>
                  <a:pt x="274" y="209"/>
                  <a:pt x="285" y="198"/>
                </a:cubicBezTo>
                <a:cubicBezTo>
                  <a:pt x="296" y="187"/>
                  <a:pt x="304" y="174"/>
                  <a:pt x="310" y="160"/>
                </a:cubicBezTo>
                <a:cubicBezTo>
                  <a:pt x="316" y="146"/>
                  <a:pt x="319" y="131"/>
                  <a:pt x="319" y="116"/>
                </a:cubicBezTo>
                <a:cubicBezTo>
                  <a:pt x="319" y="101"/>
                  <a:pt x="316" y="86"/>
                  <a:pt x="310" y="72"/>
                </a:cubicBezTo>
                <a:cubicBezTo>
                  <a:pt x="304" y="57"/>
                  <a:pt x="296" y="45"/>
                  <a:pt x="285" y="34"/>
                </a:cubicBezTo>
                <a:cubicBezTo>
                  <a:pt x="274" y="23"/>
                  <a:pt x="262" y="15"/>
                  <a:pt x="247" y="9"/>
                </a:cubicBezTo>
                <a:cubicBezTo>
                  <a:pt x="233" y="3"/>
                  <a:pt x="219" y="0"/>
                  <a:pt x="203" y="0"/>
                </a:cubicBezTo>
                <a:cubicBezTo>
                  <a:pt x="188" y="0"/>
                  <a:pt x="173" y="3"/>
                  <a:pt x="159" y="9"/>
                </a:cubicBezTo>
                <a:cubicBezTo>
                  <a:pt x="145" y="15"/>
                  <a:pt x="132" y="23"/>
                  <a:pt x="121" y="34"/>
                </a:cubicBezTo>
                <a:cubicBezTo>
                  <a:pt x="110" y="45"/>
                  <a:pt x="102" y="57"/>
                  <a:pt x="96" y="72"/>
                </a:cubicBezTo>
                <a:cubicBezTo>
                  <a:pt x="90" y="86"/>
                  <a:pt x="87" y="101"/>
                  <a:pt x="87" y="116"/>
                </a:cubicBezTo>
                <a:cubicBezTo>
                  <a:pt x="87" y="131"/>
                  <a:pt x="90" y="146"/>
                  <a:pt x="96" y="160"/>
                </a:cubicBezTo>
                <a:cubicBezTo>
                  <a:pt x="102" y="174"/>
                  <a:pt x="110" y="187"/>
                  <a:pt x="121" y="198"/>
                </a:cubicBezTo>
                <a:cubicBezTo>
                  <a:pt x="132" y="209"/>
                  <a:pt x="145" y="217"/>
                  <a:pt x="159" y="223"/>
                </a:cubicBezTo>
                <a:cubicBezTo>
                  <a:pt x="173" y="229"/>
                  <a:pt x="188" y="232"/>
                  <a:pt x="203" y="232"/>
                </a:cubicBezTo>
                <a:moveTo>
                  <a:pt x="162" y="275"/>
                </a:moveTo>
                <a:cubicBezTo>
                  <a:pt x="72" y="275"/>
                  <a:pt x="0" y="348"/>
                  <a:pt x="0" y="437"/>
                </a:cubicBezTo>
                <a:cubicBezTo>
                  <a:pt x="0" y="452"/>
                  <a:pt x="12" y="464"/>
                  <a:pt x="26" y="464"/>
                </a:cubicBezTo>
                <a:lnTo>
                  <a:pt x="379" y="464"/>
                </a:lnTo>
                <a:cubicBezTo>
                  <a:pt x="394" y="464"/>
                  <a:pt x="406" y="452"/>
                  <a:pt x="406" y="437"/>
                </a:cubicBezTo>
                <a:cubicBezTo>
                  <a:pt x="406" y="348"/>
                  <a:pt x="334" y="275"/>
                  <a:pt x="245" y="275"/>
                </a:cubicBezTo>
                <a:lnTo>
                  <a:pt x="162" y="275"/>
                </a:ln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993600" y="1795680"/>
            <a:ext cx="1059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普通用户 </a:t>
            </a:r>
            <a:r>
              <a:rPr lang="en-US" sz="105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(role=0)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5" name="文本框 274"/>
          <p:cNvSpPr txBox="1"/>
          <p:nvPr/>
        </p:nvSpPr>
        <p:spPr>
          <a:xfrm>
            <a:off x="771480" y="2062440"/>
            <a:ext cx="2652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主要功能：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商品浏览、购物车管理、订单下单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6" name="文本框 275"/>
          <p:cNvSpPr txBox="1"/>
          <p:nvPr/>
        </p:nvSpPr>
        <p:spPr>
          <a:xfrm>
            <a:off x="771480" y="2291040"/>
            <a:ext cx="2301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用户代表：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学生 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(90%)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、教职工 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(10%)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9" name="文本框 278"/>
          <p:cNvSpPr txBox="1"/>
          <p:nvPr/>
        </p:nvSpPr>
        <p:spPr>
          <a:xfrm>
            <a:off x="771480" y="2519640"/>
            <a:ext cx="2520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核心需求：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快速下单、实时追踪、价格优惠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3" name="任意多边形 282"/>
          <p:cNvSpPr/>
          <p:nvPr/>
        </p:nvSpPr>
        <p:spPr>
          <a:xfrm>
            <a:off x="7394245" y="1700865"/>
            <a:ext cx="3553200" cy="1219680"/>
          </a:xfrm>
          <a:custGeom>
            <a:avLst/>
            <a:gdLst/>
            <a:ahLst/>
            <a:cxnLst/>
            <a:rect l="0" t="0" r="r" b="b"/>
            <a:pathLst>
              <a:path w="9870" h="3388">
                <a:moveTo>
                  <a:pt x="0" y="3176"/>
                </a:moveTo>
                <a:lnTo>
                  <a:pt x="0" y="212"/>
                </a:lnTo>
                <a:cubicBezTo>
                  <a:pt x="0" y="198"/>
                  <a:pt x="2" y="184"/>
                  <a:pt x="4" y="171"/>
                </a:cubicBezTo>
                <a:cubicBezTo>
                  <a:pt x="7" y="157"/>
                  <a:pt x="11" y="144"/>
                  <a:pt x="17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3"/>
                  <a:pt x="53" y="72"/>
                  <a:pt x="62" y="62"/>
                </a:cubicBezTo>
                <a:cubicBezTo>
                  <a:pt x="72" y="53"/>
                  <a:pt x="83" y="44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2"/>
                  <a:pt x="198" y="0"/>
                  <a:pt x="212" y="0"/>
                </a:cubicBezTo>
                <a:lnTo>
                  <a:pt x="9659" y="0"/>
                </a:lnTo>
                <a:cubicBezTo>
                  <a:pt x="9673" y="0"/>
                  <a:pt x="9686" y="2"/>
                  <a:pt x="9700" y="4"/>
                </a:cubicBezTo>
                <a:cubicBezTo>
                  <a:pt x="9714" y="7"/>
                  <a:pt x="9727" y="11"/>
                  <a:pt x="9740" y="16"/>
                </a:cubicBezTo>
                <a:cubicBezTo>
                  <a:pt x="9753" y="22"/>
                  <a:pt x="9765" y="28"/>
                  <a:pt x="9776" y="36"/>
                </a:cubicBezTo>
                <a:cubicBezTo>
                  <a:pt x="9788" y="44"/>
                  <a:pt x="9799" y="53"/>
                  <a:pt x="9808" y="62"/>
                </a:cubicBezTo>
                <a:cubicBezTo>
                  <a:pt x="9818" y="72"/>
                  <a:pt x="9827" y="83"/>
                  <a:pt x="9835" y="94"/>
                </a:cubicBezTo>
                <a:cubicBezTo>
                  <a:pt x="9842" y="106"/>
                  <a:pt x="9849" y="118"/>
                  <a:pt x="9854" y="131"/>
                </a:cubicBezTo>
                <a:cubicBezTo>
                  <a:pt x="9860" y="144"/>
                  <a:pt x="9864" y="157"/>
                  <a:pt x="9866" y="171"/>
                </a:cubicBezTo>
                <a:cubicBezTo>
                  <a:pt x="9869" y="184"/>
                  <a:pt x="9870" y="198"/>
                  <a:pt x="9870" y="212"/>
                </a:cubicBezTo>
                <a:lnTo>
                  <a:pt x="9870" y="3176"/>
                </a:lnTo>
                <a:cubicBezTo>
                  <a:pt x="9870" y="3190"/>
                  <a:pt x="9869" y="3204"/>
                  <a:pt x="9866" y="3218"/>
                </a:cubicBezTo>
                <a:cubicBezTo>
                  <a:pt x="9864" y="3231"/>
                  <a:pt x="9860" y="3244"/>
                  <a:pt x="9854" y="3257"/>
                </a:cubicBezTo>
                <a:cubicBezTo>
                  <a:pt x="9849" y="3270"/>
                  <a:pt x="9842" y="3282"/>
                  <a:pt x="9835" y="3294"/>
                </a:cubicBezTo>
                <a:cubicBezTo>
                  <a:pt x="9827" y="3305"/>
                  <a:pt x="9818" y="3316"/>
                  <a:pt x="9808" y="3326"/>
                </a:cubicBezTo>
                <a:cubicBezTo>
                  <a:pt x="9799" y="3336"/>
                  <a:pt x="9788" y="3345"/>
                  <a:pt x="9776" y="3352"/>
                </a:cubicBezTo>
                <a:cubicBezTo>
                  <a:pt x="9765" y="3360"/>
                  <a:pt x="9753" y="3367"/>
                  <a:pt x="9740" y="3372"/>
                </a:cubicBezTo>
                <a:cubicBezTo>
                  <a:pt x="9727" y="3377"/>
                  <a:pt x="9714" y="3381"/>
                  <a:pt x="9700" y="3384"/>
                </a:cubicBezTo>
                <a:cubicBezTo>
                  <a:pt x="9686" y="3387"/>
                  <a:pt x="9673" y="3388"/>
                  <a:pt x="9659" y="3388"/>
                </a:cubicBezTo>
                <a:lnTo>
                  <a:pt x="212" y="3388"/>
                </a:lnTo>
                <a:cubicBezTo>
                  <a:pt x="198" y="3388"/>
                  <a:pt x="184" y="3387"/>
                  <a:pt x="171" y="3384"/>
                </a:cubicBezTo>
                <a:cubicBezTo>
                  <a:pt x="157" y="3381"/>
                  <a:pt x="144" y="3377"/>
                  <a:pt x="131" y="3372"/>
                </a:cubicBezTo>
                <a:cubicBezTo>
                  <a:pt x="118" y="3367"/>
                  <a:pt x="106" y="3360"/>
                  <a:pt x="94" y="3352"/>
                </a:cubicBezTo>
                <a:cubicBezTo>
                  <a:pt x="83" y="3345"/>
                  <a:pt x="72" y="3336"/>
                  <a:pt x="62" y="3326"/>
                </a:cubicBezTo>
                <a:cubicBezTo>
                  <a:pt x="53" y="3316"/>
                  <a:pt x="44" y="3305"/>
                  <a:pt x="36" y="3294"/>
                </a:cubicBezTo>
                <a:cubicBezTo>
                  <a:pt x="28" y="3282"/>
                  <a:pt x="22" y="3270"/>
                  <a:pt x="17" y="3257"/>
                </a:cubicBezTo>
                <a:cubicBezTo>
                  <a:pt x="11" y="3244"/>
                  <a:pt x="7" y="3231"/>
                  <a:pt x="4" y="3218"/>
                </a:cubicBezTo>
                <a:cubicBezTo>
                  <a:pt x="2" y="3204"/>
                  <a:pt x="0" y="3190"/>
                  <a:pt x="0" y="3176"/>
                </a:cubicBezTo>
                <a:close/>
              </a:path>
            </a:pathLst>
          </a:custGeom>
          <a:solidFill>
            <a:srgbClr val="165DFF">
              <a:alpha val="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4" name="任意多边形 283"/>
          <p:cNvSpPr/>
          <p:nvPr/>
        </p:nvSpPr>
        <p:spPr>
          <a:xfrm>
            <a:off x="8172360" y="1800000"/>
            <a:ext cx="208800" cy="167400"/>
          </a:xfrm>
          <a:custGeom>
            <a:avLst/>
            <a:gdLst/>
            <a:ahLst/>
            <a:cxnLst/>
            <a:rect l="0" t="0" r="r" b="b"/>
            <a:pathLst>
              <a:path w="580" h="465">
                <a:moveTo>
                  <a:pt x="203" y="232"/>
                </a:moveTo>
                <a:cubicBezTo>
                  <a:pt x="219" y="232"/>
                  <a:pt x="233" y="229"/>
                  <a:pt x="248" y="223"/>
                </a:cubicBezTo>
                <a:cubicBezTo>
                  <a:pt x="262" y="217"/>
                  <a:pt x="274" y="209"/>
                  <a:pt x="285" y="198"/>
                </a:cubicBezTo>
                <a:cubicBezTo>
                  <a:pt x="296" y="187"/>
                  <a:pt x="304" y="174"/>
                  <a:pt x="310" y="160"/>
                </a:cubicBezTo>
                <a:cubicBezTo>
                  <a:pt x="316" y="146"/>
                  <a:pt x="319" y="131"/>
                  <a:pt x="319" y="116"/>
                </a:cubicBezTo>
                <a:cubicBezTo>
                  <a:pt x="319" y="101"/>
                  <a:pt x="316" y="86"/>
                  <a:pt x="310" y="72"/>
                </a:cubicBezTo>
                <a:cubicBezTo>
                  <a:pt x="304" y="57"/>
                  <a:pt x="296" y="45"/>
                  <a:pt x="285" y="34"/>
                </a:cubicBezTo>
                <a:cubicBezTo>
                  <a:pt x="274" y="23"/>
                  <a:pt x="262" y="15"/>
                  <a:pt x="248" y="9"/>
                </a:cubicBezTo>
                <a:cubicBezTo>
                  <a:pt x="233" y="3"/>
                  <a:pt x="219" y="0"/>
                  <a:pt x="203" y="0"/>
                </a:cubicBezTo>
                <a:cubicBezTo>
                  <a:pt x="188" y="0"/>
                  <a:pt x="173" y="3"/>
                  <a:pt x="159" y="9"/>
                </a:cubicBezTo>
                <a:cubicBezTo>
                  <a:pt x="145" y="15"/>
                  <a:pt x="132" y="23"/>
                  <a:pt x="120" y="34"/>
                </a:cubicBezTo>
                <a:cubicBezTo>
                  <a:pt x="110" y="45"/>
                  <a:pt x="101" y="57"/>
                  <a:pt x="95" y="72"/>
                </a:cubicBezTo>
                <a:cubicBezTo>
                  <a:pt x="90" y="86"/>
                  <a:pt x="87" y="101"/>
                  <a:pt x="87" y="116"/>
                </a:cubicBezTo>
                <a:cubicBezTo>
                  <a:pt x="87" y="131"/>
                  <a:pt x="90" y="146"/>
                  <a:pt x="95" y="160"/>
                </a:cubicBezTo>
                <a:cubicBezTo>
                  <a:pt x="101" y="174"/>
                  <a:pt x="110" y="187"/>
                  <a:pt x="120" y="198"/>
                </a:cubicBezTo>
                <a:cubicBezTo>
                  <a:pt x="132" y="209"/>
                  <a:pt x="145" y="217"/>
                  <a:pt x="159" y="223"/>
                </a:cubicBezTo>
                <a:cubicBezTo>
                  <a:pt x="173" y="229"/>
                  <a:pt x="188" y="232"/>
                  <a:pt x="203" y="232"/>
                </a:cubicBezTo>
                <a:moveTo>
                  <a:pt x="162" y="275"/>
                </a:moveTo>
                <a:cubicBezTo>
                  <a:pt x="72" y="275"/>
                  <a:pt x="0" y="348"/>
                  <a:pt x="0" y="437"/>
                </a:cubicBezTo>
                <a:cubicBezTo>
                  <a:pt x="0" y="452"/>
                  <a:pt x="12" y="464"/>
                  <a:pt x="27" y="464"/>
                </a:cubicBezTo>
                <a:lnTo>
                  <a:pt x="379" y="464"/>
                </a:lnTo>
                <a:cubicBezTo>
                  <a:pt x="381" y="464"/>
                  <a:pt x="382" y="464"/>
                  <a:pt x="384" y="464"/>
                </a:cubicBezTo>
                <a:cubicBezTo>
                  <a:pt x="315" y="414"/>
                  <a:pt x="294" y="336"/>
                  <a:pt x="291" y="282"/>
                </a:cubicBezTo>
                <a:cubicBezTo>
                  <a:pt x="276" y="277"/>
                  <a:pt x="261" y="275"/>
                  <a:pt x="245" y="275"/>
                </a:cubicBezTo>
                <a:lnTo>
                  <a:pt x="162" y="275"/>
                </a:lnTo>
                <a:moveTo>
                  <a:pt x="441" y="204"/>
                </a:moveTo>
                <a:lnTo>
                  <a:pt x="333" y="248"/>
                </a:lnTo>
                <a:cubicBezTo>
                  <a:pt x="325" y="251"/>
                  <a:pt x="319" y="259"/>
                  <a:pt x="319" y="268"/>
                </a:cubicBezTo>
                <a:cubicBezTo>
                  <a:pt x="319" y="326"/>
                  <a:pt x="342" y="421"/>
                  <a:pt x="441" y="463"/>
                </a:cubicBezTo>
                <a:cubicBezTo>
                  <a:pt x="446" y="465"/>
                  <a:pt x="452" y="465"/>
                  <a:pt x="458" y="463"/>
                </a:cubicBezTo>
                <a:cubicBezTo>
                  <a:pt x="556" y="421"/>
                  <a:pt x="580" y="326"/>
                  <a:pt x="580" y="268"/>
                </a:cubicBezTo>
                <a:cubicBezTo>
                  <a:pt x="580" y="259"/>
                  <a:pt x="574" y="251"/>
                  <a:pt x="566" y="248"/>
                </a:cubicBezTo>
                <a:lnTo>
                  <a:pt x="457" y="204"/>
                </a:lnTo>
                <a:cubicBezTo>
                  <a:pt x="452" y="202"/>
                  <a:pt x="446" y="202"/>
                  <a:pt x="441" y="204"/>
                </a:cubicBezTo>
                <a:moveTo>
                  <a:pt x="536" y="282"/>
                </a:moveTo>
                <a:cubicBezTo>
                  <a:pt x="532" y="329"/>
                  <a:pt x="511" y="389"/>
                  <a:pt x="449" y="419"/>
                </a:cubicBezTo>
                <a:lnTo>
                  <a:pt x="449" y="248"/>
                </a:lnTo>
                <a:lnTo>
                  <a:pt x="536" y="282"/>
                </a:ln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6" name="文本框 285"/>
          <p:cNvSpPr txBox="1"/>
          <p:nvPr/>
        </p:nvSpPr>
        <p:spPr>
          <a:xfrm>
            <a:off x="8460000" y="1795680"/>
            <a:ext cx="927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管理员 </a:t>
            </a:r>
            <a:r>
              <a:rPr lang="en-US" sz="105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(role=2)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7" name="文本框 286"/>
          <p:cNvSpPr txBox="1"/>
          <p:nvPr/>
        </p:nvSpPr>
        <p:spPr>
          <a:xfrm>
            <a:off x="8175600" y="2062440"/>
            <a:ext cx="2520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主要功能：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用户管理、商品管理、数据分析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8" name="文本框 287"/>
          <p:cNvSpPr txBox="1"/>
          <p:nvPr/>
        </p:nvSpPr>
        <p:spPr>
          <a:xfrm>
            <a:off x="8175600" y="2291040"/>
            <a:ext cx="19897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用户代表：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系统管理员、运营人员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9" name="任意多边形 288"/>
          <p:cNvSpPr/>
          <p:nvPr/>
        </p:nvSpPr>
        <p:spPr>
          <a:xfrm>
            <a:off x="385560" y="3328920"/>
            <a:ext cx="11421000" cy="2714760"/>
          </a:xfrm>
          <a:custGeom>
            <a:avLst/>
            <a:gdLst/>
            <a:ahLst/>
            <a:cxnLst/>
            <a:rect l="0" t="0" r="r" b="b"/>
            <a:pathLst>
              <a:path w="31725" h="7541">
                <a:moveTo>
                  <a:pt x="0" y="7237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8"/>
                </a:cubicBezTo>
                <a:cubicBezTo>
                  <a:pt x="31" y="169"/>
                  <a:pt x="40" y="152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69" y="30"/>
                  <a:pt x="188" y="23"/>
                </a:cubicBezTo>
                <a:cubicBezTo>
                  <a:pt x="206" y="15"/>
                  <a:pt x="225" y="9"/>
                  <a:pt x="245" y="6"/>
                </a:cubicBezTo>
                <a:cubicBezTo>
                  <a:pt x="265" y="2"/>
                  <a:pt x="284" y="0"/>
                  <a:pt x="304" y="0"/>
                </a:cubicBezTo>
                <a:lnTo>
                  <a:pt x="31420" y="0"/>
                </a:lnTo>
                <a:cubicBezTo>
                  <a:pt x="31440" y="0"/>
                  <a:pt x="31460" y="2"/>
                  <a:pt x="31480" y="6"/>
                </a:cubicBezTo>
                <a:cubicBezTo>
                  <a:pt x="31499" y="9"/>
                  <a:pt x="31518" y="15"/>
                  <a:pt x="31537" y="23"/>
                </a:cubicBezTo>
                <a:cubicBezTo>
                  <a:pt x="31555" y="30"/>
                  <a:pt x="31573" y="40"/>
                  <a:pt x="31589" y="51"/>
                </a:cubicBezTo>
                <a:cubicBezTo>
                  <a:pt x="31606" y="62"/>
                  <a:pt x="31621" y="75"/>
                  <a:pt x="31635" y="89"/>
                </a:cubicBezTo>
                <a:cubicBezTo>
                  <a:pt x="31650" y="103"/>
                  <a:pt x="31662" y="118"/>
                  <a:pt x="31673" y="135"/>
                </a:cubicBezTo>
                <a:cubicBezTo>
                  <a:pt x="31684" y="152"/>
                  <a:pt x="31694" y="169"/>
                  <a:pt x="31701" y="188"/>
                </a:cubicBezTo>
                <a:cubicBezTo>
                  <a:pt x="31709" y="206"/>
                  <a:pt x="31715" y="225"/>
                  <a:pt x="31719" y="245"/>
                </a:cubicBezTo>
                <a:cubicBezTo>
                  <a:pt x="31723" y="264"/>
                  <a:pt x="31725" y="284"/>
                  <a:pt x="31725" y="304"/>
                </a:cubicBezTo>
                <a:lnTo>
                  <a:pt x="31725" y="7237"/>
                </a:lnTo>
                <a:cubicBezTo>
                  <a:pt x="31725" y="7257"/>
                  <a:pt x="31723" y="7277"/>
                  <a:pt x="31719" y="7296"/>
                </a:cubicBezTo>
                <a:cubicBezTo>
                  <a:pt x="31715" y="7316"/>
                  <a:pt x="31709" y="7335"/>
                  <a:pt x="31701" y="7353"/>
                </a:cubicBezTo>
                <a:cubicBezTo>
                  <a:pt x="31694" y="7372"/>
                  <a:pt x="31684" y="7389"/>
                  <a:pt x="31673" y="7406"/>
                </a:cubicBezTo>
                <a:cubicBezTo>
                  <a:pt x="31662" y="7423"/>
                  <a:pt x="31650" y="7438"/>
                  <a:pt x="31635" y="7452"/>
                </a:cubicBezTo>
                <a:cubicBezTo>
                  <a:pt x="31621" y="7466"/>
                  <a:pt x="31606" y="7479"/>
                  <a:pt x="31589" y="7490"/>
                </a:cubicBezTo>
                <a:cubicBezTo>
                  <a:pt x="31573" y="7501"/>
                  <a:pt x="31555" y="7511"/>
                  <a:pt x="31537" y="7518"/>
                </a:cubicBezTo>
                <a:cubicBezTo>
                  <a:pt x="31518" y="7526"/>
                  <a:pt x="31499" y="7532"/>
                  <a:pt x="31480" y="7535"/>
                </a:cubicBezTo>
                <a:cubicBezTo>
                  <a:pt x="31460" y="7539"/>
                  <a:pt x="31440" y="7541"/>
                  <a:pt x="31420" y="7541"/>
                </a:cubicBezTo>
                <a:lnTo>
                  <a:pt x="304" y="7541"/>
                </a:lnTo>
                <a:cubicBezTo>
                  <a:pt x="284" y="7541"/>
                  <a:pt x="265" y="7539"/>
                  <a:pt x="245" y="7535"/>
                </a:cubicBezTo>
                <a:cubicBezTo>
                  <a:pt x="225" y="7532"/>
                  <a:pt x="206" y="7526"/>
                  <a:pt x="188" y="7518"/>
                </a:cubicBezTo>
                <a:cubicBezTo>
                  <a:pt x="169" y="7511"/>
                  <a:pt x="152" y="7501"/>
                  <a:pt x="135" y="7490"/>
                </a:cubicBezTo>
                <a:cubicBezTo>
                  <a:pt x="119" y="7479"/>
                  <a:pt x="103" y="7466"/>
                  <a:pt x="89" y="7452"/>
                </a:cubicBezTo>
                <a:cubicBezTo>
                  <a:pt x="75" y="7438"/>
                  <a:pt x="62" y="7423"/>
                  <a:pt x="51" y="7406"/>
                </a:cubicBezTo>
                <a:cubicBezTo>
                  <a:pt x="40" y="7389"/>
                  <a:pt x="31" y="7372"/>
                  <a:pt x="23" y="7353"/>
                </a:cubicBezTo>
                <a:cubicBezTo>
                  <a:pt x="16" y="7335"/>
                  <a:pt x="10" y="7316"/>
                  <a:pt x="6" y="7296"/>
                </a:cubicBezTo>
                <a:cubicBezTo>
                  <a:pt x="2" y="7277"/>
                  <a:pt x="0" y="7257"/>
                  <a:pt x="0" y="723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0" name="任意多边形 289"/>
          <p:cNvSpPr/>
          <p:nvPr/>
        </p:nvSpPr>
        <p:spPr>
          <a:xfrm>
            <a:off x="385560" y="3328920"/>
            <a:ext cx="11421000" cy="2714760"/>
          </a:xfrm>
          <a:custGeom>
            <a:avLst/>
            <a:gdLst/>
            <a:ahLst/>
            <a:cxnLst/>
            <a:rect l="0" t="0" r="r" b="b"/>
            <a:pathLst>
              <a:path w="31725" h="7541" fill="none">
                <a:moveTo>
                  <a:pt x="0" y="7237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8"/>
                </a:cubicBezTo>
                <a:cubicBezTo>
                  <a:pt x="31" y="169"/>
                  <a:pt x="40" y="152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69" y="30"/>
                  <a:pt x="188" y="23"/>
                </a:cubicBezTo>
                <a:cubicBezTo>
                  <a:pt x="206" y="15"/>
                  <a:pt x="225" y="9"/>
                  <a:pt x="245" y="6"/>
                </a:cubicBezTo>
                <a:cubicBezTo>
                  <a:pt x="265" y="2"/>
                  <a:pt x="284" y="0"/>
                  <a:pt x="304" y="0"/>
                </a:cubicBezTo>
                <a:lnTo>
                  <a:pt x="31420" y="0"/>
                </a:lnTo>
                <a:cubicBezTo>
                  <a:pt x="31440" y="0"/>
                  <a:pt x="31460" y="2"/>
                  <a:pt x="31480" y="6"/>
                </a:cubicBezTo>
                <a:cubicBezTo>
                  <a:pt x="31499" y="9"/>
                  <a:pt x="31518" y="15"/>
                  <a:pt x="31537" y="23"/>
                </a:cubicBezTo>
                <a:cubicBezTo>
                  <a:pt x="31555" y="30"/>
                  <a:pt x="31573" y="40"/>
                  <a:pt x="31589" y="51"/>
                </a:cubicBezTo>
                <a:cubicBezTo>
                  <a:pt x="31606" y="62"/>
                  <a:pt x="31621" y="75"/>
                  <a:pt x="31635" y="89"/>
                </a:cubicBezTo>
                <a:cubicBezTo>
                  <a:pt x="31650" y="103"/>
                  <a:pt x="31662" y="118"/>
                  <a:pt x="31673" y="135"/>
                </a:cubicBezTo>
                <a:cubicBezTo>
                  <a:pt x="31684" y="152"/>
                  <a:pt x="31694" y="169"/>
                  <a:pt x="31701" y="188"/>
                </a:cubicBezTo>
                <a:cubicBezTo>
                  <a:pt x="31709" y="206"/>
                  <a:pt x="31715" y="225"/>
                  <a:pt x="31719" y="245"/>
                </a:cubicBezTo>
                <a:cubicBezTo>
                  <a:pt x="31723" y="264"/>
                  <a:pt x="31725" y="284"/>
                  <a:pt x="31725" y="304"/>
                </a:cubicBezTo>
                <a:lnTo>
                  <a:pt x="31725" y="7237"/>
                </a:lnTo>
                <a:cubicBezTo>
                  <a:pt x="31725" y="7257"/>
                  <a:pt x="31723" y="7277"/>
                  <a:pt x="31719" y="7296"/>
                </a:cubicBezTo>
                <a:cubicBezTo>
                  <a:pt x="31715" y="7316"/>
                  <a:pt x="31709" y="7335"/>
                  <a:pt x="31701" y="7353"/>
                </a:cubicBezTo>
                <a:cubicBezTo>
                  <a:pt x="31694" y="7372"/>
                  <a:pt x="31684" y="7389"/>
                  <a:pt x="31673" y="7406"/>
                </a:cubicBezTo>
                <a:cubicBezTo>
                  <a:pt x="31662" y="7423"/>
                  <a:pt x="31650" y="7438"/>
                  <a:pt x="31635" y="7452"/>
                </a:cubicBezTo>
                <a:cubicBezTo>
                  <a:pt x="31621" y="7466"/>
                  <a:pt x="31606" y="7479"/>
                  <a:pt x="31589" y="7490"/>
                </a:cubicBezTo>
                <a:cubicBezTo>
                  <a:pt x="31573" y="7501"/>
                  <a:pt x="31555" y="7511"/>
                  <a:pt x="31537" y="7518"/>
                </a:cubicBezTo>
                <a:cubicBezTo>
                  <a:pt x="31518" y="7526"/>
                  <a:pt x="31499" y="7532"/>
                  <a:pt x="31480" y="7535"/>
                </a:cubicBezTo>
                <a:cubicBezTo>
                  <a:pt x="31460" y="7539"/>
                  <a:pt x="31440" y="7541"/>
                  <a:pt x="31420" y="7541"/>
                </a:cubicBezTo>
                <a:lnTo>
                  <a:pt x="304" y="7541"/>
                </a:lnTo>
                <a:cubicBezTo>
                  <a:pt x="284" y="7541"/>
                  <a:pt x="265" y="7539"/>
                  <a:pt x="245" y="7535"/>
                </a:cubicBezTo>
                <a:cubicBezTo>
                  <a:pt x="225" y="7532"/>
                  <a:pt x="206" y="7526"/>
                  <a:pt x="188" y="7518"/>
                </a:cubicBezTo>
                <a:cubicBezTo>
                  <a:pt x="169" y="7511"/>
                  <a:pt x="152" y="7501"/>
                  <a:pt x="135" y="7490"/>
                </a:cubicBezTo>
                <a:cubicBezTo>
                  <a:pt x="119" y="7479"/>
                  <a:pt x="103" y="7466"/>
                  <a:pt x="89" y="7452"/>
                </a:cubicBezTo>
                <a:cubicBezTo>
                  <a:pt x="75" y="7438"/>
                  <a:pt x="62" y="7423"/>
                  <a:pt x="51" y="7406"/>
                </a:cubicBezTo>
                <a:cubicBezTo>
                  <a:pt x="40" y="7389"/>
                  <a:pt x="31" y="7372"/>
                  <a:pt x="23" y="7353"/>
                </a:cubicBezTo>
                <a:cubicBezTo>
                  <a:pt x="16" y="7335"/>
                  <a:pt x="10" y="7316"/>
                  <a:pt x="6" y="7296"/>
                </a:cubicBezTo>
                <a:cubicBezTo>
                  <a:pt x="2" y="7277"/>
                  <a:pt x="0" y="7257"/>
                  <a:pt x="0" y="7237"/>
                </a:cubicBezTo>
              </a:path>
            </a:pathLst>
          </a:custGeom>
          <a:ln w="9360">
            <a:solidFill>
              <a:srgbClr val="F3F4F6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1" name="文本框 290"/>
          <p:cNvSpPr txBox="1"/>
          <p:nvPr/>
        </p:nvSpPr>
        <p:spPr>
          <a:xfrm>
            <a:off x="8175600" y="2519640"/>
            <a:ext cx="2520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核心需求：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管理便捷、数据可视、操作高效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3" name="文本框 292"/>
          <p:cNvSpPr txBox="1"/>
          <p:nvPr/>
        </p:nvSpPr>
        <p:spPr>
          <a:xfrm>
            <a:off x="619200" y="3569400"/>
            <a:ext cx="1925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评审项目</a:t>
            </a:r>
            <a:r>
              <a:rPr lang="en-US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7</a:t>
            </a:r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：界面原型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4" name="任意多边形 293"/>
          <p:cNvSpPr/>
          <p:nvPr/>
        </p:nvSpPr>
        <p:spPr>
          <a:xfrm>
            <a:off x="618840" y="4009680"/>
            <a:ext cx="150480" cy="133920"/>
          </a:xfrm>
          <a:custGeom>
            <a:avLst/>
            <a:gdLst/>
            <a:ahLst/>
            <a:cxnLst/>
            <a:rect l="0" t="0" r="r" b="b"/>
            <a:pathLst>
              <a:path w="418" h="372">
                <a:moveTo>
                  <a:pt x="47" y="0"/>
                </a:moveTo>
                <a:cubicBezTo>
                  <a:pt x="21" y="0"/>
                  <a:pt x="0" y="21"/>
                  <a:pt x="0" y="47"/>
                </a:cubicBezTo>
                <a:lnTo>
                  <a:pt x="0" y="256"/>
                </a:lnTo>
                <a:cubicBezTo>
                  <a:pt x="0" y="282"/>
                  <a:pt x="21" y="302"/>
                  <a:pt x="47" y="302"/>
                </a:cubicBezTo>
                <a:lnTo>
                  <a:pt x="175" y="302"/>
                </a:lnTo>
                <a:lnTo>
                  <a:pt x="167" y="326"/>
                </a:lnTo>
                <a:lnTo>
                  <a:pt x="116" y="326"/>
                </a:lnTo>
                <a:cubicBezTo>
                  <a:pt x="103" y="326"/>
                  <a:pt x="93" y="336"/>
                  <a:pt x="93" y="349"/>
                </a:cubicBezTo>
                <a:cubicBezTo>
                  <a:pt x="93" y="362"/>
                  <a:pt x="103" y="372"/>
                  <a:pt x="116" y="372"/>
                </a:cubicBezTo>
                <a:lnTo>
                  <a:pt x="302" y="372"/>
                </a:lnTo>
                <a:cubicBezTo>
                  <a:pt x="315" y="372"/>
                  <a:pt x="325" y="362"/>
                  <a:pt x="325" y="349"/>
                </a:cubicBezTo>
                <a:cubicBezTo>
                  <a:pt x="325" y="336"/>
                  <a:pt x="315" y="326"/>
                  <a:pt x="302" y="326"/>
                </a:cubicBezTo>
                <a:lnTo>
                  <a:pt x="252" y="326"/>
                </a:lnTo>
                <a:lnTo>
                  <a:pt x="244" y="302"/>
                </a:lnTo>
                <a:lnTo>
                  <a:pt x="372" y="302"/>
                </a:lnTo>
                <a:cubicBezTo>
                  <a:pt x="397" y="302"/>
                  <a:pt x="418" y="282"/>
                  <a:pt x="418" y="256"/>
                </a:cubicBezTo>
                <a:lnTo>
                  <a:pt x="418" y="47"/>
                </a:lnTo>
                <a:cubicBezTo>
                  <a:pt x="418" y="21"/>
                  <a:pt x="397" y="0"/>
                  <a:pt x="372" y="0"/>
                </a:cubicBezTo>
                <a:lnTo>
                  <a:pt x="47" y="0"/>
                </a:lnTo>
                <a:moveTo>
                  <a:pt x="372" y="47"/>
                </a:moveTo>
                <a:lnTo>
                  <a:pt x="372" y="210"/>
                </a:lnTo>
                <a:lnTo>
                  <a:pt x="47" y="210"/>
                </a:lnTo>
                <a:lnTo>
                  <a:pt x="47" y="47"/>
                </a:lnTo>
                <a:lnTo>
                  <a:pt x="372" y="47"/>
                </a:lnTo>
                <a:close/>
              </a:path>
            </a:pathLst>
          </a:custGeom>
          <a:solidFill>
            <a:srgbClr val="FF7D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6" name="任意多边形 295"/>
          <p:cNvSpPr/>
          <p:nvPr/>
        </p:nvSpPr>
        <p:spPr>
          <a:xfrm>
            <a:off x="618840" y="436212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4"/>
                </a:moveTo>
                <a:cubicBezTo>
                  <a:pt x="107" y="61"/>
                  <a:pt x="106" y="68"/>
                  <a:pt x="103" y="75"/>
                </a:cubicBezTo>
                <a:cubicBezTo>
                  <a:pt x="100" y="81"/>
                  <a:pt x="97" y="87"/>
                  <a:pt x="92" y="92"/>
                </a:cubicBezTo>
                <a:cubicBezTo>
                  <a:pt x="87" y="97"/>
                  <a:pt x="81" y="101"/>
                  <a:pt x="74" y="103"/>
                </a:cubicBezTo>
                <a:cubicBezTo>
                  <a:pt x="68" y="106"/>
                  <a:pt x="61" y="107"/>
                  <a:pt x="54" y="107"/>
                </a:cubicBezTo>
                <a:cubicBezTo>
                  <a:pt x="47" y="107"/>
                  <a:pt x="40" y="106"/>
                  <a:pt x="34" y="103"/>
                </a:cubicBezTo>
                <a:cubicBezTo>
                  <a:pt x="27" y="101"/>
                  <a:pt x="22" y="97"/>
                  <a:pt x="17" y="92"/>
                </a:cubicBezTo>
                <a:cubicBezTo>
                  <a:pt x="11" y="87"/>
                  <a:pt x="7" y="81"/>
                  <a:pt x="4" y="75"/>
                </a:cubicBezTo>
                <a:cubicBezTo>
                  <a:pt x="2" y="68"/>
                  <a:pt x="0" y="61"/>
                  <a:pt x="0" y="54"/>
                </a:cubicBezTo>
                <a:cubicBezTo>
                  <a:pt x="0" y="47"/>
                  <a:pt x="2" y="41"/>
                  <a:pt x="4" y="34"/>
                </a:cubicBezTo>
                <a:cubicBezTo>
                  <a:pt x="7" y="28"/>
                  <a:pt x="11" y="22"/>
                  <a:pt x="17" y="17"/>
                </a:cubicBezTo>
                <a:cubicBezTo>
                  <a:pt x="22" y="12"/>
                  <a:pt x="27" y="7"/>
                  <a:pt x="34" y="4"/>
                </a:cubicBezTo>
                <a:cubicBezTo>
                  <a:pt x="40" y="2"/>
                  <a:pt x="47" y="0"/>
                  <a:pt x="54" y="0"/>
                </a:cubicBezTo>
                <a:cubicBezTo>
                  <a:pt x="61" y="0"/>
                  <a:pt x="68" y="2"/>
                  <a:pt x="74" y="4"/>
                </a:cubicBezTo>
                <a:cubicBezTo>
                  <a:pt x="81" y="7"/>
                  <a:pt x="87" y="12"/>
                  <a:pt x="92" y="17"/>
                </a:cubicBezTo>
                <a:cubicBezTo>
                  <a:pt x="97" y="22"/>
                  <a:pt x="100" y="28"/>
                  <a:pt x="103" y="34"/>
                </a:cubicBezTo>
                <a:cubicBezTo>
                  <a:pt x="106" y="41"/>
                  <a:pt x="107" y="47"/>
                  <a:pt x="107" y="54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845280" y="3986280"/>
            <a:ext cx="663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用户端页面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8" name="任意多边形 297"/>
          <p:cNvSpPr/>
          <p:nvPr/>
        </p:nvSpPr>
        <p:spPr>
          <a:xfrm>
            <a:off x="618840" y="462888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4"/>
                </a:moveTo>
                <a:cubicBezTo>
                  <a:pt x="107" y="61"/>
                  <a:pt x="106" y="68"/>
                  <a:pt x="103" y="74"/>
                </a:cubicBezTo>
                <a:cubicBezTo>
                  <a:pt x="100" y="81"/>
                  <a:pt x="97" y="87"/>
                  <a:pt x="92" y="92"/>
                </a:cubicBezTo>
                <a:cubicBezTo>
                  <a:pt x="87" y="97"/>
                  <a:pt x="81" y="100"/>
                  <a:pt x="74" y="103"/>
                </a:cubicBezTo>
                <a:cubicBezTo>
                  <a:pt x="68" y="106"/>
                  <a:pt x="61" y="107"/>
                  <a:pt x="54" y="107"/>
                </a:cubicBezTo>
                <a:cubicBezTo>
                  <a:pt x="47" y="107"/>
                  <a:pt x="40" y="106"/>
                  <a:pt x="34" y="103"/>
                </a:cubicBezTo>
                <a:cubicBezTo>
                  <a:pt x="27" y="100"/>
                  <a:pt x="22" y="97"/>
                  <a:pt x="17" y="92"/>
                </a:cubicBezTo>
                <a:cubicBezTo>
                  <a:pt x="11" y="87"/>
                  <a:pt x="7" y="81"/>
                  <a:pt x="4" y="74"/>
                </a:cubicBezTo>
                <a:cubicBezTo>
                  <a:pt x="2" y="68"/>
                  <a:pt x="0" y="61"/>
                  <a:pt x="0" y="54"/>
                </a:cubicBezTo>
                <a:cubicBezTo>
                  <a:pt x="0" y="47"/>
                  <a:pt x="2" y="40"/>
                  <a:pt x="4" y="34"/>
                </a:cubicBezTo>
                <a:cubicBezTo>
                  <a:pt x="7" y="27"/>
                  <a:pt x="11" y="22"/>
                  <a:pt x="17" y="17"/>
                </a:cubicBezTo>
                <a:cubicBezTo>
                  <a:pt x="22" y="12"/>
                  <a:pt x="27" y="8"/>
                  <a:pt x="34" y="4"/>
                </a:cubicBezTo>
                <a:cubicBezTo>
                  <a:pt x="40" y="2"/>
                  <a:pt x="47" y="0"/>
                  <a:pt x="54" y="0"/>
                </a:cubicBezTo>
                <a:cubicBezTo>
                  <a:pt x="61" y="0"/>
                  <a:pt x="68" y="2"/>
                  <a:pt x="74" y="4"/>
                </a:cubicBezTo>
                <a:cubicBezTo>
                  <a:pt x="81" y="8"/>
                  <a:pt x="87" y="12"/>
                  <a:pt x="92" y="17"/>
                </a:cubicBezTo>
                <a:cubicBezTo>
                  <a:pt x="97" y="22"/>
                  <a:pt x="100" y="27"/>
                  <a:pt x="103" y="34"/>
                </a:cubicBezTo>
                <a:cubicBezTo>
                  <a:pt x="106" y="40"/>
                  <a:pt x="107" y="47"/>
                  <a:pt x="107" y="54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9" name="文本框 298"/>
          <p:cNvSpPr txBox="1"/>
          <p:nvPr/>
        </p:nvSpPr>
        <p:spPr>
          <a:xfrm>
            <a:off x="799920" y="4291200"/>
            <a:ext cx="2254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首页：商品分类、热门推荐、搜索功能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0" name="任意多边形 299"/>
          <p:cNvSpPr/>
          <p:nvPr/>
        </p:nvSpPr>
        <p:spPr>
          <a:xfrm>
            <a:off x="618840" y="489564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3"/>
                </a:moveTo>
                <a:cubicBezTo>
                  <a:pt x="107" y="60"/>
                  <a:pt x="106" y="67"/>
                  <a:pt x="103" y="73"/>
                </a:cubicBezTo>
                <a:cubicBezTo>
                  <a:pt x="100" y="80"/>
                  <a:pt x="97" y="85"/>
                  <a:pt x="92" y="90"/>
                </a:cubicBezTo>
                <a:cubicBezTo>
                  <a:pt x="87" y="95"/>
                  <a:pt x="81" y="99"/>
                  <a:pt x="74" y="102"/>
                </a:cubicBezTo>
                <a:cubicBezTo>
                  <a:pt x="68" y="106"/>
                  <a:pt x="61" y="107"/>
                  <a:pt x="54" y="107"/>
                </a:cubicBezTo>
                <a:cubicBezTo>
                  <a:pt x="47" y="107"/>
                  <a:pt x="40" y="106"/>
                  <a:pt x="34" y="102"/>
                </a:cubicBezTo>
                <a:cubicBezTo>
                  <a:pt x="27" y="99"/>
                  <a:pt x="22" y="95"/>
                  <a:pt x="17" y="90"/>
                </a:cubicBezTo>
                <a:cubicBezTo>
                  <a:pt x="11" y="85"/>
                  <a:pt x="7" y="80"/>
                  <a:pt x="4" y="73"/>
                </a:cubicBezTo>
                <a:cubicBezTo>
                  <a:pt x="2" y="67"/>
                  <a:pt x="0" y="60"/>
                  <a:pt x="0" y="53"/>
                </a:cubicBezTo>
                <a:cubicBezTo>
                  <a:pt x="0" y="46"/>
                  <a:pt x="2" y="39"/>
                  <a:pt x="4" y="33"/>
                </a:cubicBezTo>
                <a:cubicBezTo>
                  <a:pt x="7" y="26"/>
                  <a:pt x="11" y="21"/>
                  <a:pt x="17" y="16"/>
                </a:cubicBezTo>
                <a:cubicBezTo>
                  <a:pt x="22" y="11"/>
                  <a:pt x="27" y="7"/>
                  <a:pt x="34" y="4"/>
                </a:cubicBezTo>
                <a:cubicBezTo>
                  <a:pt x="40" y="1"/>
                  <a:pt x="47" y="0"/>
                  <a:pt x="54" y="0"/>
                </a:cubicBezTo>
                <a:cubicBezTo>
                  <a:pt x="61" y="0"/>
                  <a:pt x="68" y="1"/>
                  <a:pt x="74" y="4"/>
                </a:cubicBezTo>
                <a:cubicBezTo>
                  <a:pt x="81" y="7"/>
                  <a:pt x="87" y="11"/>
                  <a:pt x="92" y="16"/>
                </a:cubicBezTo>
                <a:cubicBezTo>
                  <a:pt x="97" y="21"/>
                  <a:pt x="100" y="26"/>
                  <a:pt x="103" y="33"/>
                </a:cubicBezTo>
                <a:cubicBezTo>
                  <a:pt x="106" y="39"/>
                  <a:pt x="107" y="46"/>
                  <a:pt x="107" y="53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1" name="文本框 300"/>
          <p:cNvSpPr txBox="1"/>
          <p:nvPr/>
        </p:nvSpPr>
        <p:spPr>
          <a:xfrm>
            <a:off x="799920" y="4557960"/>
            <a:ext cx="2520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商品列表：分类筛选、价格排序、商品展示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2" name="任意多边形 301"/>
          <p:cNvSpPr/>
          <p:nvPr/>
        </p:nvSpPr>
        <p:spPr>
          <a:xfrm>
            <a:off x="618840" y="516240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3"/>
                </a:moveTo>
                <a:cubicBezTo>
                  <a:pt x="107" y="60"/>
                  <a:pt x="106" y="67"/>
                  <a:pt x="103" y="73"/>
                </a:cubicBezTo>
                <a:cubicBezTo>
                  <a:pt x="100" y="80"/>
                  <a:pt x="97" y="85"/>
                  <a:pt x="92" y="90"/>
                </a:cubicBezTo>
                <a:cubicBezTo>
                  <a:pt x="87" y="95"/>
                  <a:pt x="81" y="100"/>
                  <a:pt x="74" y="103"/>
                </a:cubicBezTo>
                <a:cubicBezTo>
                  <a:pt x="68" y="105"/>
                  <a:pt x="61" y="107"/>
                  <a:pt x="54" y="107"/>
                </a:cubicBezTo>
                <a:cubicBezTo>
                  <a:pt x="47" y="107"/>
                  <a:pt x="40" y="105"/>
                  <a:pt x="34" y="103"/>
                </a:cubicBezTo>
                <a:cubicBezTo>
                  <a:pt x="27" y="100"/>
                  <a:pt x="22" y="95"/>
                  <a:pt x="17" y="90"/>
                </a:cubicBezTo>
                <a:cubicBezTo>
                  <a:pt x="11" y="85"/>
                  <a:pt x="7" y="80"/>
                  <a:pt x="4" y="73"/>
                </a:cubicBezTo>
                <a:cubicBezTo>
                  <a:pt x="2" y="67"/>
                  <a:pt x="0" y="60"/>
                  <a:pt x="0" y="53"/>
                </a:cubicBezTo>
                <a:cubicBezTo>
                  <a:pt x="0" y="46"/>
                  <a:pt x="2" y="39"/>
                  <a:pt x="4" y="33"/>
                </a:cubicBezTo>
                <a:cubicBezTo>
                  <a:pt x="7" y="26"/>
                  <a:pt x="11" y="20"/>
                  <a:pt x="17" y="15"/>
                </a:cubicBezTo>
                <a:cubicBezTo>
                  <a:pt x="22" y="10"/>
                  <a:pt x="27" y="7"/>
                  <a:pt x="34" y="4"/>
                </a:cubicBezTo>
                <a:cubicBezTo>
                  <a:pt x="40" y="1"/>
                  <a:pt x="47" y="0"/>
                  <a:pt x="54" y="0"/>
                </a:cubicBezTo>
                <a:cubicBezTo>
                  <a:pt x="61" y="0"/>
                  <a:pt x="68" y="1"/>
                  <a:pt x="74" y="4"/>
                </a:cubicBezTo>
                <a:cubicBezTo>
                  <a:pt x="81" y="7"/>
                  <a:pt x="87" y="10"/>
                  <a:pt x="92" y="15"/>
                </a:cubicBezTo>
                <a:cubicBezTo>
                  <a:pt x="97" y="20"/>
                  <a:pt x="100" y="26"/>
                  <a:pt x="103" y="33"/>
                </a:cubicBezTo>
                <a:cubicBezTo>
                  <a:pt x="106" y="39"/>
                  <a:pt x="107" y="46"/>
                  <a:pt x="107" y="53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3" name="文本框 302"/>
          <p:cNvSpPr txBox="1"/>
          <p:nvPr/>
        </p:nvSpPr>
        <p:spPr>
          <a:xfrm>
            <a:off x="799920" y="4824720"/>
            <a:ext cx="26524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商品详情：商品信息、规格选择、加入购物车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4" name="任意多边形 303"/>
          <p:cNvSpPr/>
          <p:nvPr/>
        </p:nvSpPr>
        <p:spPr>
          <a:xfrm>
            <a:off x="618840" y="542916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3"/>
                </a:moveTo>
                <a:cubicBezTo>
                  <a:pt x="107" y="60"/>
                  <a:pt x="106" y="66"/>
                  <a:pt x="103" y="73"/>
                </a:cubicBezTo>
                <a:cubicBezTo>
                  <a:pt x="100" y="79"/>
                  <a:pt x="97" y="85"/>
                  <a:pt x="92" y="90"/>
                </a:cubicBezTo>
                <a:cubicBezTo>
                  <a:pt x="87" y="96"/>
                  <a:pt x="81" y="100"/>
                  <a:pt x="74" y="103"/>
                </a:cubicBezTo>
                <a:cubicBezTo>
                  <a:pt x="68" y="105"/>
                  <a:pt x="61" y="107"/>
                  <a:pt x="54" y="107"/>
                </a:cubicBezTo>
                <a:cubicBezTo>
                  <a:pt x="47" y="107"/>
                  <a:pt x="40" y="105"/>
                  <a:pt x="34" y="103"/>
                </a:cubicBezTo>
                <a:cubicBezTo>
                  <a:pt x="27" y="100"/>
                  <a:pt x="22" y="96"/>
                  <a:pt x="17" y="90"/>
                </a:cubicBezTo>
                <a:cubicBezTo>
                  <a:pt x="11" y="85"/>
                  <a:pt x="7" y="79"/>
                  <a:pt x="4" y="73"/>
                </a:cubicBezTo>
                <a:cubicBezTo>
                  <a:pt x="2" y="66"/>
                  <a:pt x="0" y="60"/>
                  <a:pt x="0" y="53"/>
                </a:cubicBezTo>
                <a:cubicBezTo>
                  <a:pt x="0" y="46"/>
                  <a:pt x="2" y="39"/>
                  <a:pt x="4" y="32"/>
                </a:cubicBezTo>
                <a:cubicBezTo>
                  <a:pt x="7" y="26"/>
                  <a:pt x="11" y="20"/>
                  <a:pt x="17" y="15"/>
                </a:cubicBezTo>
                <a:cubicBezTo>
                  <a:pt x="22" y="10"/>
                  <a:pt x="27" y="6"/>
                  <a:pt x="34" y="4"/>
                </a:cubicBezTo>
                <a:cubicBezTo>
                  <a:pt x="40" y="1"/>
                  <a:pt x="47" y="0"/>
                  <a:pt x="54" y="0"/>
                </a:cubicBezTo>
                <a:cubicBezTo>
                  <a:pt x="61" y="0"/>
                  <a:pt x="68" y="1"/>
                  <a:pt x="74" y="4"/>
                </a:cubicBezTo>
                <a:cubicBezTo>
                  <a:pt x="81" y="6"/>
                  <a:pt x="87" y="10"/>
                  <a:pt x="92" y="15"/>
                </a:cubicBezTo>
                <a:cubicBezTo>
                  <a:pt x="97" y="20"/>
                  <a:pt x="100" y="26"/>
                  <a:pt x="103" y="32"/>
                </a:cubicBezTo>
                <a:cubicBezTo>
                  <a:pt x="106" y="39"/>
                  <a:pt x="107" y="46"/>
                  <a:pt x="107" y="53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5" name="文本框 304"/>
          <p:cNvSpPr txBox="1"/>
          <p:nvPr/>
        </p:nvSpPr>
        <p:spPr>
          <a:xfrm>
            <a:off x="799920" y="5091120"/>
            <a:ext cx="23871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购物车：商品管理、数量调整、结算功能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6" name="任意多边形 305"/>
          <p:cNvSpPr/>
          <p:nvPr/>
        </p:nvSpPr>
        <p:spPr>
          <a:xfrm>
            <a:off x="618840" y="5695920"/>
            <a:ext cx="38520" cy="38160"/>
          </a:xfrm>
          <a:custGeom>
            <a:avLst/>
            <a:gdLst/>
            <a:ahLst/>
            <a:cxnLst/>
            <a:rect l="0" t="0" r="r" b="b"/>
            <a:pathLst>
              <a:path w="107" h="106">
                <a:moveTo>
                  <a:pt x="107" y="52"/>
                </a:moveTo>
                <a:cubicBezTo>
                  <a:pt x="107" y="60"/>
                  <a:pt x="106" y="66"/>
                  <a:pt x="103" y="73"/>
                </a:cubicBezTo>
                <a:cubicBezTo>
                  <a:pt x="100" y="79"/>
                  <a:pt x="97" y="85"/>
                  <a:pt x="92" y="91"/>
                </a:cubicBezTo>
                <a:cubicBezTo>
                  <a:pt x="87" y="96"/>
                  <a:pt x="81" y="100"/>
                  <a:pt x="74" y="102"/>
                </a:cubicBezTo>
                <a:cubicBezTo>
                  <a:pt x="68" y="105"/>
                  <a:pt x="61" y="106"/>
                  <a:pt x="54" y="106"/>
                </a:cubicBezTo>
                <a:cubicBezTo>
                  <a:pt x="47" y="106"/>
                  <a:pt x="40" y="105"/>
                  <a:pt x="34" y="102"/>
                </a:cubicBezTo>
                <a:cubicBezTo>
                  <a:pt x="27" y="100"/>
                  <a:pt x="22" y="96"/>
                  <a:pt x="17" y="91"/>
                </a:cubicBezTo>
                <a:cubicBezTo>
                  <a:pt x="11" y="85"/>
                  <a:pt x="7" y="79"/>
                  <a:pt x="4" y="73"/>
                </a:cubicBezTo>
                <a:cubicBezTo>
                  <a:pt x="2" y="66"/>
                  <a:pt x="0" y="60"/>
                  <a:pt x="0" y="52"/>
                </a:cubicBez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7" y="15"/>
                </a:cubicBezTo>
                <a:cubicBezTo>
                  <a:pt x="22" y="10"/>
                  <a:pt x="27" y="6"/>
                  <a:pt x="34" y="4"/>
                </a:cubicBezTo>
                <a:cubicBezTo>
                  <a:pt x="40" y="1"/>
                  <a:pt x="47" y="0"/>
                  <a:pt x="54" y="0"/>
                </a:cubicBezTo>
                <a:cubicBezTo>
                  <a:pt x="61" y="0"/>
                  <a:pt x="68" y="1"/>
                  <a:pt x="74" y="4"/>
                </a:cubicBezTo>
                <a:cubicBezTo>
                  <a:pt x="81" y="6"/>
                  <a:pt x="87" y="10"/>
                  <a:pt x="92" y="15"/>
                </a:cubicBezTo>
                <a:cubicBezTo>
                  <a:pt x="97" y="20"/>
                  <a:pt x="100" y="26"/>
                  <a:pt x="103" y="32"/>
                </a:cubicBezTo>
                <a:cubicBezTo>
                  <a:pt x="106" y="39"/>
                  <a:pt x="107" y="45"/>
                  <a:pt x="107" y="52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7" name="文本框 306"/>
          <p:cNvSpPr txBox="1"/>
          <p:nvPr/>
        </p:nvSpPr>
        <p:spPr>
          <a:xfrm>
            <a:off x="799920" y="5357880"/>
            <a:ext cx="2254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订单管理：订单列表、详情、取消订单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8" name="任意多边形 307"/>
          <p:cNvSpPr/>
          <p:nvPr/>
        </p:nvSpPr>
        <p:spPr>
          <a:xfrm>
            <a:off x="6211080" y="4011840"/>
            <a:ext cx="164160" cy="130680"/>
          </a:xfrm>
          <a:custGeom>
            <a:avLst/>
            <a:gdLst/>
            <a:ahLst/>
            <a:cxnLst/>
            <a:rect l="0" t="0" r="r" b="b"/>
            <a:pathLst>
              <a:path w="456" h="363">
                <a:moveTo>
                  <a:pt x="221" y="92"/>
                </a:moveTo>
                <a:cubicBezTo>
                  <a:pt x="226" y="88"/>
                  <a:pt x="229" y="81"/>
                  <a:pt x="225" y="74"/>
                </a:cubicBezTo>
                <a:cubicBezTo>
                  <a:pt x="223" y="70"/>
                  <a:pt x="222" y="67"/>
                  <a:pt x="220" y="63"/>
                </a:cubicBezTo>
                <a:lnTo>
                  <a:pt x="217" y="59"/>
                </a:lnTo>
                <a:cubicBezTo>
                  <a:pt x="215" y="56"/>
                  <a:pt x="213" y="52"/>
                  <a:pt x="210" y="49"/>
                </a:cubicBezTo>
                <a:cubicBezTo>
                  <a:pt x="206" y="43"/>
                  <a:pt x="199" y="41"/>
                  <a:pt x="192" y="43"/>
                </a:cubicBezTo>
                <a:lnTo>
                  <a:pt x="172" y="50"/>
                </a:lnTo>
                <a:cubicBezTo>
                  <a:pt x="164" y="44"/>
                  <a:pt x="155" y="39"/>
                  <a:pt x="146" y="35"/>
                </a:cubicBezTo>
                <a:lnTo>
                  <a:pt x="141" y="14"/>
                </a:lnTo>
                <a:cubicBezTo>
                  <a:pt x="140" y="7"/>
                  <a:pt x="135" y="2"/>
                  <a:pt x="128" y="1"/>
                </a:cubicBezTo>
                <a:cubicBezTo>
                  <a:pt x="123" y="1"/>
                  <a:pt x="118" y="0"/>
                  <a:pt x="113" y="0"/>
                </a:cubicBezTo>
                <a:cubicBezTo>
                  <a:pt x="108" y="0"/>
                  <a:pt x="103" y="1"/>
                  <a:pt x="98" y="1"/>
                </a:cubicBezTo>
                <a:cubicBezTo>
                  <a:pt x="92" y="2"/>
                  <a:pt x="86" y="7"/>
                  <a:pt x="85" y="14"/>
                </a:cubicBezTo>
                <a:lnTo>
                  <a:pt x="81" y="35"/>
                </a:lnTo>
                <a:cubicBezTo>
                  <a:pt x="71" y="39"/>
                  <a:pt x="62" y="44"/>
                  <a:pt x="54" y="50"/>
                </a:cubicBezTo>
                <a:lnTo>
                  <a:pt x="34" y="44"/>
                </a:lnTo>
                <a:cubicBezTo>
                  <a:pt x="27" y="41"/>
                  <a:pt x="20" y="43"/>
                  <a:pt x="16" y="49"/>
                </a:cubicBezTo>
                <a:cubicBezTo>
                  <a:pt x="13" y="52"/>
                  <a:pt x="11" y="56"/>
                  <a:pt x="9" y="59"/>
                </a:cubicBezTo>
                <a:lnTo>
                  <a:pt x="7" y="63"/>
                </a:lnTo>
                <a:cubicBezTo>
                  <a:pt x="5" y="67"/>
                  <a:pt x="3" y="70"/>
                  <a:pt x="1" y="74"/>
                </a:cubicBezTo>
                <a:cubicBezTo>
                  <a:pt x="-2" y="81"/>
                  <a:pt x="1" y="88"/>
                  <a:pt x="6" y="92"/>
                </a:cubicBezTo>
                <a:lnTo>
                  <a:pt x="22" y="107"/>
                </a:lnTo>
                <a:cubicBezTo>
                  <a:pt x="21" y="112"/>
                  <a:pt x="20" y="117"/>
                  <a:pt x="20" y="122"/>
                </a:cubicBezTo>
                <a:cubicBezTo>
                  <a:pt x="20" y="127"/>
                  <a:pt x="21" y="132"/>
                  <a:pt x="22" y="137"/>
                </a:cubicBezTo>
                <a:lnTo>
                  <a:pt x="6" y="151"/>
                </a:lnTo>
                <a:cubicBezTo>
                  <a:pt x="1" y="156"/>
                  <a:pt x="-2" y="163"/>
                  <a:pt x="1" y="169"/>
                </a:cubicBezTo>
                <a:cubicBezTo>
                  <a:pt x="3" y="173"/>
                  <a:pt x="5" y="177"/>
                  <a:pt x="7" y="181"/>
                </a:cubicBezTo>
                <a:lnTo>
                  <a:pt x="9" y="184"/>
                </a:lnTo>
                <a:cubicBezTo>
                  <a:pt x="11" y="188"/>
                  <a:pt x="13" y="192"/>
                  <a:pt x="16" y="195"/>
                </a:cubicBezTo>
                <a:cubicBezTo>
                  <a:pt x="20" y="200"/>
                  <a:pt x="27" y="202"/>
                  <a:pt x="34" y="200"/>
                </a:cubicBezTo>
                <a:lnTo>
                  <a:pt x="54" y="193"/>
                </a:lnTo>
                <a:cubicBezTo>
                  <a:pt x="62" y="200"/>
                  <a:pt x="71" y="205"/>
                  <a:pt x="80" y="208"/>
                </a:cubicBezTo>
                <a:lnTo>
                  <a:pt x="85" y="231"/>
                </a:lnTo>
                <a:cubicBezTo>
                  <a:pt x="86" y="237"/>
                  <a:pt x="91" y="243"/>
                  <a:pt x="98" y="243"/>
                </a:cubicBezTo>
                <a:cubicBezTo>
                  <a:pt x="103" y="244"/>
                  <a:pt x="108" y="244"/>
                  <a:pt x="113" y="244"/>
                </a:cubicBezTo>
                <a:cubicBezTo>
                  <a:pt x="118" y="244"/>
                  <a:pt x="123" y="244"/>
                  <a:pt x="128" y="243"/>
                </a:cubicBezTo>
                <a:cubicBezTo>
                  <a:pt x="135" y="243"/>
                  <a:pt x="140" y="237"/>
                  <a:pt x="141" y="231"/>
                </a:cubicBezTo>
                <a:lnTo>
                  <a:pt x="146" y="208"/>
                </a:lnTo>
                <a:cubicBezTo>
                  <a:pt x="155" y="205"/>
                  <a:pt x="164" y="200"/>
                  <a:pt x="172" y="193"/>
                </a:cubicBezTo>
                <a:lnTo>
                  <a:pt x="192" y="200"/>
                </a:lnTo>
                <a:cubicBezTo>
                  <a:pt x="199" y="202"/>
                  <a:pt x="206" y="200"/>
                  <a:pt x="210" y="195"/>
                </a:cubicBezTo>
                <a:cubicBezTo>
                  <a:pt x="213" y="192"/>
                  <a:pt x="215" y="188"/>
                  <a:pt x="217" y="184"/>
                </a:cubicBezTo>
                <a:lnTo>
                  <a:pt x="219" y="180"/>
                </a:lnTo>
                <a:cubicBezTo>
                  <a:pt x="221" y="177"/>
                  <a:pt x="223" y="173"/>
                  <a:pt x="225" y="169"/>
                </a:cubicBezTo>
                <a:cubicBezTo>
                  <a:pt x="229" y="163"/>
                  <a:pt x="227" y="156"/>
                  <a:pt x="220" y="151"/>
                </a:cubicBezTo>
                <a:lnTo>
                  <a:pt x="204" y="137"/>
                </a:lnTo>
                <a:cubicBezTo>
                  <a:pt x="205" y="132"/>
                  <a:pt x="206" y="127"/>
                  <a:pt x="206" y="122"/>
                </a:cubicBezTo>
                <a:cubicBezTo>
                  <a:pt x="206" y="117"/>
                  <a:pt x="205" y="112"/>
                  <a:pt x="204" y="107"/>
                </a:cubicBezTo>
                <a:lnTo>
                  <a:pt x="220" y="92"/>
                </a:lnTo>
                <a:lnTo>
                  <a:pt x="221" y="92"/>
                </a:lnTo>
                <a:moveTo>
                  <a:pt x="78" y="122"/>
                </a:moveTo>
                <a:cubicBezTo>
                  <a:pt x="78" y="112"/>
                  <a:pt x="82" y="104"/>
                  <a:pt x="89" y="97"/>
                </a:cubicBezTo>
                <a:cubicBezTo>
                  <a:pt x="95" y="90"/>
                  <a:pt x="103" y="87"/>
                  <a:pt x="113" y="87"/>
                </a:cubicBezTo>
                <a:cubicBezTo>
                  <a:pt x="123" y="87"/>
                  <a:pt x="131" y="90"/>
                  <a:pt x="138" y="97"/>
                </a:cubicBezTo>
                <a:cubicBezTo>
                  <a:pt x="144" y="104"/>
                  <a:pt x="148" y="112"/>
                  <a:pt x="148" y="122"/>
                </a:cubicBezTo>
                <a:cubicBezTo>
                  <a:pt x="148" y="131"/>
                  <a:pt x="144" y="140"/>
                  <a:pt x="138" y="146"/>
                </a:cubicBezTo>
                <a:cubicBezTo>
                  <a:pt x="131" y="153"/>
                  <a:pt x="123" y="157"/>
                  <a:pt x="113" y="157"/>
                </a:cubicBezTo>
                <a:cubicBezTo>
                  <a:pt x="103" y="157"/>
                  <a:pt x="95" y="153"/>
                  <a:pt x="89" y="146"/>
                </a:cubicBezTo>
                <a:cubicBezTo>
                  <a:pt x="82" y="140"/>
                  <a:pt x="78" y="131"/>
                  <a:pt x="78" y="122"/>
                </a:cubicBezTo>
                <a:moveTo>
                  <a:pt x="363" y="358"/>
                </a:moveTo>
                <a:cubicBezTo>
                  <a:pt x="368" y="363"/>
                  <a:pt x="375" y="365"/>
                  <a:pt x="382" y="362"/>
                </a:cubicBezTo>
                <a:cubicBezTo>
                  <a:pt x="385" y="360"/>
                  <a:pt x="389" y="359"/>
                  <a:pt x="393" y="357"/>
                </a:cubicBezTo>
                <a:lnTo>
                  <a:pt x="397" y="354"/>
                </a:lnTo>
                <a:cubicBezTo>
                  <a:pt x="400" y="352"/>
                  <a:pt x="404" y="350"/>
                  <a:pt x="407" y="347"/>
                </a:cubicBezTo>
                <a:cubicBezTo>
                  <a:pt x="413" y="343"/>
                  <a:pt x="415" y="336"/>
                  <a:pt x="412" y="329"/>
                </a:cubicBezTo>
                <a:lnTo>
                  <a:pt x="406" y="309"/>
                </a:lnTo>
                <a:cubicBezTo>
                  <a:pt x="412" y="301"/>
                  <a:pt x="417" y="292"/>
                  <a:pt x="421" y="283"/>
                </a:cubicBezTo>
                <a:lnTo>
                  <a:pt x="442" y="278"/>
                </a:lnTo>
                <a:cubicBezTo>
                  <a:pt x="449" y="277"/>
                  <a:pt x="454" y="272"/>
                  <a:pt x="455" y="265"/>
                </a:cubicBezTo>
                <a:cubicBezTo>
                  <a:pt x="455" y="260"/>
                  <a:pt x="456" y="255"/>
                  <a:pt x="456" y="250"/>
                </a:cubicBezTo>
                <a:cubicBezTo>
                  <a:pt x="456" y="245"/>
                  <a:pt x="455" y="240"/>
                  <a:pt x="455" y="235"/>
                </a:cubicBezTo>
                <a:cubicBezTo>
                  <a:pt x="454" y="229"/>
                  <a:pt x="448" y="222"/>
                  <a:pt x="442" y="221"/>
                </a:cubicBezTo>
                <a:lnTo>
                  <a:pt x="421" y="217"/>
                </a:lnTo>
                <a:cubicBezTo>
                  <a:pt x="417" y="207"/>
                  <a:pt x="412" y="198"/>
                  <a:pt x="406" y="190"/>
                </a:cubicBezTo>
                <a:lnTo>
                  <a:pt x="412" y="170"/>
                </a:lnTo>
                <a:cubicBezTo>
                  <a:pt x="415" y="163"/>
                  <a:pt x="413" y="156"/>
                  <a:pt x="407" y="152"/>
                </a:cubicBezTo>
                <a:cubicBezTo>
                  <a:pt x="404" y="150"/>
                  <a:pt x="400" y="147"/>
                  <a:pt x="397" y="145"/>
                </a:cubicBezTo>
                <a:lnTo>
                  <a:pt x="393" y="143"/>
                </a:lnTo>
                <a:cubicBezTo>
                  <a:pt x="389" y="141"/>
                  <a:pt x="385" y="139"/>
                  <a:pt x="382" y="137"/>
                </a:cubicBezTo>
                <a:cubicBezTo>
                  <a:pt x="375" y="135"/>
                  <a:pt x="368" y="137"/>
                  <a:pt x="363" y="142"/>
                </a:cubicBezTo>
                <a:lnTo>
                  <a:pt x="349" y="158"/>
                </a:lnTo>
                <a:cubicBezTo>
                  <a:pt x="344" y="157"/>
                  <a:pt x="339" y="157"/>
                  <a:pt x="334" y="157"/>
                </a:cubicBezTo>
                <a:cubicBezTo>
                  <a:pt x="329" y="157"/>
                  <a:pt x="324" y="157"/>
                  <a:pt x="319" y="158"/>
                </a:cubicBezTo>
                <a:lnTo>
                  <a:pt x="305" y="142"/>
                </a:lnTo>
                <a:cubicBezTo>
                  <a:pt x="300" y="137"/>
                  <a:pt x="293" y="135"/>
                  <a:pt x="286" y="137"/>
                </a:cubicBezTo>
                <a:cubicBezTo>
                  <a:pt x="283" y="139"/>
                  <a:pt x="279" y="141"/>
                  <a:pt x="275" y="143"/>
                </a:cubicBezTo>
                <a:lnTo>
                  <a:pt x="271" y="145"/>
                </a:lnTo>
                <a:cubicBezTo>
                  <a:pt x="268" y="147"/>
                  <a:pt x="264" y="149"/>
                  <a:pt x="261" y="152"/>
                </a:cubicBezTo>
                <a:cubicBezTo>
                  <a:pt x="255" y="156"/>
                  <a:pt x="254" y="163"/>
                  <a:pt x="256" y="170"/>
                </a:cubicBezTo>
                <a:lnTo>
                  <a:pt x="262" y="190"/>
                </a:lnTo>
                <a:cubicBezTo>
                  <a:pt x="256" y="198"/>
                  <a:pt x="251" y="207"/>
                  <a:pt x="247" y="217"/>
                </a:cubicBezTo>
                <a:lnTo>
                  <a:pt x="225" y="221"/>
                </a:lnTo>
                <a:cubicBezTo>
                  <a:pt x="219" y="222"/>
                  <a:pt x="213" y="227"/>
                  <a:pt x="212" y="235"/>
                </a:cubicBezTo>
                <a:cubicBezTo>
                  <a:pt x="212" y="240"/>
                  <a:pt x="212" y="245"/>
                  <a:pt x="212" y="250"/>
                </a:cubicBezTo>
                <a:cubicBezTo>
                  <a:pt x="212" y="255"/>
                  <a:pt x="212" y="260"/>
                  <a:pt x="212" y="265"/>
                </a:cubicBezTo>
                <a:cubicBezTo>
                  <a:pt x="213" y="272"/>
                  <a:pt x="219" y="277"/>
                  <a:pt x="225" y="278"/>
                </a:cubicBezTo>
                <a:lnTo>
                  <a:pt x="247" y="283"/>
                </a:lnTo>
                <a:cubicBezTo>
                  <a:pt x="251" y="292"/>
                  <a:pt x="256" y="301"/>
                  <a:pt x="262" y="309"/>
                </a:cubicBezTo>
                <a:lnTo>
                  <a:pt x="256" y="329"/>
                </a:lnTo>
                <a:cubicBezTo>
                  <a:pt x="254" y="336"/>
                  <a:pt x="255" y="343"/>
                  <a:pt x="261" y="347"/>
                </a:cubicBezTo>
                <a:cubicBezTo>
                  <a:pt x="264" y="350"/>
                  <a:pt x="268" y="352"/>
                  <a:pt x="271" y="354"/>
                </a:cubicBezTo>
                <a:lnTo>
                  <a:pt x="275" y="356"/>
                </a:lnTo>
                <a:cubicBezTo>
                  <a:pt x="279" y="358"/>
                  <a:pt x="283" y="360"/>
                  <a:pt x="287" y="362"/>
                </a:cubicBezTo>
                <a:cubicBezTo>
                  <a:pt x="293" y="365"/>
                  <a:pt x="300" y="363"/>
                  <a:pt x="305" y="357"/>
                </a:cubicBezTo>
                <a:lnTo>
                  <a:pt x="319" y="341"/>
                </a:lnTo>
                <a:cubicBezTo>
                  <a:pt x="324" y="342"/>
                  <a:pt x="329" y="343"/>
                  <a:pt x="334" y="343"/>
                </a:cubicBezTo>
                <a:cubicBezTo>
                  <a:pt x="339" y="343"/>
                  <a:pt x="344" y="342"/>
                  <a:pt x="349" y="341"/>
                </a:cubicBezTo>
                <a:lnTo>
                  <a:pt x="364" y="357"/>
                </a:lnTo>
                <a:lnTo>
                  <a:pt x="363" y="358"/>
                </a:lnTo>
                <a:moveTo>
                  <a:pt x="334" y="214"/>
                </a:moveTo>
                <a:cubicBezTo>
                  <a:pt x="344" y="214"/>
                  <a:pt x="352" y="218"/>
                  <a:pt x="359" y="225"/>
                </a:cubicBezTo>
                <a:cubicBezTo>
                  <a:pt x="365" y="232"/>
                  <a:pt x="369" y="241"/>
                  <a:pt x="369" y="250"/>
                </a:cubicBezTo>
                <a:cubicBezTo>
                  <a:pt x="369" y="260"/>
                  <a:pt x="365" y="268"/>
                  <a:pt x="359" y="275"/>
                </a:cubicBezTo>
                <a:cubicBezTo>
                  <a:pt x="352" y="281"/>
                  <a:pt x="344" y="285"/>
                  <a:pt x="334" y="285"/>
                </a:cubicBezTo>
                <a:cubicBezTo>
                  <a:pt x="324" y="285"/>
                  <a:pt x="316" y="281"/>
                  <a:pt x="309" y="275"/>
                </a:cubicBezTo>
                <a:cubicBezTo>
                  <a:pt x="303" y="268"/>
                  <a:pt x="299" y="260"/>
                  <a:pt x="299" y="250"/>
                </a:cubicBezTo>
                <a:cubicBezTo>
                  <a:pt x="299" y="241"/>
                  <a:pt x="303" y="232"/>
                  <a:pt x="309" y="225"/>
                </a:cubicBezTo>
                <a:cubicBezTo>
                  <a:pt x="316" y="218"/>
                  <a:pt x="324" y="214"/>
                  <a:pt x="334" y="214"/>
                </a:cubicBezTo>
                <a:close/>
              </a:path>
            </a:pathLst>
          </a:custGeom>
          <a:solidFill>
            <a:srgbClr val="FF7D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799920" y="5624640"/>
            <a:ext cx="2520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个人中心：个人信息、地址管理、订单历史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0" name="任意多边形 309"/>
          <p:cNvSpPr/>
          <p:nvPr/>
        </p:nvSpPr>
        <p:spPr>
          <a:xfrm>
            <a:off x="6210000" y="436212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4"/>
                </a:moveTo>
                <a:cubicBezTo>
                  <a:pt x="107" y="61"/>
                  <a:pt x="106" y="68"/>
                  <a:pt x="103" y="75"/>
                </a:cubicBezTo>
                <a:cubicBezTo>
                  <a:pt x="100" y="81"/>
                  <a:pt x="97" y="87"/>
                  <a:pt x="92" y="92"/>
                </a:cubicBezTo>
                <a:cubicBezTo>
                  <a:pt x="87" y="97"/>
                  <a:pt x="81" y="101"/>
                  <a:pt x="74" y="103"/>
                </a:cubicBezTo>
                <a:cubicBezTo>
                  <a:pt x="68" y="106"/>
                  <a:pt x="61" y="107"/>
                  <a:pt x="54" y="107"/>
                </a:cubicBezTo>
                <a:cubicBezTo>
                  <a:pt x="47" y="107"/>
                  <a:pt x="40" y="106"/>
                  <a:pt x="34" y="103"/>
                </a:cubicBezTo>
                <a:cubicBezTo>
                  <a:pt x="28" y="101"/>
                  <a:pt x="21" y="97"/>
                  <a:pt x="16" y="92"/>
                </a:cubicBezTo>
                <a:cubicBezTo>
                  <a:pt x="11" y="87"/>
                  <a:pt x="7" y="81"/>
                  <a:pt x="4" y="75"/>
                </a:cubicBezTo>
                <a:cubicBezTo>
                  <a:pt x="2" y="68"/>
                  <a:pt x="0" y="61"/>
                  <a:pt x="0" y="54"/>
                </a:cubicBezTo>
                <a:cubicBezTo>
                  <a:pt x="0" y="47"/>
                  <a:pt x="2" y="41"/>
                  <a:pt x="4" y="34"/>
                </a:cubicBezTo>
                <a:cubicBezTo>
                  <a:pt x="7" y="28"/>
                  <a:pt x="11" y="22"/>
                  <a:pt x="16" y="17"/>
                </a:cubicBezTo>
                <a:cubicBezTo>
                  <a:pt x="21" y="12"/>
                  <a:pt x="28" y="7"/>
                  <a:pt x="34" y="4"/>
                </a:cubicBezTo>
                <a:cubicBezTo>
                  <a:pt x="40" y="2"/>
                  <a:pt x="47" y="0"/>
                  <a:pt x="54" y="0"/>
                </a:cubicBezTo>
                <a:cubicBezTo>
                  <a:pt x="61" y="0"/>
                  <a:pt x="68" y="2"/>
                  <a:pt x="74" y="4"/>
                </a:cubicBezTo>
                <a:cubicBezTo>
                  <a:pt x="81" y="7"/>
                  <a:pt x="87" y="12"/>
                  <a:pt x="92" y="17"/>
                </a:cubicBezTo>
                <a:cubicBezTo>
                  <a:pt x="97" y="22"/>
                  <a:pt x="100" y="28"/>
                  <a:pt x="103" y="34"/>
                </a:cubicBezTo>
                <a:cubicBezTo>
                  <a:pt x="106" y="41"/>
                  <a:pt x="107" y="47"/>
                  <a:pt x="107" y="54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1" name="文本框 310"/>
          <p:cNvSpPr txBox="1"/>
          <p:nvPr/>
        </p:nvSpPr>
        <p:spPr>
          <a:xfrm>
            <a:off x="6453360" y="3986280"/>
            <a:ext cx="663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管理端页面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2" name="任意多边形 311"/>
          <p:cNvSpPr/>
          <p:nvPr/>
        </p:nvSpPr>
        <p:spPr>
          <a:xfrm>
            <a:off x="6210000" y="462888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4"/>
                </a:moveTo>
                <a:cubicBezTo>
                  <a:pt x="107" y="61"/>
                  <a:pt x="106" y="68"/>
                  <a:pt x="103" y="74"/>
                </a:cubicBezTo>
                <a:cubicBezTo>
                  <a:pt x="100" y="81"/>
                  <a:pt x="97" y="87"/>
                  <a:pt x="92" y="92"/>
                </a:cubicBezTo>
                <a:cubicBezTo>
                  <a:pt x="87" y="97"/>
                  <a:pt x="81" y="100"/>
                  <a:pt x="74" y="103"/>
                </a:cubicBezTo>
                <a:cubicBezTo>
                  <a:pt x="68" y="106"/>
                  <a:pt x="61" y="107"/>
                  <a:pt x="54" y="107"/>
                </a:cubicBezTo>
                <a:cubicBezTo>
                  <a:pt x="47" y="107"/>
                  <a:pt x="40" y="106"/>
                  <a:pt x="34" y="103"/>
                </a:cubicBezTo>
                <a:cubicBezTo>
                  <a:pt x="28" y="100"/>
                  <a:pt x="21" y="97"/>
                  <a:pt x="16" y="92"/>
                </a:cubicBezTo>
                <a:cubicBezTo>
                  <a:pt x="11" y="87"/>
                  <a:pt x="7" y="81"/>
                  <a:pt x="4" y="74"/>
                </a:cubicBezTo>
                <a:cubicBezTo>
                  <a:pt x="2" y="68"/>
                  <a:pt x="0" y="61"/>
                  <a:pt x="0" y="54"/>
                </a:cubicBezTo>
                <a:cubicBezTo>
                  <a:pt x="0" y="47"/>
                  <a:pt x="2" y="40"/>
                  <a:pt x="4" y="34"/>
                </a:cubicBezTo>
                <a:cubicBezTo>
                  <a:pt x="7" y="27"/>
                  <a:pt x="11" y="22"/>
                  <a:pt x="16" y="17"/>
                </a:cubicBezTo>
                <a:cubicBezTo>
                  <a:pt x="21" y="12"/>
                  <a:pt x="28" y="8"/>
                  <a:pt x="34" y="4"/>
                </a:cubicBezTo>
                <a:cubicBezTo>
                  <a:pt x="40" y="2"/>
                  <a:pt x="47" y="0"/>
                  <a:pt x="54" y="0"/>
                </a:cubicBezTo>
                <a:cubicBezTo>
                  <a:pt x="61" y="0"/>
                  <a:pt x="68" y="2"/>
                  <a:pt x="74" y="4"/>
                </a:cubicBezTo>
                <a:cubicBezTo>
                  <a:pt x="81" y="8"/>
                  <a:pt x="87" y="12"/>
                  <a:pt x="92" y="17"/>
                </a:cubicBezTo>
                <a:cubicBezTo>
                  <a:pt x="97" y="22"/>
                  <a:pt x="100" y="27"/>
                  <a:pt x="103" y="34"/>
                </a:cubicBezTo>
                <a:cubicBezTo>
                  <a:pt x="106" y="40"/>
                  <a:pt x="107" y="47"/>
                  <a:pt x="107" y="54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3" name="文本框 312"/>
          <p:cNvSpPr txBox="1"/>
          <p:nvPr/>
        </p:nvSpPr>
        <p:spPr>
          <a:xfrm>
            <a:off x="6391440" y="4291200"/>
            <a:ext cx="19897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管理首页：数据概览、待处理订单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4" name="任意多边形 313"/>
          <p:cNvSpPr/>
          <p:nvPr/>
        </p:nvSpPr>
        <p:spPr>
          <a:xfrm>
            <a:off x="6210000" y="489564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3"/>
                </a:moveTo>
                <a:cubicBezTo>
                  <a:pt x="107" y="60"/>
                  <a:pt x="106" y="67"/>
                  <a:pt x="103" y="73"/>
                </a:cubicBezTo>
                <a:cubicBezTo>
                  <a:pt x="100" y="80"/>
                  <a:pt x="97" y="85"/>
                  <a:pt x="92" y="90"/>
                </a:cubicBezTo>
                <a:cubicBezTo>
                  <a:pt x="87" y="95"/>
                  <a:pt x="81" y="99"/>
                  <a:pt x="74" y="102"/>
                </a:cubicBezTo>
                <a:cubicBezTo>
                  <a:pt x="68" y="106"/>
                  <a:pt x="61" y="107"/>
                  <a:pt x="54" y="107"/>
                </a:cubicBezTo>
                <a:cubicBezTo>
                  <a:pt x="47" y="107"/>
                  <a:pt x="40" y="106"/>
                  <a:pt x="34" y="102"/>
                </a:cubicBezTo>
                <a:cubicBezTo>
                  <a:pt x="28" y="99"/>
                  <a:pt x="21" y="95"/>
                  <a:pt x="16" y="90"/>
                </a:cubicBezTo>
                <a:cubicBezTo>
                  <a:pt x="11" y="85"/>
                  <a:pt x="7" y="80"/>
                  <a:pt x="4" y="73"/>
                </a:cubicBezTo>
                <a:cubicBezTo>
                  <a:pt x="2" y="67"/>
                  <a:pt x="0" y="60"/>
                  <a:pt x="0" y="53"/>
                </a:cubicBezTo>
                <a:cubicBezTo>
                  <a:pt x="0" y="46"/>
                  <a:pt x="2" y="39"/>
                  <a:pt x="4" y="33"/>
                </a:cubicBezTo>
                <a:cubicBezTo>
                  <a:pt x="7" y="26"/>
                  <a:pt x="11" y="21"/>
                  <a:pt x="16" y="16"/>
                </a:cubicBezTo>
                <a:cubicBezTo>
                  <a:pt x="21" y="11"/>
                  <a:pt x="28" y="7"/>
                  <a:pt x="34" y="4"/>
                </a:cubicBezTo>
                <a:cubicBezTo>
                  <a:pt x="40" y="1"/>
                  <a:pt x="47" y="0"/>
                  <a:pt x="54" y="0"/>
                </a:cubicBezTo>
                <a:cubicBezTo>
                  <a:pt x="61" y="0"/>
                  <a:pt x="68" y="1"/>
                  <a:pt x="74" y="4"/>
                </a:cubicBezTo>
                <a:cubicBezTo>
                  <a:pt x="81" y="7"/>
                  <a:pt x="87" y="11"/>
                  <a:pt x="92" y="16"/>
                </a:cubicBezTo>
                <a:cubicBezTo>
                  <a:pt x="97" y="21"/>
                  <a:pt x="100" y="26"/>
                  <a:pt x="103" y="33"/>
                </a:cubicBezTo>
                <a:cubicBezTo>
                  <a:pt x="106" y="39"/>
                  <a:pt x="107" y="46"/>
                  <a:pt x="107" y="53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5" name="文本框 314"/>
          <p:cNvSpPr txBox="1"/>
          <p:nvPr/>
        </p:nvSpPr>
        <p:spPr>
          <a:xfrm>
            <a:off x="6391440" y="4557960"/>
            <a:ext cx="18568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用户管理：用户列表、权限设置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6" name="任意多边形 315"/>
          <p:cNvSpPr/>
          <p:nvPr/>
        </p:nvSpPr>
        <p:spPr>
          <a:xfrm>
            <a:off x="6210000" y="516240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3"/>
                </a:moveTo>
                <a:cubicBezTo>
                  <a:pt x="107" y="60"/>
                  <a:pt x="106" y="67"/>
                  <a:pt x="103" y="73"/>
                </a:cubicBezTo>
                <a:cubicBezTo>
                  <a:pt x="100" y="80"/>
                  <a:pt x="97" y="85"/>
                  <a:pt x="92" y="90"/>
                </a:cubicBezTo>
                <a:cubicBezTo>
                  <a:pt x="87" y="95"/>
                  <a:pt x="81" y="100"/>
                  <a:pt x="74" y="103"/>
                </a:cubicBezTo>
                <a:cubicBezTo>
                  <a:pt x="68" y="105"/>
                  <a:pt x="61" y="107"/>
                  <a:pt x="54" y="107"/>
                </a:cubicBezTo>
                <a:cubicBezTo>
                  <a:pt x="47" y="107"/>
                  <a:pt x="40" y="105"/>
                  <a:pt x="34" y="103"/>
                </a:cubicBezTo>
                <a:cubicBezTo>
                  <a:pt x="28" y="100"/>
                  <a:pt x="21" y="95"/>
                  <a:pt x="16" y="90"/>
                </a:cubicBezTo>
                <a:cubicBezTo>
                  <a:pt x="11" y="85"/>
                  <a:pt x="7" y="80"/>
                  <a:pt x="4" y="73"/>
                </a:cubicBezTo>
                <a:cubicBezTo>
                  <a:pt x="2" y="67"/>
                  <a:pt x="0" y="60"/>
                  <a:pt x="0" y="53"/>
                </a:cubicBezTo>
                <a:cubicBezTo>
                  <a:pt x="0" y="46"/>
                  <a:pt x="2" y="39"/>
                  <a:pt x="4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8" y="7"/>
                  <a:pt x="34" y="4"/>
                </a:cubicBezTo>
                <a:cubicBezTo>
                  <a:pt x="40" y="1"/>
                  <a:pt x="47" y="0"/>
                  <a:pt x="54" y="0"/>
                </a:cubicBezTo>
                <a:cubicBezTo>
                  <a:pt x="61" y="0"/>
                  <a:pt x="68" y="1"/>
                  <a:pt x="74" y="4"/>
                </a:cubicBezTo>
                <a:cubicBezTo>
                  <a:pt x="81" y="7"/>
                  <a:pt x="87" y="10"/>
                  <a:pt x="92" y="15"/>
                </a:cubicBezTo>
                <a:cubicBezTo>
                  <a:pt x="97" y="20"/>
                  <a:pt x="100" y="26"/>
                  <a:pt x="103" y="33"/>
                </a:cubicBezTo>
                <a:cubicBezTo>
                  <a:pt x="106" y="39"/>
                  <a:pt x="107" y="46"/>
                  <a:pt x="107" y="53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7" name="文本框 316"/>
          <p:cNvSpPr txBox="1"/>
          <p:nvPr/>
        </p:nvSpPr>
        <p:spPr>
          <a:xfrm>
            <a:off x="6391440" y="4824720"/>
            <a:ext cx="1995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商品管理：商品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CRUD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、分类管理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8" name="文本框 317"/>
          <p:cNvSpPr txBox="1"/>
          <p:nvPr/>
        </p:nvSpPr>
        <p:spPr>
          <a:xfrm>
            <a:off x="6391440" y="5091120"/>
            <a:ext cx="18568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订单管理：订单列表、状态管理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任意多边形 31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1" name="任意多边形 320"/>
          <p:cNvSpPr/>
          <p:nvPr/>
        </p:nvSpPr>
        <p:spPr>
          <a:xfrm>
            <a:off x="385560" y="919080"/>
            <a:ext cx="5553360" cy="5553360"/>
          </a:xfrm>
          <a:custGeom>
            <a:avLst/>
            <a:gdLst/>
            <a:ahLst/>
            <a:cxnLst/>
            <a:rect l="0" t="0" r="r" b="b"/>
            <a:pathLst>
              <a:path w="15426" h="15426" fill="none">
                <a:moveTo>
                  <a:pt x="0" y="15122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8"/>
                </a:cubicBezTo>
                <a:cubicBezTo>
                  <a:pt x="31" y="169"/>
                  <a:pt x="40" y="152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69" y="31"/>
                  <a:pt x="188" y="23"/>
                </a:cubicBezTo>
                <a:cubicBezTo>
                  <a:pt x="206" y="15"/>
                  <a:pt x="225" y="9"/>
                  <a:pt x="245" y="6"/>
                </a:cubicBezTo>
                <a:cubicBezTo>
                  <a:pt x="265" y="2"/>
                  <a:pt x="284" y="0"/>
                  <a:pt x="304" y="0"/>
                </a:cubicBezTo>
                <a:lnTo>
                  <a:pt x="15122" y="0"/>
                </a:lnTo>
                <a:cubicBezTo>
                  <a:pt x="15142" y="0"/>
                  <a:pt x="15162" y="2"/>
                  <a:pt x="15181" y="6"/>
                </a:cubicBezTo>
                <a:cubicBezTo>
                  <a:pt x="15201" y="9"/>
                  <a:pt x="15220" y="15"/>
                  <a:pt x="15238" y="23"/>
                </a:cubicBezTo>
                <a:cubicBezTo>
                  <a:pt x="15257" y="31"/>
                  <a:pt x="15274" y="40"/>
                  <a:pt x="15291" y="51"/>
                </a:cubicBezTo>
                <a:cubicBezTo>
                  <a:pt x="15308" y="62"/>
                  <a:pt x="15323" y="75"/>
                  <a:pt x="15337" y="89"/>
                </a:cubicBezTo>
                <a:cubicBezTo>
                  <a:pt x="15351" y="103"/>
                  <a:pt x="15364" y="118"/>
                  <a:pt x="15375" y="135"/>
                </a:cubicBezTo>
                <a:cubicBezTo>
                  <a:pt x="15386" y="152"/>
                  <a:pt x="15395" y="169"/>
                  <a:pt x="15403" y="188"/>
                </a:cubicBezTo>
                <a:cubicBezTo>
                  <a:pt x="15411" y="206"/>
                  <a:pt x="15417" y="225"/>
                  <a:pt x="15420" y="245"/>
                </a:cubicBezTo>
                <a:cubicBezTo>
                  <a:pt x="15424" y="264"/>
                  <a:pt x="15426" y="284"/>
                  <a:pt x="15426" y="304"/>
                </a:cubicBezTo>
                <a:lnTo>
                  <a:pt x="15426" y="15122"/>
                </a:lnTo>
                <a:cubicBezTo>
                  <a:pt x="15426" y="15142"/>
                  <a:pt x="15424" y="15161"/>
                  <a:pt x="15420" y="15181"/>
                </a:cubicBezTo>
                <a:cubicBezTo>
                  <a:pt x="15417" y="15201"/>
                  <a:pt x="15411" y="15220"/>
                  <a:pt x="15403" y="15238"/>
                </a:cubicBezTo>
                <a:cubicBezTo>
                  <a:pt x="15395" y="15257"/>
                  <a:pt x="15386" y="15274"/>
                  <a:pt x="15375" y="15291"/>
                </a:cubicBezTo>
                <a:cubicBezTo>
                  <a:pt x="15364" y="15307"/>
                  <a:pt x="15351" y="15323"/>
                  <a:pt x="15337" y="15337"/>
                </a:cubicBezTo>
                <a:cubicBezTo>
                  <a:pt x="15323" y="15351"/>
                  <a:pt x="15308" y="15364"/>
                  <a:pt x="15291" y="15375"/>
                </a:cubicBezTo>
                <a:cubicBezTo>
                  <a:pt x="15274" y="15386"/>
                  <a:pt x="15257" y="15395"/>
                  <a:pt x="15238" y="15403"/>
                </a:cubicBezTo>
                <a:cubicBezTo>
                  <a:pt x="15220" y="15410"/>
                  <a:pt x="15201" y="15416"/>
                  <a:pt x="15181" y="15420"/>
                </a:cubicBezTo>
                <a:cubicBezTo>
                  <a:pt x="15162" y="15424"/>
                  <a:pt x="15142" y="15426"/>
                  <a:pt x="15122" y="15426"/>
                </a:cubicBezTo>
                <a:lnTo>
                  <a:pt x="304" y="15426"/>
                </a:lnTo>
                <a:cubicBezTo>
                  <a:pt x="284" y="15426"/>
                  <a:pt x="265" y="15424"/>
                  <a:pt x="245" y="15420"/>
                </a:cubicBezTo>
                <a:cubicBezTo>
                  <a:pt x="225" y="15416"/>
                  <a:pt x="206" y="15410"/>
                  <a:pt x="188" y="15403"/>
                </a:cubicBezTo>
                <a:cubicBezTo>
                  <a:pt x="169" y="15395"/>
                  <a:pt x="152" y="15386"/>
                  <a:pt x="135" y="15375"/>
                </a:cubicBezTo>
                <a:cubicBezTo>
                  <a:pt x="119" y="15364"/>
                  <a:pt x="103" y="15351"/>
                  <a:pt x="89" y="15337"/>
                </a:cubicBezTo>
                <a:cubicBezTo>
                  <a:pt x="75" y="15323"/>
                  <a:pt x="62" y="15307"/>
                  <a:pt x="51" y="15291"/>
                </a:cubicBezTo>
                <a:cubicBezTo>
                  <a:pt x="40" y="15274"/>
                  <a:pt x="31" y="15257"/>
                  <a:pt x="23" y="15238"/>
                </a:cubicBezTo>
                <a:cubicBezTo>
                  <a:pt x="16" y="15220"/>
                  <a:pt x="10" y="15201"/>
                  <a:pt x="6" y="15181"/>
                </a:cubicBezTo>
                <a:cubicBezTo>
                  <a:pt x="2" y="15161"/>
                  <a:pt x="0" y="15142"/>
                  <a:pt x="0" y="15122"/>
                </a:cubicBezTo>
              </a:path>
            </a:pathLst>
          </a:custGeom>
          <a:ln w="9360">
            <a:solidFill>
              <a:srgbClr val="F3F4F6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2" name="任意多边形 321"/>
          <p:cNvSpPr/>
          <p:nvPr/>
        </p:nvSpPr>
        <p:spPr>
          <a:xfrm>
            <a:off x="618840" y="1171440"/>
            <a:ext cx="286200" cy="229320"/>
          </a:xfrm>
          <a:custGeom>
            <a:avLst/>
            <a:gdLst/>
            <a:ahLst/>
            <a:cxnLst/>
            <a:rect l="0" t="0" r="r" b="b"/>
            <a:pathLst>
              <a:path w="795" h="637">
                <a:moveTo>
                  <a:pt x="179" y="0"/>
                </a:moveTo>
                <a:cubicBezTo>
                  <a:pt x="192" y="0"/>
                  <a:pt x="205" y="2"/>
                  <a:pt x="217" y="7"/>
                </a:cubicBezTo>
                <a:cubicBezTo>
                  <a:pt x="229" y="12"/>
                  <a:pt x="240" y="20"/>
                  <a:pt x="249" y="29"/>
                </a:cubicBezTo>
                <a:cubicBezTo>
                  <a:pt x="258" y="38"/>
                  <a:pt x="267" y="49"/>
                  <a:pt x="272" y="61"/>
                </a:cubicBezTo>
                <a:cubicBezTo>
                  <a:pt x="277" y="73"/>
                  <a:pt x="279" y="87"/>
                  <a:pt x="279" y="100"/>
                </a:cubicBezTo>
                <a:cubicBezTo>
                  <a:pt x="279" y="113"/>
                  <a:pt x="277" y="126"/>
                  <a:pt x="272" y="138"/>
                </a:cubicBezTo>
                <a:cubicBezTo>
                  <a:pt x="267" y="150"/>
                  <a:pt x="258" y="161"/>
                  <a:pt x="249" y="170"/>
                </a:cubicBezTo>
                <a:cubicBezTo>
                  <a:pt x="240" y="180"/>
                  <a:pt x="229" y="187"/>
                  <a:pt x="217" y="192"/>
                </a:cubicBezTo>
                <a:cubicBezTo>
                  <a:pt x="205" y="197"/>
                  <a:pt x="192" y="199"/>
                  <a:pt x="179" y="199"/>
                </a:cubicBezTo>
                <a:cubicBezTo>
                  <a:pt x="166" y="199"/>
                  <a:pt x="153" y="197"/>
                  <a:pt x="141" y="192"/>
                </a:cubicBezTo>
                <a:cubicBezTo>
                  <a:pt x="129" y="187"/>
                  <a:pt x="118" y="180"/>
                  <a:pt x="109" y="170"/>
                </a:cubicBezTo>
                <a:cubicBezTo>
                  <a:pt x="99" y="161"/>
                  <a:pt x="92" y="150"/>
                  <a:pt x="87" y="138"/>
                </a:cubicBezTo>
                <a:cubicBezTo>
                  <a:pt x="82" y="126"/>
                  <a:pt x="80" y="113"/>
                  <a:pt x="80" y="100"/>
                </a:cubicBezTo>
                <a:cubicBezTo>
                  <a:pt x="80" y="87"/>
                  <a:pt x="82" y="73"/>
                  <a:pt x="87" y="61"/>
                </a:cubicBezTo>
                <a:cubicBezTo>
                  <a:pt x="92" y="49"/>
                  <a:pt x="99" y="38"/>
                  <a:pt x="109" y="29"/>
                </a:cubicBezTo>
                <a:cubicBezTo>
                  <a:pt x="118" y="20"/>
                  <a:pt x="129" y="12"/>
                  <a:pt x="141" y="7"/>
                </a:cubicBezTo>
                <a:cubicBezTo>
                  <a:pt x="153" y="2"/>
                  <a:pt x="166" y="0"/>
                  <a:pt x="179" y="0"/>
                </a:cubicBezTo>
                <a:moveTo>
                  <a:pt x="636" y="0"/>
                </a:moveTo>
                <a:cubicBezTo>
                  <a:pt x="649" y="0"/>
                  <a:pt x="662" y="2"/>
                  <a:pt x="674" y="7"/>
                </a:cubicBezTo>
                <a:cubicBezTo>
                  <a:pt x="686" y="12"/>
                  <a:pt x="697" y="20"/>
                  <a:pt x="706" y="29"/>
                </a:cubicBezTo>
                <a:cubicBezTo>
                  <a:pt x="716" y="38"/>
                  <a:pt x="723" y="49"/>
                  <a:pt x="728" y="61"/>
                </a:cubicBezTo>
                <a:cubicBezTo>
                  <a:pt x="733" y="73"/>
                  <a:pt x="736" y="87"/>
                  <a:pt x="736" y="100"/>
                </a:cubicBezTo>
                <a:cubicBezTo>
                  <a:pt x="736" y="113"/>
                  <a:pt x="733" y="126"/>
                  <a:pt x="728" y="138"/>
                </a:cubicBezTo>
                <a:cubicBezTo>
                  <a:pt x="723" y="150"/>
                  <a:pt x="716" y="161"/>
                  <a:pt x="706" y="170"/>
                </a:cubicBezTo>
                <a:cubicBezTo>
                  <a:pt x="697" y="180"/>
                  <a:pt x="686" y="187"/>
                  <a:pt x="674" y="192"/>
                </a:cubicBezTo>
                <a:cubicBezTo>
                  <a:pt x="662" y="197"/>
                  <a:pt x="649" y="199"/>
                  <a:pt x="636" y="199"/>
                </a:cubicBezTo>
                <a:cubicBezTo>
                  <a:pt x="623" y="199"/>
                  <a:pt x="610" y="197"/>
                  <a:pt x="598" y="192"/>
                </a:cubicBezTo>
                <a:cubicBezTo>
                  <a:pt x="586" y="187"/>
                  <a:pt x="575" y="180"/>
                  <a:pt x="566" y="170"/>
                </a:cubicBezTo>
                <a:cubicBezTo>
                  <a:pt x="557" y="161"/>
                  <a:pt x="550" y="150"/>
                  <a:pt x="545" y="138"/>
                </a:cubicBezTo>
                <a:cubicBezTo>
                  <a:pt x="540" y="126"/>
                  <a:pt x="537" y="113"/>
                  <a:pt x="537" y="100"/>
                </a:cubicBezTo>
                <a:cubicBezTo>
                  <a:pt x="537" y="87"/>
                  <a:pt x="540" y="73"/>
                  <a:pt x="545" y="61"/>
                </a:cubicBezTo>
                <a:cubicBezTo>
                  <a:pt x="550" y="49"/>
                  <a:pt x="557" y="38"/>
                  <a:pt x="566" y="29"/>
                </a:cubicBezTo>
                <a:cubicBezTo>
                  <a:pt x="575" y="20"/>
                  <a:pt x="586" y="12"/>
                  <a:pt x="598" y="7"/>
                </a:cubicBezTo>
                <a:cubicBezTo>
                  <a:pt x="610" y="2"/>
                  <a:pt x="623" y="0"/>
                  <a:pt x="636" y="0"/>
                </a:cubicBezTo>
                <a:moveTo>
                  <a:pt x="0" y="371"/>
                </a:moveTo>
                <a:cubicBezTo>
                  <a:pt x="0" y="298"/>
                  <a:pt x="60" y="239"/>
                  <a:pt x="133" y="239"/>
                </a:cubicBezTo>
                <a:lnTo>
                  <a:pt x="186" y="239"/>
                </a:lnTo>
                <a:cubicBezTo>
                  <a:pt x="205" y="239"/>
                  <a:pt x="224" y="243"/>
                  <a:pt x="241" y="251"/>
                </a:cubicBezTo>
                <a:cubicBezTo>
                  <a:pt x="239" y="260"/>
                  <a:pt x="239" y="269"/>
                  <a:pt x="239" y="279"/>
                </a:cubicBezTo>
                <a:cubicBezTo>
                  <a:pt x="239" y="326"/>
                  <a:pt x="259" y="369"/>
                  <a:pt x="293" y="399"/>
                </a:cubicBezTo>
                <a:lnTo>
                  <a:pt x="292" y="399"/>
                </a:lnTo>
                <a:lnTo>
                  <a:pt x="27" y="399"/>
                </a:lnTo>
                <a:cubicBezTo>
                  <a:pt x="12" y="399"/>
                  <a:pt x="0" y="386"/>
                  <a:pt x="0" y="371"/>
                </a:cubicBezTo>
                <a:moveTo>
                  <a:pt x="504" y="399"/>
                </a:moveTo>
                <a:lnTo>
                  <a:pt x="503" y="399"/>
                </a:lnTo>
                <a:cubicBezTo>
                  <a:pt x="536" y="369"/>
                  <a:pt x="557" y="326"/>
                  <a:pt x="557" y="279"/>
                </a:cubicBezTo>
                <a:cubicBezTo>
                  <a:pt x="557" y="269"/>
                  <a:pt x="556" y="260"/>
                  <a:pt x="554" y="251"/>
                </a:cubicBezTo>
                <a:cubicBezTo>
                  <a:pt x="571" y="243"/>
                  <a:pt x="590" y="239"/>
                  <a:pt x="610" y="239"/>
                </a:cubicBezTo>
                <a:lnTo>
                  <a:pt x="663" y="239"/>
                </a:lnTo>
                <a:cubicBezTo>
                  <a:pt x="736" y="239"/>
                  <a:pt x="795" y="298"/>
                  <a:pt x="795" y="371"/>
                </a:cubicBezTo>
                <a:cubicBezTo>
                  <a:pt x="795" y="386"/>
                  <a:pt x="783" y="399"/>
                  <a:pt x="769" y="399"/>
                </a:cubicBezTo>
                <a:lnTo>
                  <a:pt x="504" y="399"/>
                </a:lnTo>
                <a:moveTo>
                  <a:pt x="279" y="279"/>
                </a:moveTo>
                <a:cubicBezTo>
                  <a:pt x="279" y="263"/>
                  <a:pt x="282" y="248"/>
                  <a:pt x="288" y="233"/>
                </a:cubicBezTo>
                <a:cubicBezTo>
                  <a:pt x="294" y="219"/>
                  <a:pt x="303" y="206"/>
                  <a:pt x="314" y="194"/>
                </a:cubicBezTo>
                <a:cubicBezTo>
                  <a:pt x="325" y="183"/>
                  <a:pt x="338" y="175"/>
                  <a:pt x="353" y="169"/>
                </a:cubicBezTo>
                <a:cubicBezTo>
                  <a:pt x="367" y="163"/>
                  <a:pt x="382" y="160"/>
                  <a:pt x="398" y="160"/>
                </a:cubicBezTo>
                <a:cubicBezTo>
                  <a:pt x="414" y="160"/>
                  <a:pt x="429" y="163"/>
                  <a:pt x="444" y="169"/>
                </a:cubicBezTo>
                <a:cubicBezTo>
                  <a:pt x="458" y="175"/>
                  <a:pt x="471" y="183"/>
                  <a:pt x="482" y="194"/>
                </a:cubicBezTo>
                <a:cubicBezTo>
                  <a:pt x="494" y="206"/>
                  <a:pt x="502" y="219"/>
                  <a:pt x="508" y="233"/>
                </a:cubicBezTo>
                <a:cubicBezTo>
                  <a:pt x="514" y="248"/>
                  <a:pt x="517" y="263"/>
                  <a:pt x="517" y="279"/>
                </a:cubicBezTo>
                <a:cubicBezTo>
                  <a:pt x="517" y="294"/>
                  <a:pt x="514" y="310"/>
                  <a:pt x="508" y="324"/>
                </a:cubicBezTo>
                <a:cubicBezTo>
                  <a:pt x="502" y="339"/>
                  <a:pt x="494" y="352"/>
                  <a:pt x="482" y="363"/>
                </a:cubicBezTo>
                <a:cubicBezTo>
                  <a:pt x="471" y="374"/>
                  <a:pt x="458" y="383"/>
                  <a:pt x="444" y="389"/>
                </a:cubicBezTo>
                <a:cubicBezTo>
                  <a:pt x="429" y="396"/>
                  <a:pt x="414" y="399"/>
                  <a:pt x="398" y="399"/>
                </a:cubicBezTo>
                <a:cubicBezTo>
                  <a:pt x="382" y="399"/>
                  <a:pt x="367" y="396"/>
                  <a:pt x="353" y="389"/>
                </a:cubicBezTo>
                <a:cubicBezTo>
                  <a:pt x="338" y="383"/>
                  <a:pt x="325" y="374"/>
                  <a:pt x="314" y="363"/>
                </a:cubicBezTo>
                <a:cubicBezTo>
                  <a:pt x="303" y="352"/>
                  <a:pt x="294" y="339"/>
                  <a:pt x="288" y="324"/>
                </a:cubicBezTo>
                <a:cubicBezTo>
                  <a:pt x="282" y="310"/>
                  <a:pt x="279" y="294"/>
                  <a:pt x="279" y="279"/>
                </a:cubicBezTo>
                <a:moveTo>
                  <a:pt x="159" y="604"/>
                </a:moveTo>
                <a:cubicBezTo>
                  <a:pt x="159" y="512"/>
                  <a:pt x="233" y="438"/>
                  <a:pt x="325" y="438"/>
                </a:cubicBezTo>
                <a:lnTo>
                  <a:pt x="471" y="438"/>
                </a:lnTo>
                <a:cubicBezTo>
                  <a:pt x="562" y="438"/>
                  <a:pt x="636" y="512"/>
                  <a:pt x="636" y="604"/>
                </a:cubicBezTo>
                <a:cubicBezTo>
                  <a:pt x="636" y="622"/>
                  <a:pt x="622" y="637"/>
                  <a:pt x="603" y="637"/>
                </a:cubicBezTo>
                <a:lnTo>
                  <a:pt x="192" y="637"/>
                </a:lnTo>
                <a:cubicBezTo>
                  <a:pt x="174" y="637"/>
                  <a:pt x="159" y="622"/>
                  <a:pt x="159" y="604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3" name="文本框 322"/>
          <p:cNvSpPr txBox="1"/>
          <p:nvPr/>
        </p:nvSpPr>
        <p:spPr>
          <a:xfrm>
            <a:off x="380880" y="389520"/>
            <a:ext cx="2286720" cy="28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三、需求分析阶段评审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4" name="文本框 323"/>
          <p:cNvSpPr txBox="1"/>
          <p:nvPr/>
        </p:nvSpPr>
        <p:spPr>
          <a:xfrm>
            <a:off x="1019160" y="1159560"/>
            <a:ext cx="2496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评审项目</a:t>
            </a:r>
            <a:r>
              <a:rPr lang="en-US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8</a:t>
            </a:r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：用户确认与反馈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5" name="任意多边形 324"/>
          <p:cNvSpPr/>
          <p:nvPr/>
        </p:nvSpPr>
        <p:spPr>
          <a:xfrm>
            <a:off x="697320" y="1878480"/>
            <a:ext cx="129240" cy="129240"/>
          </a:xfrm>
          <a:custGeom>
            <a:avLst/>
            <a:gdLst/>
            <a:ahLst/>
            <a:cxnLst/>
            <a:rect l="0" t="0" r="r" b="b"/>
            <a:pathLst>
              <a:path w="359" h="359">
                <a:moveTo>
                  <a:pt x="108" y="318"/>
                </a:moveTo>
                <a:lnTo>
                  <a:pt x="99" y="340"/>
                </a:lnTo>
                <a:cubicBezTo>
                  <a:pt x="86" y="333"/>
                  <a:pt x="73" y="324"/>
                  <a:pt x="62" y="314"/>
                </a:cubicBezTo>
                <a:lnTo>
                  <a:pt x="78" y="297"/>
                </a:lnTo>
                <a:cubicBezTo>
                  <a:pt x="87" y="305"/>
                  <a:pt x="97" y="312"/>
                  <a:pt x="108" y="318"/>
                </a:cubicBezTo>
                <a:moveTo>
                  <a:pt x="23" y="191"/>
                </a:moveTo>
                <a:lnTo>
                  <a:pt x="0" y="191"/>
                </a:lnTo>
                <a:cubicBezTo>
                  <a:pt x="1" y="206"/>
                  <a:pt x="4" y="221"/>
                  <a:pt x="9" y="235"/>
                </a:cubicBezTo>
                <a:lnTo>
                  <a:pt x="30" y="226"/>
                </a:lnTo>
                <a:cubicBezTo>
                  <a:pt x="27" y="215"/>
                  <a:pt x="24" y="203"/>
                  <a:pt x="23" y="191"/>
                </a:cubicBezTo>
                <a:moveTo>
                  <a:pt x="23" y="167"/>
                </a:moveTo>
                <a:cubicBezTo>
                  <a:pt x="24" y="154"/>
                  <a:pt x="27" y="141"/>
                  <a:pt x="31" y="128"/>
                </a:cubicBezTo>
                <a:lnTo>
                  <a:pt x="10" y="119"/>
                </a:lnTo>
                <a:cubicBezTo>
                  <a:pt x="5" y="134"/>
                  <a:pt x="1" y="151"/>
                  <a:pt x="0" y="167"/>
                </a:cubicBezTo>
                <a:lnTo>
                  <a:pt x="23" y="167"/>
                </a:lnTo>
                <a:moveTo>
                  <a:pt x="41" y="107"/>
                </a:moveTo>
                <a:cubicBezTo>
                  <a:pt x="47" y="96"/>
                  <a:pt x="54" y="86"/>
                  <a:pt x="62" y="77"/>
                </a:cubicBezTo>
                <a:lnTo>
                  <a:pt x="45" y="61"/>
                </a:lnTo>
                <a:cubicBezTo>
                  <a:pt x="35" y="72"/>
                  <a:pt x="26" y="84"/>
                  <a:pt x="19" y="98"/>
                </a:cubicBezTo>
                <a:lnTo>
                  <a:pt x="41" y="107"/>
                </a:lnTo>
                <a:moveTo>
                  <a:pt x="282" y="297"/>
                </a:moveTo>
                <a:cubicBezTo>
                  <a:pt x="272" y="306"/>
                  <a:pt x="261" y="313"/>
                  <a:pt x="249" y="319"/>
                </a:cubicBezTo>
                <a:lnTo>
                  <a:pt x="257" y="342"/>
                </a:lnTo>
                <a:cubicBezTo>
                  <a:pt x="272" y="335"/>
                  <a:pt x="286" y="325"/>
                  <a:pt x="299" y="314"/>
                </a:cubicBezTo>
                <a:lnTo>
                  <a:pt x="282" y="297"/>
                </a:lnTo>
                <a:moveTo>
                  <a:pt x="78" y="61"/>
                </a:moveTo>
                <a:cubicBezTo>
                  <a:pt x="88" y="52"/>
                  <a:pt x="99" y="45"/>
                  <a:pt x="112" y="39"/>
                </a:cubicBezTo>
                <a:lnTo>
                  <a:pt x="103" y="17"/>
                </a:lnTo>
                <a:cubicBezTo>
                  <a:pt x="88" y="24"/>
                  <a:pt x="74" y="33"/>
                  <a:pt x="62" y="44"/>
                </a:cubicBezTo>
                <a:lnTo>
                  <a:pt x="78" y="61"/>
                </a:lnTo>
                <a:moveTo>
                  <a:pt x="319" y="251"/>
                </a:moveTo>
                <a:cubicBezTo>
                  <a:pt x="313" y="262"/>
                  <a:pt x="306" y="272"/>
                  <a:pt x="299" y="281"/>
                </a:cubicBezTo>
                <a:lnTo>
                  <a:pt x="315" y="297"/>
                </a:lnTo>
                <a:cubicBezTo>
                  <a:pt x="325" y="286"/>
                  <a:pt x="333" y="274"/>
                  <a:pt x="340" y="260"/>
                </a:cubicBezTo>
                <a:lnTo>
                  <a:pt x="319" y="251"/>
                </a:lnTo>
                <a:moveTo>
                  <a:pt x="336" y="191"/>
                </a:moveTo>
                <a:cubicBezTo>
                  <a:pt x="335" y="204"/>
                  <a:pt x="332" y="217"/>
                  <a:pt x="328" y="230"/>
                </a:cubicBezTo>
                <a:lnTo>
                  <a:pt x="349" y="239"/>
                </a:lnTo>
                <a:cubicBezTo>
                  <a:pt x="355" y="224"/>
                  <a:pt x="358" y="207"/>
                  <a:pt x="359" y="191"/>
                </a:cubicBezTo>
                <a:lnTo>
                  <a:pt x="336" y="191"/>
                </a:lnTo>
                <a:moveTo>
                  <a:pt x="227" y="328"/>
                </a:moveTo>
                <a:cubicBezTo>
                  <a:pt x="216" y="333"/>
                  <a:pt x="204" y="335"/>
                  <a:pt x="192" y="336"/>
                </a:cubicBezTo>
                <a:lnTo>
                  <a:pt x="192" y="359"/>
                </a:lnTo>
                <a:cubicBezTo>
                  <a:pt x="207" y="358"/>
                  <a:pt x="222" y="355"/>
                  <a:pt x="236" y="351"/>
                </a:cubicBezTo>
                <a:lnTo>
                  <a:pt x="227" y="328"/>
                </a:lnTo>
                <a:moveTo>
                  <a:pt x="169" y="336"/>
                </a:moveTo>
                <a:cubicBezTo>
                  <a:pt x="155" y="335"/>
                  <a:pt x="142" y="332"/>
                  <a:pt x="129" y="327"/>
                </a:cubicBezTo>
                <a:lnTo>
                  <a:pt x="120" y="349"/>
                </a:lnTo>
                <a:cubicBezTo>
                  <a:pt x="136" y="355"/>
                  <a:pt x="152" y="358"/>
                  <a:pt x="169" y="359"/>
                </a:cubicBezTo>
                <a:lnTo>
                  <a:pt x="169" y="336"/>
                </a:lnTo>
                <a:moveTo>
                  <a:pt x="329" y="132"/>
                </a:moveTo>
                <a:cubicBezTo>
                  <a:pt x="333" y="143"/>
                  <a:pt x="335" y="155"/>
                  <a:pt x="336" y="167"/>
                </a:cubicBezTo>
                <a:lnTo>
                  <a:pt x="359" y="167"/>
                </a:lnTo>
                <a:cubicBezTo>
                  <a:pt x="358" y="152"/>
                  <a:pt x="355" y="137"/>
                  <a:pt x="351" y="123"/>
                </a:cubicBezTo>
                <a:lnTo>
                  <a:pt x="329" y="132"/>
                </a:lnTo>
                <a:moveTo>
                  <a:pt x="62" y="281"/>
                </a:moveTo>
                <a:cubicBezTo>
                  <a:pt x="53" y="271"/>
                  <a:pt x="46" y="260"/>
                  <a:pt x="40" y="248"/>
                </a:cubicBezTo>
                <a:lnTo>
                  <a:pt x="17" y="256"/>
                </a:lnTo>
                <a:cubicBezTo>
                  <a:pt x="24" y="271"/>
                  <a:pt x="35" y="285"/>
                  <a:pt x="45" y="297"/>
                </a:cubicBezTo>
                <a:lnTo>
                  <a:pt x="62" y="281"/>
                </a:lnTo>
                <a:moveTo>
                  <a:pt x="192" y="23"/>
                </a:moveTo>
                <a:cubicBezTo>
                  <a:pt x="205" y="24"/>
                  <a:pt x="218" y="27"/>
                  <a:pt x="231" y="31"/>
                </a:cubicBezTo>
                <a:lnTo>
                  <a:pt x="240" y="10"/>
                </a:lnTo>
                <a:cubicBezTo>
                  <a:pt x="225" y="4"/>
                  <a:pt x="209" y="1"/>
                  <a:pt x="192" y="0"/>
                </a:cubicBezTo>
                <a:lnTo>
                  <a:pt x="192" y="23"/>
                </a:lnTo>
                <a:moveTo>
                  <a:pt x="133" y="30"/>
                </a:moveTo>
                <a:cubicBezTo>
                  <a:pt x="144" y="26"/>
                  <a:pt x="156" y="24"/>
                  <a:pt x="169" y="23"/>
                </a:cubicBezTo>
                <a:lnTo>
                  <a:pt x="169" y="0"/>
                </a:lnTo>
                <a:cubicBezTo>
                  <a:pt x="153" y="1"/>
                  <a:pt x="138" y="4"/>
                  <a:pt x="124" y="8"/>
                </a:cubicBezTo>
                <a:lnTo>
                  <a:pt x="133" y="30"/>
                </a:lnTo>
                <a:moveTo>
                  <a:pt x="315" y="61"/>
                </a:moveTo>
                <a:lnTo>
                  <a:pt x="299" y="77"/>
                </a:lnTo>
                <a:cubicBezTo>
                  <a:pt x="307" y="87"/>
                  <a:pt x="315" y="98"/>
                  <a:pt x="321" y="110"/>
                </a:cubicBezTo>
                <a:lnTo>
                  <a:pt x="342" y="102"/>
                </a:lnTo>
                <a:cubicBezTo>
                  <a:pt x="335" y="87"/>
                  <a:pt x="326" y="73"/>
                  <a:pt x="315" y="61"/>
                </a:cubicBezTo>
                <a:moveTo>
                  <a:pt x="282" y="61"/>
                </a:moveTo>
                <a:lnTo>
                  <a:pt x="299" y="44"/>
                </a:lnTo>
                <a:cubicBezTo>
                  <a:pt x="287" y="34"/>
                  <a:pt x="275" y="26"/>
                  <a:pt x="261" y="19"/>
                </a:cubicBezTo>
                <a:lnTo>
                  <a:pt x="252" y="40"/>
                </a:lnTo>
                <a:cubicBezTo>
                  <a:pt x="263" y="46"/>
                  <a:pt x="273" y="53"/>
                  <a:pt x="282" y="61"/>
                </a:cubicBez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6" name="任意多边形 325"/>
          <p:cNvSpPr/>
          <p:nvPr/>
        </p:nvSpPr>
        <p:spPr>
          <a:xfrm>
            <a:off x="757080" y="1966320"/>
            <a:ext cx="10080" cy="10080"/>
          </a:xfrm>
          <a:custGeom>
            <a:avLst/>
            <a:gdLst/>
            <a:ahLst/>
            <a:cxnLst/>
            <a:rect l="0" t="0" r="r" b="b"/>
            <a:pathLst>
              <a:path w="28" h="28">
                <a:moveTo>
                  <a:pt x="28" y="14"/>
                </a:moveTo>
                <a:cubicBezTo>
                  <a:pt x="28" y="18"/>
                  <a:pt x="26" y="21"/>
                  <a:pt x="24" y="24"/>
                </a:cubicBezTo>
                <a:cubicBezTo>
                  <a:pt x="21" y="26"/>
                  <a:pt x="18" y="28"/>
                  <a:pt x="13" y="28"/>
                </a:cubicBezTo>
                <a:cubicBezTo>
                  <a:pt x="9" y="28"/>
                  <a:pt x="6" y="26"/>
                  <a:pt x="4" y="24"/>
                </a:cubicBezTo>
                <a:cubicBezTo>
                  <a:pt x="1" y="21"/>
                  <a:pt x="0" y="18"/>
                  <a:pt x="0" y="14"/>
                </a:cubicBezTo>
                <a:cubicBezTo>
                  <a:pt x="0" y="10"/>
                  <a:pt x="1" y="7"/>
                  <a:pt x="4" y="4"/>
                </a:cubicBezTo>
                <a:cubicBezTo>
                  <a:pt x="6" y="1"/>
                  <a:pt x="9" y="0"/>
                  <a:pt x="13" y="0"/>
                </a:cubicBezTo>
                <a:cubicBezTo>
                  <a:pt x="18" y="0"/>
                  <a:pt x="21" y="1"/>
                  <a:pt x="24" y="4"/>
                </a:cubicBezTo>
                <a:cubicBezTo>
                  <a:pt x="26" y="7"/>
                  <a:pt x="28" y="10"/>
                  <a:pt x="28" y="14"/>
                </a:cubicBez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7" name="任意多边形 326"/>
          <p:cNvSpPr/>
          <p:nvPr/>
        </p:nvSpPr>
        <p:spPr>
          <a:xfrm>
            <a:off x="755640" y="1908000"/>
            <a:ext cx="12600" cy="50400"/>
          </a:xfrm>
          <a:custGeom>
            <a:avLst/>
            <a:gdLst/>
            <a:ahLst/>
            <a:cxnLst/>
            <a:rect l="0" t="0" r="r" b="b"/>
            <a:pathLst>
              <a:path w="35" h="140">
                <a:moveTo>
                  <a:pt x="0" y="9"/>
                </a:moveTo>
                <a:lnTo>
                  <a:pt x="5" y="132"/>
                </a:lnTo>
                <a:cubicBezTo>
                  <a:pt x="5" y="136"/>
                  <a:pt x="9" y="140"/>
                  <a:pt x="14" y="140"/>
                </a:cubicBezTo>
                <a:lnTo>
                  <a:pt x="20" y="140"/>
                </a:lnTo>
                <a:cubicBezTo>
                  <a:pt x="25" y="140"/>
                  <a:pt x="30" y="136"/>
                  <a:pt x="30" y="132"/>
                </a:cubicBezTo>
                <a:lnTo>
                  <a:pt x="35" y="9"/>
                </a:lnTo>
                <a:cubicBezTo>
                  <a:pt x="35" y="4"/>
                  <a:pt x="31" y="0"/>
                  <a:pt x="25" y="0"/>
                </a:cubicBezTo>
                <a:lnTo>
                  <a:pt x="9" y="0"/>
                </a:lnTo>
                <a:cubicBezTo>
                  <a:pt x="4" y="0"/>
                  <a:pt x="0" y="4"/>
                  <a:pt x="0" y="9"/>
                </a:cubicBez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8" name="文本框 327"/>
          <p:cNvSpPr txBox="1"/>
          <p:nvPr/>
        </p:nvSpPr>
        <p:spPr>
          <a:xfrm>
            <a:off x="619200" y="1576440"/>
            <a:ext cx="1194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多轮用户测试与反馈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9" name="任意多边形 328"/>
          <p:cNvSpPr/>
          <p:nvPr/>
        </p:nvSpPr>
        <p:spPr>
          <a:xfrm>
            <a:off x="697320" y="2145240"/>
            <a:ext cx="129240" cy="129240"/>
          </a:xfrm>
          <a:custGeom>
            <a:avLst/>
            <a:gdLst/>
            <a:ahLst/>
            <a:cxnLst/>
            <a:rect l="0" t="0" r="r" b="b"/>
            <a:pathLst>
              <a:path w="359" h="359">
                <a:moveTo>
                  <a:pt x="108" y="319"/>
                </a:moveTo>
                <a:lnTo>
                  <a:pt x="99" y="340"/>
                </a:lnTo>
                <a:cubicBezTo>
                  <a:pt x="86" y="333"/>
                  <a:pt x="73" y="325"/>
                  <a:pt x="62" y="315"/>
                </a:cubicBezTo>
                <a:lnTo>
                  <a:pt x="78" y="297"/>
                </a:lnTo>
                <a:cubicBezTo>
                  <a:pt x="87" y="305"/>
                  <a:pt x="97" y="313"/>
                  <a:pt x="108" y="319"/>
                </a:cubicBezTo>
                <a:moveTo>
                  <a:pt x="23" y="190"/>
                </a:moveTo>
                <a:lnTo>
                  <a:pt x="0" y="190"/>
                </a:lnTo>
                <a:cubicBezTo>
                  <a:pt x="1" y="206"/>
                  <a:pt x="4" y="221"/>
                  <a:pt x="9" y="235"/>
                </a:cubicBezTo>
                <a:lnTo>
                  <a:pt x="30" y="226"/>
                </a:lnTo>
                <a:cubicBezTo>
                  <a:pt x="27" y="215"/>
                  <a:pt x="24" y="203"/>
                  <a:pt x="23" y="190"/>
                </a:cubicBezTo>
                <a:moveTo>
                  <a:pt x="23" y="167"/>
                </a:moveTo>
                <a:cubicBezTo>
                  <a:pt x="24" y="154"/>
                  <a:pt x="27" y="140"/>
                  <a:pt x="31" y="128"/>
                </a:cubicBezTo>
                <a:lnTo>
                  <a:pt x="10" y="119"/>
                </a:lnTo>
                <a:cubicBezTo>
                  <a:pt x="5" y="134"/>
                  <a:pt x="1" y="150"/>
                  <a:pt x="0" y="167"/>
                </a:cubicBezTo>
                <a:lnTo>
                  <a:pt x="23" y="167"/>
                </a:lnTo>
                <a:moveTo>
                  <a:pt x="41" y="107"/>
                </a:moveTo>
                <a:cubicBezTo>
                  <a:pt x="47" y="96"/>
                  <a:pt x="54" y="86"/>
                  <a:pt x="62" y="77"/>
                </a:cubicBezTo>
                <a:lnTo>
                  <a:pt x="45" y="60"/>
                </a:lnTo>
                <a:cubicBezTo>
                  <a:pt x="35" y="72"/>
                  <a:pt x="26" y="84"/>
                  <a:pt x="19" y="98"/>
                </a:cubicBezTo>
                <a:lnTo>
                  <a:pt x="41" y="107"/>
                </a:lnTo>
                <a:moveTo>
                  <a:pt x="282" y="297"/>
                </a:moveTo>
                <a:cubicBezTo>
                  <a:pt x="272" y="307"/>
                  <a:pt x="261" y="314"/>
                  <a:pt x="249" y="320"/>
                </a:cubicBezTo>
                <a:lnTo>
                  <a:pt x="257" y="342"/>
                </a:lnTo>
                <a:cubicBezTo>
                  <a:pt x="272" y="335"/>
                  <a:pt x="286" y="325"/>
                  <a:pt x="299" y="315"/>
                </a:cubicBezTo>
                <a:lnTo>
                  <a:pt x="282" y="297"/>
                </a:lnTo>
                <a:moveTo>
                  <a:pt x="78" y="60"/>
                </a:moveTo>
                <a:cubicBezTo>
                  <a:pt x="88" y="52"/>
                  <a:pt x="99" y="44"/>
                  <a:pt x="112" y="38"/>
                </a:cubicBezTo>
                <a:lnTo>
                  <a:pt x="103" y="17"/>
                </a:lnTo>
                <a:cubicBezTo>
                  <a:pt x="88" y="24"/>
                  <a:pt x="74" y="33"/>
                  <a:pt x="62" y="44"/>
                </a:cubicBezTo>
                <a:lnTo>
                  <a:pt x="78" y="60"/>
                </a:lnTo>
                <a:moveTo>
                  <a:pt x="319" y="251"/>
                </a:moveTo>
                <a:cubicBezTo>
                  <a:pt x="313" y="262"/>
                  <a:pt x="306" y="272"/>
                  <a:pt x="299" y="281"/>
                </a:cubicBezTo>
                <a:lnTo>
                  <a:pt x="315" y="297"/>
                </a:lnTo>
                <a:cubicBezTo>
                  <a:pt x="325" y="286"/>
                  <a:pt x="333" y="273"/>
                  <a:pt x="340" y="260"/>
                </a:cubicBezTo>
                <a:lnTo>
                  <a:pt x="319" y="251"/>
                </a:lnTo>
                <a:moveTo>
                  <a:pt x="336" y="190"/>
                </a:moveTo>
                <a:cubicBezTo>
                  <a:pt x="335" y="204"/>
                  <a:pt x="332" y="217"/>
                  <a:pt x="328" y="230"/>
                </a:cubicBezTo>
                <a:lnTo>
                  <a:pt x="349" y="239"/>
                </a:lnTo>
                <a:cubicBezTo>
                  <a:pt x="355" y="223"/>
                  <a:pt x="358" y="207"/>
                  <a:pt x="359" y="190"/>
                </a:cubicBezTo>
                <a:lnTo>
                  <a:pt x="336" y="190"/>
                </a:lnTo>
                <a:moveTo>
                  <a:pt x="227" y="329"/>
                </a:moveTo>
                <a:cubicBezTo>
                  <a:pt x="216" y="332"/>
                  <a:pt x="204" y="335"/>
                  <a:pt x="192" y="336"/>
                </a:cubicBezTo>
                <a:lnTo>
                  <a:pt x="192" y="359"/>
                </a:lnTo>
                <a:cubicBezTo>
                  <a:pt x="207" y="358"/>
                  <a:pt x="222" y="355"/>
                  <a:pt x="236" y="350"/>
                </a:cubicBezTo>
                <a:lnTo>
                  <a:pt x="227" y="329"/>
                </a:lnTo>
                <a:moveTo>
                  <a:pt x="169" y="336"/>
                </a:moveTo>
                <a:cubicBezTo>
                  <a:pt x="155" y="335"/>
                  <a:pt x="142" y="332"/>
                  <a:pt x="129" y="328"/>
                </a:cubicBezTo>
                <a:lnTo>
                  <a:pt x="120" y="349"/>
                </a:lnTo>
                <a:cubicBezTo>
                  <a:pt x="136" y="354"/>
                  <a:pt x="152" y="358"/>
                  <a:pt x="169" y="359"/>
                </a:cubicBezTo>
                <a:lnTo>
                  <a:pt x="169" y="336"/>
                </a:lnTo>
                <a:moveTo>
                  <a:pt x="329" y="132"/>
                </a:moveTo>
                <a:cubicBezTo>
                  <a:pt x="333" y="143"/>
                  <a:pt x="335" y="155"/>
                  <a:pt x="336" y="167"/>
                </a:cubicBezTo>
                <a:lnTo>
                  <a:pt x="359" y="167"/>
                </a:lnTo>
                <a:cubicBezTo>
                  <a:pt x="358" y="152"/>
                  <a:pt x="355" y="137"/>
                  <a:pt x="351" y="123"/>
                </a:cubicBezTo>
                <a:lnTo>
                  <a:pt x="329" y="132"/>
                </a:lnTo>
                <a:moveTo>
                  <a:pt x="62" y="281"/>
                </a:moveTo>
                <a:cubicBezTo>
                  <a:pt x="53" y="271"/>
                  <a:pt x="46" y="260"/>
                  <a:pt x="40" y="247"/>
                </a:cubicBezTo>
                <a:lnTo>
                  <a:pt x="17" y="256"/>
                </a:lnTo>
                <a:cubicBezTo>
                  <a:pt x="24" y="271"/>
                  <a:pt x="35" y="285"/>
                  <a:pt x="45" y="297"/>
                </a:cubicBezTo>
                <a:lnTo>
                  <a:pt x="62" y="281"/>
                </a:lnTo>
                <a:moveTo>
                  <a:pt x="192" y="23"/>
                </a:moveTo>
                <a:cubicBezTo>
                  <a:pt x="205" y="24"/>
                  <a:pt x="218" y="27"/>
                  <a:pt x="231" y="31"/>
                </a:cubicBezTo>
                <a:lnTo>
                  <a:pt x="240" y="10"/>
                </a:lnTo>
                <a:cubicBezTo>
                  <a:pt x="225" y="4"/>
                  <a:pt x="209" y="1"/>
                  <a:pt x="192" y="0"/>
                </a:cubicBezTo>
                <a:lnTo>
                  <a:pt x="192" y="23"/>
                </a:lnTo>
                <a:moveTo>
                  <a:pt x="133" y="30"/>
                </a:moveTo>
                <a:cubicBezTo>
                  <a:pt x="144" y="26"/>
                  <a:pt x="156" y="24"/>
                  <a:pt x="169" y="23"/>
                </a:cubicBezTo>
                <a:lnTo>
                  <a:pt x="169" y="0"/>
                </a:lnTo>
                <a:cubicBezTo>
                  <a:pt x="153" y="1"/>
                  <a:pt x="138" y="4"/>
                  <a:pt x="124" y="8"/>
                </a:cubicBezTo>
                <a:lnTo>
                  <a:pt x="133" y="30"/>
                </a:lnTo>
                <a:moveTo>
                  <a:pt x="315" y="60"/>
                </a:moveTo>
                <a:lnTo>
                  <a:pt x="299" y="77"/>
                </a:lnTo>
                <a:cubicBezTo>
                  <a:pt x="307" y="87"/>
                  <a:pt x="315" y="98"/>
                  <a:pt x="321" y="110"/>
                </a:cubicBezTo>
                <a:lnTo>
                  <a:pt x="342" y="102"/>
                </a:lnTo>
                <a:cubicBezTo>
                  <a:pt x="335" y="87"/>
                  <a:pt x="326" y="73"/>
                  <a:pt x="315" y="60"/>
                </a:cubicBezTo>
                <a:moveTo>
                  <a:pt x="282" y="60"/>
                </a:moveTo>
                <a:lnTo>
                  <a:pt x="299" y="44"/>
                </a:lnTo>
                <a:cubicBezTo>
                  <a:pt x="287" y="34"/>
                  <a:pt x="275" y="26"/>
                  <a:pt x="261" y="19"/>
                </a:cubicBezTo>
                <a:lnTo>
                  <a:pt x="252" y="40"/>
                </a:lnTo>
                <a:cubicBezTo>
                  <a:pt x="263" y="46"/>
                  <a:pt x="273" y="53"/>
                  <a:pt x="282" y="60"/>
                </a:cubicBez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0" name="任意多边形 329"/>
          <p:cNvSpPr/>
          <p:nvPr/>
        </p:nvSpPr>
        <p:spPr>
          <a:xfrm>
            <a:off x="757080" y="2232720"/>
            <a:ext cx="10080" cy="10080"/>
          </a:xfrm>
          <a:custGeom>
            <a:avLst/>
            <a:gdLst/>
            <a:ahLst/>
            <a:cxnLst/>
            <a:rect l="0" t="0" r="r" b="b"/>
            <a:pathLst>
              <a:path w="28" h="28">
                <a:moveTo>
                  <a:pt x="28" y="14"/>
                </a:moveTo>
                <a:cubicBezTo>
                  <a:pt x="28" y="18"/>
                  <a:pt x="26" y="21"/>
                  <a:pt x="24" y="25"/>
                </a:cubicBezTo>
                <a:cubicBezTo>
                  <a:pt x="21" y="27"/>
                  <a:pt x="18" y="28"/>
                  <a:pt x="13" y="28"/>
                </a:cubicBezTo>
                <a:cubicBezTo>
                  <a:pt x="9" y="28"/>
                  <a:pt x="6" y="27"/>
                  <a:pt x="4" y="25"/>
                </a:cubicBezTo>
                <a:cubicBezTo>
                  <a:pt x="1" y="21"/>
                  <a:pt x="0" y="18"/>
                  <a:pt x="0" y="14"/>
                </a:cubicBezTo>
                <a:cubicBezTo>
                  <a:pt x="0" y="10"/>
                  <a:pt x="1" y="7"/>
                  <a:pt x="4" y="4"/>
                </a:cubicBezTo>
                <a:cubicBezTo>
                  <a:pt x="6" y="2"/>
                  <a:pt x="9" y="0"/>
                  <a:pt x="13" y="0"/>
                </a:cubicBezTo>
                <a:cubicBezTo>
                  <a:pt x="18" y="0"/>
                  <a:pt x="21" y="2"/>
                  <a:pt x="24" y="4"/>
                </a:cubicBezTo>
                <a:cubicBezTo>
                  <a:pt x="26" y="7"/>
                  <a:pt x="28" y="10"/>
                  <a:pt x="28" y="14"/>
                </a:cubicBez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1" name="任意多边形 330"/>
          <p:cNvSpPr/>
          <p:nvPr/>
        </p:nvSpPr>
        <p:spPr>
          <a:xfrm>
            <a:off x="755640" y="2174760"/>
            <a:ext cx="12600" cy="50400"/>
          </a:xfrm>
          <a:custGeom>
            <a:avLst/>
            <a:gdLst/>
            <a:ahLst/>
            <a:cxnLst/>
            <a:rect l="0" t="0" r="r" b="b"/>
            <a:pathLst>
              <a:path w="35" h="140">
                <a:moveTo>
                  <a:pt x="0" y="9"/>
                </a:moveTo>
                <a:lnTo>
                  <a:pt x="5" y="131"/>
                </a:lnTo>
                <a:cubicBezTo>
                  <a:pt x="5" y="136"/>
                  <a:pt x="9" y="140"/>
                  <a:pt x="14" y="140"/>
                </a:cubicBezTo>
                <a:lnTo>
                  <a:pt x="20" y="140"/>
                </a:lnTo>
                <a:cubicBezTo>
                  <a:pt x="25" y="140"/>
                  <a:pt x="30" y="136"/>
                  <a:pt x="30" y="131"/>
                </a:cubicBezTo>
                <a:lnTo>
                  <a:pt x="35" y="9"/>
                </a:lnTo>
                <a:cubicBezTo>
                  <a:pt x="35" y="4"/>
                  <a:pt x="31" y="0"/>
                  <a:pt x="25" y="0"/>
                </a:cubicBezTo>
                <a:lnTo>
                  <a:pt x="9" y="0"/>
                </a:lnTo>
                <a:cubicBezTo>
                  <a:pt x="4" y="0"/>
                  <a:pt x="0" y="4"/>
                  <a:pt x="0" y="9"/>
                </a:cubicBez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2" name="文本框 331"/>
          <p:cNvSpPr txBox="1"/>
          <p:nvPr/>
        </p:nvSpPr>
        <p:spPr>
          <a:xfrm>
            <a:off x="905040" y="1843200"/>
            <a:ext cx="626745" cy="16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需求调研</a:t>
            </a:r>
            <a:r>
              <a:rPr lang="en-US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: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5" name="任意多边形 334"/>
          <p:cNvSpPr/>
          <p:nvPr/>
        </p:nvSpPr>
        <p:spPr>
          <a:xfrm>
            <a:off x="755640" y="2441520"/>
            <a:ext cx="12600" cy="50400"/>
          </a:xfrm>
          <a:custGeom>
            <a:avLst/>
            <a:gdLst/>
            <a:ahLst/>
            <a:cxnLst/>
            <a:rect l="0" t="0" r="r" b="b"/>
            <a:pathLst>
              <a:path w="35" h="140">
                <a:moveTo>
                  <a:pt x="0" y="9"/>
                </a:moveTo>
                <a:lnTo>
                  <a:pt x="5" y="131"/>
                </a:lnTo>
                <a:cubicBezTo>
                  <a:pt x="5" y="136"/>
                  <a:pt x="9" y="140"/>
                  <a:pt x="14" y="140"/>
                </a:cubicBezTo>
                <a:lnTo>
                  <a:pt x="20" y="140"/>
                </a:lnTo>
                <a:cubicBezTo>
                  <a:pt x="25" y="140"/>
                  <a:pt x="30" y="136"/>
                  <a:pt x="30" y="131"/>
                </a:cubicBezTo>
                <a:lnTo>
                  <a:pt x="35" y="9"/>
                </a:lnTo>
                <a:cubicBezTo>
                  <a:pt x="35" y="4"/>
                  <a:pt x="31" y="0"/>
                  <a:pt x="25" y="0"/>
                </a:cubicBezTo>
                <a:lnTo>
                  <a:pt x="9" y="0"/>
                </a:lnTo>
                <a:cubicBezTo>
                  <a:pt x="4" y="0"/>
                  <a:pt x="0" y="4"/>
                  <a:pt x="0" y="9"/>
                </a:cubicBez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6" name="文本框 335"/>
          <p:cNvSpPr txBox="1"/>
          <p:nvPr/>
        </p:nvSpPr>
        <p:spPr>
          <a:xfrm>
            <a:off x="905040" y="2109960"/>
            <a:ext cx="2266950" cy="16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原型设计：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原型测试，优化分类与流程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8" name="任意多边形 337"/>
          <p:cNvSpPr/>
          <p:nvPr/>
        </p:nvSpPr>
        <p:spPr>
          <a:xfrm>
            <a:off x="701280" y="3009600"/>
            <a:ext cx="137880" cy="133920"/>
          </a:xfrm>
          <a:custGeom>
            <a:avLst/>
            <a:gdLst/>
            <a:ahLst/>
            <a:cxnLst/>
            <a:rect l="0" t="0" r="r" b="b"/>
            <a:pathLst>
              <a:path w="383" h="372">
                <a:moveTo>
                  <a:pt x="212" y="13"/>
                </a:moveTo>
                <a:cubicBezTo>
                  <a:pt x="208" y="5"/>
                  <a:pt x="200" y="0"/>
                  <a:pt x="191" y="0"/>
                </a:cubicBezTo>
                <a:cubicBezTo>
                  <a:pt x="182" y="0"/>
                  <a:pt x="174" y="5"/>
                  <a:pt x="171" y="13"/>
                </a:cubicBezTo>
                <a:lnTo>
                  <a:pt x="123" y="109"/>
                </a:lnTo>
                <a:lnTo>
                  <a:pt x="19" y="124"/>
                </a:lnTo>
                <a:cubicBezTo>
                  <a:pt x="10" y="126"/>
                  <a:pt x="3" y="132"/>
                  <a:pt x="1" y="140"/>
                </a:cubicBezTo>
                <a:cubicBezTo>
                  <a:pt x="-2" y="148"/>
                  <a:pt x="0" y="158"/>
                  <a:pt x="6" y="164"/>
                </a:cubicBezTo>
                <a:lnTo>
                  <a:pt x="82" y="238"/>
                </a:lnTo>
                <a:lnTo>
                  <a:pt x="64" y="345"/>
                </a:lnTo>
                <a:cubicBezTo>
                  <a:pt x="62" y="353"/>
                  <a:pt x="66" y="362"/>
                  <a:pt x="73" y="367"/>
                </a:cubicBezTo>
                <a:cubicBezTo>
                  <a:pt x="80" y="373"/>
                  <a:pt x="90" y="373"/>
                  <a:pt x="98" y="369"/>
                </a:cubicBezTo>
                <a:lnTo>
                  <a:pt x="191" y="319"/>
                </a:lnTo>
                <a:lnTo>
                  <a:pt x="284" y="369"/>
                </a:lnTo>
                <a:cubicBezTo>
                  <a:pt x="292" y="373"/>
                  <a:pt x="302" y="373"/>
                  <a:pt x="309" y="367"/>
                </a:cubicBezTo>
                <a:cubicBezTo>
                  <a:pt x="316" y="362"/>
                  <a:pt x="320" y="353"/>
                  <a:pt x="318" y="345"/>
                </a:cubicBezTo>
                <a:lnTo>
                  <a:pt x="300" y="238"/>
                </a:lnTo>
                <a:lnTo>
                  <a:pt x="376" y="164"/>
                </a:lnTo>
                <a:cubicBezTo>
                  <a:pt x="382" y="158"/>
                  <a:pt x="384" y="148"/>
                  <a:pt x="381" y="140"/>
                </a:cubicBezTo>
                <a:cubicBezTo>
                  <a:pt x="379" y="132"/>
                  <a:pt x="371" y="126"/>
                  <a:pt x="363" y="124"/>
                </a:cubicBezTo>
                <a:lnTo>
                  <a:pt x="259" y="109"/>
                </a:lnTo>
                <a:lnTo>
                  <a:pt x="212" y="13"/>
                </a:lnTo>
                <a:close/>
              </a:path>
            </a:pathLst>
          </a:custGeom>
          <a:solidFill>
            <a:srgbClr val="FF7D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9" name="文本框 338"/>
          <p:cNvSpPr txBox="1"/>
          <p:nvPr/>
        </p:nvSpPr>
        <p:spPr>
          <a:xfrm>
            <a:off x="619200" y="2719440"/>
            <a:ext cx="796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用户反馈亮点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0" name="任意多边形 339"/>
          <p:cNvSpPr/>
          <p:nvPr/>
        </p:nvSpPr>
        <p:spPr>
          <a:xfrm>
            <a:off x="701280" y="3238200"/>
            <a:ext cx="137880" cy="133920"/>
          </a:xfrm>
          <a:custGeom>
            <a:avLst/>
            <a:gdLst/>
            <a:ahLst/>
            <a:cxnLst/>
            <a:rect l="0" t="0" r="r" b="b"/>
            <a:pathLst>
              <a:path w="383" h="372">
                <a:moveTo>
                  <a:pt x="212" y="13"/>
                </a:moveTo>
                <a:cubicBezTo>
                  <a:pt x="208" y="5"/>
                  <a:pt x="200" y="0"/>
                  <a:pt x="191" y="0"/>
                </a:cubicBezTo>
                <a:cubicBezTo>
                  <a:pt x="182" y="0"/>
                  <a:pt x="174" y="5"/>
                  <a:pt x="171" y="13"/>
                </a:cubicBezTo>
                <a:lnTo>
                  <a:pt x="123" y="110"/>
                </a:lnTo>
                <a:lnTo>
                  <a:pt x="19" y="125"/>
                </a:lnTo>
                <a:cubicBezTo>
                  <a:pt x="10" y="127"/>
                  <a:pt x="3" y="133"/>
                  <a:pt x="1" y="141"/>
                </a:cubicBezTo>
                <a:cubicBezTo>
                  <a:pt x="-2" y="149"/>
                  <a:pt x="0" y="159"/>
                  <a:pt x="6" y="165"/>
                </a:cubicBezTo>
                <a:lnTo>
                  <a:pt x="82" y="239"/>
                </a:lnTo>
                <a:lnTo>
                  <a:pt x="64" y="345"/>
                </a:lnTo>
                <a:cubicBezTo>
                  <a:pt x="62" y="353"/>
                  <a:pt x="66" y="362"/>
                  <a:pt x="73" y="367"/>
                </a:cubicBezTo>
                <a:cubicBezTo>
                  <a:pt x="80" y="373"/>
                  <a:pt x="90" y="373"/>
                  <a:pt x="98" y="369"/>
                </a:cubicBezTo>
                <a:lnTo>
                  <a:pt x="191" y="320"/>
                </a:lnTo>
                <a:lnTo>
                  <a:pt x="284" y="369"/>
                </a:lnTo>
                <a:cubicBezTo>
                  <a:pt x="292" y="373"/>
                  <a:pt x="302" y="373"/>
                  <a:pt x="309" y="367"/>
                </a:cubicBezTo>
                <a:cubicBezTo>
                  <a:pt x="316" y="362"/>
                  <a:pt x="320" y="353"/>
                  <a:pt x="318" y="345"/>
                </a:cubicBezTo>
                <a:lnTo>
                  <a:pt x="300" y="239"/>
                </a:lnTo>
                <a:lnTo>
                  <a:pt x="376" y="165"/>
                </a:lnTo>
                <a:cubicBezTo>
                  <a:pt x="382" y="159"/>
                  <a:pt x="384" y="149"/>
                  <a:pt x="381" y="141"/>
                </a:cubicBezTo>
                <a:cubicBezTo>
                  <a:pt x="379" y="133"/>
                  <a:pt x="371" y="127"/>
                  <a:pt x="363" y="125"/>
                </a:cubicBezTo>
                <a:lnTo>
                  <a:pt x="259" y="110"/>
                </a:lnTo>
                <a:lnTo>
                  <a:pt x="212" y="13"/>
                </a:lnTo>
                <a:close/>
              </a:path>
            </a:pathLst>
          </a:custGeom>
          <a:solidFill>
            <a:srgbClr val="FF7D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1" name="文本框 340"/>
          <p:cNvSpPr txBox="1"/>
          <p:nvPr/>
        </p:nvSpPr>
        <p:spPr>
          <a:xfrm>
            <a:off x="921600" y="2986200"/>
            <a:ext cx="1194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界面简洁，操作便捷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3" name="文本框 342"/>
          <p:cNvSpPr txBox="1"/>
          <p:nvPr/>
        </p:nvSpPr>
        <p:spPr>
          <a:xfrm>
            <a:off x="921600" y="3214800"/>
            <a:ext cx="1194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分类清晰，搜索实用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4" name="任意多边形 343"/>
          <p:cNvSpPr/>
          <p:nvPr/>
        </p:nvSpPr>
        <p:spPr>
          <a:xfrm>
            <a:off x="618840" y="5848200"/>
            <a:ext cx="5086800" cy="9720"/>
          </a:xfrm>
          <a:custGeom>
            <a:avLst/>
            <a:gdLst/>
            <a:ahLst/>
            <a:cxnLst/>
            <a:rect l="0" t="0" r="r" b="b"/>
            <a:pathLst>
              <a:path w="14130" h="27">
                <a:moveTo>
                  <a:pt x="0" y="0"/>
                </a:moveTo>
                <a:lnTo>
                  <a:pt x="14130" y="0"/>
                </a:lnTo>
                <a:lnTo>
                  <a:pt x="141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5" name="任意多边形 344"/>
          <p:cNvSpPr/>
          <p:nvPr/>
        </p:nvSpPr>
        <p:spPr>
          <a:xfrm>
            <a:off x="618840" y="6038640"/>
            <a:ext cx="172080" cy="171720"/>
          </a:xfrm>
          <a:custGeom>
            <a:avLst/>
            <a:gdLst/>
            <a:ahLst/>
            <a:cxnLst/>
            <a:rect l="0" t="0" r="r" b="b"/>
            <a:pathLst>
              <a:path w="478" h="477">
                <a:moveTo>
                  <a:pt x="238" y="477"/>
                </a:moveTo>
                <a:cubicBezTo>
                  <a:pt x="254" y="477"/>
                  <a:pt x="270" y="476"/>
                  <a:pt x="285" y="473"/>
                </a:cubicBezTo>
                <a:cubicBezTo>
                  <a:pt x="300" y="470"/>
                  <a:pt x="315" y="465"/>
                  <a:pt x="330" y="459"/>
                </a:cubicBezTo>
                <a:cubicBezTo>
                  <a:pt x="344" y="453"/>
                  <a:pt x="358" y="446"/>
                  <a:pt x="371" y="437"/>
                </a:cubicBezTo>
                <a:cubicBezTo>
                  <a:pt x="384" y="429"/>
                  <a:pt x="396" y="419"/>
                  <a:pt x="407" y="408"/>
                </a:cubicBezTo>
                <a:cubicBezTo>
                  <a:pt x="418" y="397"/>
                  <a:pt x="429" y="385"/>
                  <a:pt x="437" y="372"/>
                </a:cubicBezTo>
                <a:cubicBezTo>
                  <a:pt x="446" y="359"/>
                  <a:pt x="453" y="345"/>
                  <a:pt x="459" y="330"/>
                </a:cubicBezTo>
                <a:cubicBezTo>
                  <a:pt x="465" y="316"/>
                  <a:pt x="470" y="301"/>
                  <a:pt x="473" y="286"/>
                </a:cubicBezTo>
                <a:cubicBezTo>
                  <a:pt x="476" y="270"/>
                  <a:pt x="478" y="255"/>
                  <a:pt x="478" y="239"/>
                </a:cubicBezTo>
                <a:cubicBezTo>
                  <a:pt x="478" y="224"/>
                  <a:pt x="476" y="208"/>
                  <a:pt x="473" y="193"/>
                </a:cubicBezTo>
                <a:cubicBezTo>
                  <a:pt x="470" y="177"/>
                  <a:pt x="465" y="163"/>
                  <a:pt x="459" y="148"/>
                </a:cubicBezTo>
                <a:cubicBezTo>
                  <a:pt x="453" y="134"/>
                  <a:pt x="446" y="119"/>
                  <a:pt x="437" y="106"/>
                </a:cubicBezTo>
                <a:cubicBezTo>
                  <a:pt x="429" y="93"/>
                  <a:pt x="418" y="81"/>
                  <a:pt x="407" y="70"/>
                </a:cubicBezTo>
                <a:cubicBezTo>
                  <a:pt x="396" y="59"/>
                  <a:pt x="384" y="49"/>
                  <a:pt x="371" y="40"/>
                </a:cubicBezTo>
                <a:cubicBezTo>
                  <a:pt x="358" y="32"/>
                  <a:pt x="344" y="24"/>
                  <a:pt x="330" y="18"/>
                </a:cubicBezTo>
                <a:cubicBezTo>
                  <a:pt x="315" y="12"/>
                  <a:pt x="300" y="8"/>
                  <a:pt x="285" y="5"/>
                </a:cubicBezTo>
                <a:cubicBezTo>
                  <a:pt x="270" y="2"/>
                  <a:pt x="254" y="0"/>
                  <a:pt x="238" y="0"/>
                </a:cubicBezTo>
                <a:cubicBezTo>
                  <a:pt x="223" y="0"/>
                  <a:pt x="207" y="2"/>
                  <a:pt x="192" y="5"/>
                </a:cubicBezTo>
                <a:cubicBezTo>
                  <a:pt x="177" y="8"/>
                  <a:pt x="162" y="12"/>
                  <a:pt x="147" y="18"/>
                </a:cubicBezTo>
                <a:cubicBezTo>
                  <a:pt x="133" y="24"/>
                  <a:pt x="119" y="32"/>
                  <a:pt x="106" y="40"/>
                </a:cubicBezTo>
                <a:cubicBezTo>
                  <a:pt x="93" y="49"/>
                  <a:pt x="81" y="59"/>
                  <a:pt x="70" y="70"/>
                </a:cubicBezTo>
                <a:cubicBezTo>
                  <a:pt x="59" y="81"/>
                  <a:pt x="49" y="93"/>
                  <a:pt x="40" y="106"/>
                </a:cubicBezTo>
                <a:cubicBezTo>
                  <a:pt x="32" y="119"/>
                  <a:pt x="24" y="134"/>
                  <a:pt x="18" y="148"/>
                </a:cubicBezTo>
                <a:cubicBezTo>
                  <a:pt x="12" y="163"/>
                  <a:pt x="8" y="177"/>
                  <a:pt x="5" y="193"/>
                </a:cubicBezTo>
                <a:cubicBezTo>
                  <a:pt x="2" y="208"/>
                  <a:pt x="0" y="224"/>
                  <a:pt x="0" y="239"/>
                </a:cubicBezTo>
                <a:cubicBezTo>
                  <a:pt x="0" y="255"/>
                  <a:pt x="2" y="270"/>
                  <a:pt x="5" y="286"/>
                </a:cubicBezTo>
                <a:cubicBezTo>
                  <a:pt x="8" y="301"/>
                  <a:pt x="12" y="316"/>
                  <a:pt x="18" y="330"/>
                </a:cubicBezTo>
                <a:cubicBezTo>
                  <a:pt x="24" y="345"/>
                  <a:pt x="32" y="359"/>
                  <a:pt x="40" y="372"/>
                </a:cubicBezTo>
                <a:cubicBezTo>
                  <a:pt x="49" y="385"/>
                  <a:pt x="59" y="397"/>
                  <a:pt x="70" y="408"/>
                </a:cubicBezTo>
                <a:cubicBezTo>
                  <a:pt x="81" y="419"/>
                  <a:pt x="93" y="429"/>
                  <a:pt x="106" y="437"/>
                </a:cubicBezTo>
                <a:cubicBezTo>
                  <a:pt x="119" y="446"/>
                  <a:pt x="133" y="453"/>
                  <a:pt x="147" y="459"/>
                </a:cubicBezTo>
                <a:cubicBezTo>
                  <a:pt x="162" y="465"/>
                  <a:pt x="177" y="470"/>
                  <a:pt x="192" y="473"/>
                </a:cubicBezTo>
                <a:cubicBezTo>
                  <a:pt x="207" y="476"/>
                  <a:pt x="223" y="477"/>
                  <a:pt x="238" y="477"/>
                </a:cubicBezTo>
                <a:moveTo>
                  <a:pt x="344" y="195"/>
                </a:moveTo>
                <a:lnTo>
                  <a:pt x="224" y="315"/>
                </a:lnTo>
                <a:cubicBezTo>
                  <a:pt x="216" y="323"/>
                  <a:pt x="202" y="323"/>
                  <a:pt x="193" y="315"/>
                </a:cubicBezTo>
                <a:lnTo>
                  <a:pt x="133" y="255"/>
                </a:lnTo>
                <a:cubicBezTo>
                  <a:pt x="125" y="246"/>
                  <a:pt x="125" y="232"/>
                  <a:pt x="133" y="223"/>
                </a:cubicBezTo>
                <a:cubicBezTo>
                  <a:pt x="142" y="215"/>
                  <a:pt x="156" y="215"/>
                  <a:pt x="165" y="223"/>
                </a:cubicBezTo>
                <a:lnTo>
                  <a:pt x="209" y="267"/>
                </a:lnTo>
                <a:lnTo>
                  <a:pt x="312" y="164"/>
                </a:lnTo>
                <a:cubicBezTo>
                  <a:pt x="321" y="155"/>
                  <a:pt x="335" y="155"/>
                  <a:pt x="343" y="164"/>
                </a:cubicBezTo>
                <a:cubicBezTo>
                  <a:pt x="352" y="173"/>
                  <a:pt x="352" y="187"/>
                  <a:pt x="343" y="195"/>
                </a:cubicBezTo>
                <a:lnTo>
                  <a:pt x="344" y="195"/>
                </a:ln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7" name="任意多边形 346"/>
          <p:cNvSpPr/>
          <p:nvPr/>
        </p:nvSpPr>
        <p:spPr>
          <a:xfrm>
            <a:off x="6252840" y="919080"/>
            <a:ext cx="5553720" cy="5553360"/>
          </a:xfrm>
          <a:custGeom>
            <a:avLst/>
            <a:gdLst/>
            <a:ahLst/>
            <a:cxnLst/>
            <a:rect l="0" t="0" r="r" b="b"/>
            <a:pathLst>
              <a:path w="15427" h="15426">
                <a:moveTo>
                  <a:pt x="0" y="15122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4" y="188"/>
                </a:cubicBezTo>
                <a:cubicBezTo>
                  <a:pt x="31" y="169"/>
                  <a:pt x="41" y="152"/>
                  <a:pt x="52" y="135"/>
                </a:cubicBezTo>
                <a:cubicBezTo>
                  <a:pt x="63" y="118"/>
                  <a:pt x="75" y="103"/>
                  <a:pt x="90" y="89"/>
                </a:cubicBezTo>
                <a:cubicBezTo>
                  <a:pt x="104" y="75"/>
                  <a:pt x="119" y="62"/>
                  <a:pt x="136" y="51"/>
                </a:cubicBezTo>
                <a:cubicBezTo>
                  <a:pt x="152" y="40"/>
                  <a:pt x="170" y="31"/>
                  <a:pt x="188" y="23"/>
                </a:cubicBezTo>
                <a:cubicBezTo>
                  <a:pt x="207" y="15"/>
                  <a:pt x="226" y="9"/>
                  <a:pt x="245" y="6"/>
                </a:cubicBezTo>
                <a:cubicBezTo>
                  <a:pt x="265" y="2"/>
                  <a:pt x="285" y="0"/>
                  <a:pt x="305" y="0"/>
                </a:cubicBezTo>
                <a:lnTo>
                  <a:pt x="15122" y="0"/>
                </a:lnTo>
                <a:cubicBezTo>
                  <a:pt x="15142" y="0"/>
                  <a:pt x="15162" y="2"/>
                  <a:pt x="15182" y="6"/>
                </a:cubicBezTo>
                <a:cubicBezTo>
                  <a:pt x="15201" y="9"/>
                  <a:pt x="15220" y="15"/>
                  <a:pt x="15239" y="23"/>
                </a:cubicBezTo>
                <a:cubicBezTo>
                  <a:pt x="15257" y="31"/>
                  <a:pt x="15275" y="40"/>
                  <a:pt x="15291" y="51"/>
                </a:cubicBezTo>
                <a:cubicBezTo>
                  <a:pt x="15308" y="62"/>
                  <a:pt x="15323" y="75"/>
                  <a:pt x="15337" y="89"/>
                </a:cubicBezTo>
                <a:cubicBezTo>
                  <a:pt x="15352" y="103"/>
                  <a:pt x="15364" y="118"/>
                  <a:pt x="15375" y="135"/>
                </a:cubicBezTo>
                <a:cubicBezTo>
                  <a:pt x="15386" y="152"/>
                  <a:pt x="15396" y="169"/>
                  <a:pt x="15403" y="188"/>
                </a:cubicBezTo>
                <a:cubicBezTo>
                  <a:pt x="15411" y="206"/>
                  <a:pt x="15417" y="225"/>
                  <a:pt x="15421" y="245"/>
                </a:cubicBezTo>
                <a:cubicBezTo>
                  <a:pt x="15425" y="264"/>
                  <a:pt x="15427" y="284"/>
                  <a:pt x="15427" y="304"/>
                </a:cubicBezTo>
                <a:lnTo>
                  <a:pt x="15427" y="15122"/>
                </a:lnTo>
                <a:cubicBezTo>
                  <a:pt x="15427" y="15142"/>
                  <a:pt x="15425" y="15161"/>
                  <a:pt x="15421" y="15181"/>
                </a:cubicBezTo>
                <a:cubicBezTo>
                  <a:pt x="15417" y="15201"/>
                  <a:pt x="15411" y="15220"/>
                  <a:pt x="15403" y="15238"/>
                </a:cubicBezTo>
                <a:cubicBezTo>
                  <a:pt x="15396" y="15257"/>
                  <a:pt x="15386" y="15274"/>
                  <a:pt x="15375" y="15291"/>
                </a:cubicBezTo>
                <a:cubicBezTo>
                  <a:pt x="15364" y="15307"/>
                  <a:pt x="15352" y="15323"/>
                  <a:pt x="15337" y="15337"/>
                </a:cubicBezTo>
                <a:cubicBezTo>
                  <a:pt x="15323" y="15351"/>
                  <a:pt x="15308" y="15364"/>
                  <a:pt x="15291" y="15375"/>
                </a:cubicBezTo>
                <a:cubicBezTo>
                  <a:pt x="15275" y="15386"/>
                  <a:pt x="15257" y="15395"/>
                  <a:pt x="15239" y="15403"/>
                </a:cubicBezTo>
                <a:cubicBezTo>
                  <a:pt x="15220" y="15410"/>
                  <a:pt x="15201" y="15416"/>
                  <a:pt x="15182" y="15420"/>
                </a:cubicBezTo>
                <a:cubicBezTo>
                  <a:pt x="15162" y="15424"/>
                  <a:pt x="15142" y="15426"/>
                  <a:pt x="15122" y="15426"/>
                </a:cubicBezTo>
                <a:lnTo>
                  <a:pt x="305" y="15426"/>
                </a:lnTo>
                <a:cubicBezTo>
                  <a:pt x="285" y="15426"/>
                  <a:pt x="265" y="15424"/>
                  <a:pt x="245" y="15420"/>
                </a:cubicBezTo>
                <a:cubicBezTo>
                  <a:pt x="226" y="15416"/>
                  <a:pt x="207" y="15410"/>
                  <a:pt x="188" y="15403"/>
                </a:cubicBezTo>
                <a:cubicBezTo>
                  <a:pt x="170" y="15395"/>
                  <a:pt x="152" y="15386"/>
                  <a:pt x="136" y="15375"/>
                </a:cubicBezTo>
                <a:cubicBezTo>
                  <a:pt x="119" y="15364"/>
                  <a:pt x="104" y="15351"/>
                  <a:pt x="90" y="15337"/>
                </a:cubicBezTo>
                <a:cubicBezTo>
                  <a:pt x="75" y="15323"/>
                  <a:pt x="63" y="15307"/>
                  <a:pt x="52" y="15291"/>
                </a:cubicBezTo>
                <a:cubicBezTo>
                  <a:pt x="41" y="15274"/>
                  <a:pt x="31" y="15257"/>
                  <a:pt x="24" y="15238"/>
                </a:cubicBezTo>
                <a:cubicBezTo>
                  <a:pt x="16" y="15220"/>
                  <a:pt x="10" y="15201"/>
                  <a:pt x="6" y="15181"/>
                </a:cubicBezTo>
                <a:cubicBezTo>
                  <a:pt x="2" y="15161"/>
                  <a:pt x="0" y="15142"/>
                  <a:pt x="0" y="1512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8" name="任意多边形 347"/>
          <p:cNvSpPr/>
          <p:nvPr/>
        </p:nvSpPr>
        <p:spPr>
          <a:xfrm>
            <a:off x="6252840" y="919080"/>
            <a:ext cx="5553720" cy="5553360"/>
          </a:xfrm>
          <a:custGeom>
            <a:avLst/>
            <a:gdLst/>
            <a:ahLst/>
            <a:cxnLst/>
            <a:rect l="0" t="0" r="r" b="b"/>
            <a:pathLst>
              <a:path w="15427" h="15426" fill="none">
                <a:moveTo>
                  <a:pt x="0" y="15122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4" y="188"/>
                </a:cubicBezTo>
                <a:cubicBezTo>
                  <a:pt x="31" y="169"/>
                  <a:pt x="41" y="152"/>
                  <a:pt x="52" y="135"/>
                </a:cubicBezTo>
                <a:cubicBezTo>
                  <a:pt x="63" y="118"/>
                  <a:pt x="75" y="103"/>
                  <a:pt x="90" y="89"/>
                </a:cubicBezTo>
                <a:cubicBezTo>
                  <a:pt x="104" y="75"/>
                  <a:pt x="119" y="62"/>
                  <a:pt x="136" y="51"/>
                </a:cubicBezTo>
                <a:cubicBezTo>
                  <a:pt x="152" y="40"/>
                  <a:pt x="170" y="31"/>
                  <a:pt x="188" y="23"/>
                </a:cubicBezTo>
                <a:cubicBezTo>
                  <a:pt x="207" y="15"/>
                  <a:pt x="226" y="9"/>
                  <a:pt x="245" y="6"/>
                </a:cubicBezTo>
                <a:cubicBezTo>
                  <a:pt x="265" y="2"/>
                  <a:pt x="285" y="0"/>
                  <a:pt x="305" y="0"/>
                </a:cubicBezTo>
                <a:lnTo>
                  <a:pt x="15122" y="0"/>
                </a:lnTo>
                <a:cubicBezTo>
                  <a:pt x="15142" y="0"/>
                  <a:pt x="15162" y="2"/>
                  <a:pt x="15182" y="6"/>
                </a:cubicBezTo>
                <a:cubicBezTo>
                  <a:pt x="15201" y="9"/>
                  <a:pt x="15220" y="15"/>
                  <a:pt x="15239" y="23"/>
                </a:cubicBezTo>
                <a:cubicBezTo>
                  <a:pt x="15257" y="31"/>
                  <a:pt x="15275" y="40"/>
                  <a:pt x="15291" y="51"/>
                </a:cubicBezTo>
                <a:cubicBezTo>
                  <a:pt x="15308" y="62"/>
                  <a:pt x="15323" y="75"/>
                  <a:pt x="15337" y="89"/>
                </a:cubicBezTo>
                <a:cubicBezTo>
                  <a:pt x="15352" y="103"/>
                  <a:pt x="15364" y="118"/>
                  <a:pt x="15375" y="135"/>
                </a:cubicBezTo>
                <a:cubicBezTo>
                  <a:pt x="15386" y="152"/>
                  <a:pt x="15396" y="169"/>
                  <a:pt x="15403" y="188"/>
                </a:cubicBezTo>
                <a:cubicBezTo>
                  <a:pt x="15411" y="206"/>
                  <a:pt x="15417" y="225"/>
                  <a:pt x="15421" y="245"/>
                </a:cubicBezTo>
                <a:cubicBezTo>
                  <a:pt x="15425" y="264"/>
                  <a:pt x="15427" y="284"/>
                  <a:pt x="15427" y="304"/>
                </a:cubicBezTo>
                <a:lnTo>
                  <a:pt x="15427" y="15122"/>
                </a:lnTo>
                <a:cubicBezTo>
                  <a:pt x="15427" y="15142"/>
                  <a:pt x="15425" y="15161"/>
                  <a:pt x="15421" y="15181"/>
                </a:cubicBezTo>
                <a:cubicBezTo>
                  <a:pt x="15417" y="15201"/>
                  <a:pt x="15411" y="15220"/>
                  <a:pt x="15403" y="15238"/>
                </a:cubicBezTo>
                <a:cubicBezTo>
                  <a:pt x="15396" y="15257"/>
                  <a:pt x="15386" y="15274"/>
                  <a:pt x="15375" y="15291"/>
                </a:cubicBezTo>
                <a:cubicBezTo>
                  <a:pt x="15364" y="15307"/>
                  <a:pt x="15352" y="15323"/>
                  <a:pt x="15337" y="15337"/>
                </a:cubicBezTo>
                <a:cubicBezTo>
                  <a:pt x="15323" y="15351"/>
                  <a:pt x="15308" y="15364"/>
                  <a:pt x="15291" y="15375"/>
                </a:cubicBezTo>
                <a:cubicBezTo>
                  <a:pt x="15275" y="15386"/>
                  <a:pt x="15257" y="15395"/>
                  <a:pt x="15239" y="15403"/>
                </a:cubicBezTo>
                <a:cubicBezTo>
                  <a:pt x="15220" y="15410"/>
                  <a:pt x="15201" y="15416"/>
                  <a:pt x="15182" y="15420"/>
                </a:cubicBezTo>
                <a:cubicBezTo>
                  <a:pt x="15162" y="15424"/>
                  <a:pt x="15142" y="15426"/>
                  <a:pt x="15122" y="15426"/>
                </a:cubicBezTo>
                <a:lnTo>
                  <a:pt x="305" y="15426"/>
                </a:lnTo>
                <a:cubicBezTo>
                  <a:pt x="285" y="15426"/>
                  <a:pt x="265" y="15424"/>
                  <a:pt x="245" y="15420"/>
                </a:cubicBezTo>
                <a:cubicBezTo>
                  <a:pt x="226" y="15416"/>
                  <a:pt x="207" y="15410"/>
                  <a:pt x="188" y="15403"/>
                </a:cubicBezTo>
                <a:cubicBezTo>
                  <a:pt x="170" y="15395"/>
                  <a:pt x="152" y="15386"/>
                  <a:pt x="136" y="15375"/>
                </a:cubicBezTo>
                <a:cubicBezTo>
                  <a:pt x="119" y="15364"/>
                  <a:pt x="104" y="15351"/>
                  <a:pt x="90" y="15337"/>
                </a:cubicBezTo>
                <a:cubicBezTo>
                  <a:pt x="75" y="15323"/>
                  <a:pt x="63" y="15307"/>
                  <a:pt x="52" y="15291"/>
                </a:cubicBezTo>
                <a:cubicBezTo>
                  <a:pt x="41" y="15274"/>
                  <a:pt x="31" y="15257"/>
                  <a:pt x="24" y="15238"/>
                </a:cubicBezTo>
                <a:cubicBezTo>
                  <a:pt x="16" y="15220"/>
                  <a:pt x="10" y="15201"/>
                  <a:pt x="6" y="15181"/>
                </a:cubicBezTo>
                <a:cubicBezTo>
                  <a:pt x="2" y="15161"/>
                  <a:pt x="0" y="15142"/>
                  <a:pt x="0" y="15122"/>
                </a:cubicBezTo>
              </a:path>
            </a:pathLst>
          </a:custGeom>
          <a:ln w="9360">
            <a:solidFill>
              <a:srgbClr val="F3F4F6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9" name="任意多边形 348"/>
          <p:cNvSpPr/>
          <p:nvPr/>
        </p:nvSpPr>
        <p:spPr>
          <a:xfrm>
            <a:off x="6490080" y="1175040"/>
            <a:ext cx="221400" cy="221400"/>
          </a:xfrm>
          <a:custGeom>
            <a:avLst/>
            <a:gdLst/>
            <a:ahLst/>
            <a:cxnLst/>
            <a:rect l="0" t="0" r="r" b="b"/>
            <a:pathLst>
              <a:path w="615" h="615">
                <a:moveTo>
                  <a:pt x="185" y="546"/>
                </a:moveTo>
                <a:lnTo>
                  <a:pt x="169" y="583"/>
                </a:lnTo>
                <a:cubicBezTo>
                  <a:pt x="146" y="571"/>
                  <a:pt x="125" y="556"/>
                  <a:pt x="105" y="539"/>
                </a:cubicBezTo>
                <a:lnTo>
                  <a:pt x="133" y="511"/>
                </a:lnTo>
                <a:cubicBezTo>
                  <a:pt x="149" y="525"/>
                  <a:pt x="166" y="537"/>
                  <a:pt x="185" y="546"/>
                </a:cubicBezTo>
                <a:moveTo>
                  <a:pt x="40" y="328"/>
                </a:moveTo>
                <a:lnTo>
                  <a:pt x="0" y="328"/>
                </a:lnTo>
                <a:cubicBezTo>
                  <a:pt x="2" y="355"/>
                  <a:pt x="7" y="380"/>
                  <a:pt x="15" y="404"/>
                </a:cubicBezTo>
                <a:lnTo>
                  <a:pt x="52" y="389"/>
                </a:lnTo>
                <a:cubicBezTo>
                  <a:pt x="46" y="370"/>
                  <a:pt x="41" y="349"/>
                  <a:pt x="40" y="328"/>
                </a:cubicBezTo>
                <a:moveTo>
                  <a:pt x="40" y="289"/>
                </a:moveTo>
                <a:cubicBezTo>
                  <a:pt x="42" y="265"/>
                  <a:pt x="46" y="243"/>
                  <a:pt x="54" y="221"/>
                </a:cubicBezTo>
                <a:lnTo>
                  <a:pt x="17" y="206"/>
                </a:lnTo>
                <a:cubicBezTo>
                  <a:pt x="8" y="232"/>
                  <a:pt x="2" y="260"/>
                  <a:pt x="0" y="289"/>
                </a:cubicBezTo>
                <a:lnTo>
                  <a:pt x="40" y="289"/>
                </a:lnTo>
                <a:moveTo>
                  <a:pt x="70" y="185"/>
                </a:moveTo>
                <a:cubicBezTo>
                  <a:pt x="80" y="166"/>
                  <a:pt x="92" y="149"/>
                  <a:pt x="105" y="134"/>
                </a:cubicBezTo>
                <a:lnTo>
                  <a:pt x="77" y="104"/>
                </a:lnTo>
                <a:cubicBezTo>
                  <a:pt x="60" y="125"/>
                  <a:pt x="44" y="146"/>
                  <a:pt x="33" y="169"/>
                </a:cubicBezTo>
                <a:lnTo>
                  <a:pt x="70" y="185"/>
                </a:lnTo>
                <a:moveTo>
                  <a:pt x="483" y="511"/>
                </a:moveTo>
                <a:cubicBezTo>
                  <a:pt x="466" y="526"/>
                  <a:pt x="447" y="539"/>
                  <a:pt x="426" y="549"/>
                </a:cubicBezTo>
                <a:lnTo>
                  <a:pt x="441" y="586"/>
                </a:lnTo>
                <a:cubicBezTo>
                  <a:pt x="466" y="574"/>
                  <a:pt x="490" y="558"/>
                  <a:pt x="511" y="539"/>
                </a:cubicBezTo>
                <a:lnTo>
                  <a:pt x="483" y="511"/>
                </a:lnTo>
                <a:moveTo>
                  <a:pt x="133" y="104"/>
                </a:moveTo>
                <a:cubicBezTo>
                  <a:pt x="150" y="90"/>
                  <a:pt x="170" y="77"/>
                  <a:pt x="190" y="67"/>
                </a:cubicBezTo>
                <a:lnTo>
                  <a:pt x="176" y="30"/>
                </a:lnTo>
                <a:cubicBezTo>
                  <a:pt x="150" y="42"/>
                  <a:pt x="126" y="58"/>
                  <a:pt x="105" y="76"/>
                </a:cubicBezTo>
                <a:lnTo>
                  <a:pt x="133" y="104"/>
                </a:lnTo>
                <a:moveTo>
                  <a:pt x="546" y="432"/>
                </a:moveTo>
                <a:cubicBezTo>
                  <a:pt x="536" y="450"/>
                  <a:pt x="525" y="467"/>
                  <a:pt x="511" y="483"/>
                </a:cubicBezTo>
                <a:lnTo>
                  <a:pt x="539" y="511"/>
                </a:lnTo>
                <a:cubicBezTo>
                  <a:pt x="556" y="492"/>
                  <a:pt x="571" y="471"/>
                  <a:pt x="582" y="448"/>
                </a:cubicBezTo>
                <a:lnTo>
                  <a:pt x="546" y="432"/>
                </a:lnTo>
                <a:moveTo>
                  <a:pt x="575" y="328"/>
                </a:moveTo>
                <a:cubicBezTo>
                  <a:pt x="574" y="352"/>
                  <a:pt x="569" y="374"/>
                  <a:pt x="562" y="395"/>
                </a:cubicBezTo>
                <a:lnTo>
                  <a:pt x="598" y="411"/>
                </a:lnTo>
                <a:cubicBezTo>
                  <a:pt x="607" y="385"/>
                  <a:pt x="613" y="357"/>
                  <a:pt x="615" y="328"/>
                </a:cubicBezTo>
                <a:lnTo>
                  <a:pt x="575" y="328"/>
                </a:lnTo>
                <a:moveTo>
                  <a:pt x="389" y="564"/>
                </a:moveTo>
                <a:cubicBezTo>
                  <a:pt x="370" y="570"/>
                  <a:pt x="349" y="574"/>
                  <a:pt x="328" y="576"/>
                </a:cubicBezTo>
                <a:lnTo>
                  <a:pt x="328" y="615"/>
                </a:lnTo>
                <a:cubicBezTo>
                  <a:pt x="354" y="614"/>
                  <a:pt x="380" y="609"/>
                  <a:pt x="404" y="601"/>
                </a:cubicBezTo>
                <a:lnTo>
                  <a:pt x="389" y="564"/>
                </a:lnTo>
                <a:moveTo>
                  <a:pt x="288" y="576"/>
                </a:moveTo>
                <a:cubicBezTo>
                  <a:pt x="265" y="574"/>
                  <a:pt x="242" y="569"/>
                  <a:pt x="221" y="562"/>
                </a:cubicBezTo>
                <a:lnTo>
                  <a:pt x="206" y="598"/>
                </a:lnTo>
                <a:cubicBezTo>
                  <a:pt x="232" y="608"/>
                  <a:pt x="260" y="613"/>
                  <a:pt x="288" y="615"/>
                </a:cubicBezTo>
                <a:lnTo>
                  <a:pt x="288" y="576"/>
                </a:lnTo>
                <a:moveTo>
                  <a:pt x="564" y="228"/>
                </a:moveTo>
                <a:cubicBezTo>
                  <a:pt x="570" y="247"/>
                  <a:pt x="574" y="267"/>
                  <a:pt x="575" y="289"/>
                </a:cubicBezTo>
                <a:lnTo>
                  <a:pt x="615" y="289"/>
                </a:lnTo>
                <a:cubicBezTo>
                  <a:pt x="613" y="262"/>
                  <a:pt x="608" y="237"/>
                  <a:pt x="601" y="213"/>
                </a:cubicBezTo>
                <a:lnTo>
                  <a:pt x="564" y="228"/>
                </a:lnTo>
                <a:moveTo>
                  <a:pt x="105" y="483"/>
                </a:moveTo>
                <a:cubicBezTo>
                  <a:pt x="90" y="466"/>
                  <a:pt x="78" y="447"/>
                  <a:pt x="68" y="426"/>
                </a:cubicBezTo>
                <a:lnTo>
                  <a:pt x="30" y="441"/>
                </a:lnTo>
                <a:cubicBezTo>
                  <a:pt x="42" y="467"/>
                  <a:pt x="59" y="490"/>
                  <a:pt x="77" y="511"/>
                </a:cubicBezTo>
                <a:lnTo>
                  <a:pt x="105" y="483"/>
                </a:lnTo>
                <a:moveTo>
                  <a:pt x="328" y="40"/>
                </a:moveTo>
                <a:cubicBezTo>
                  <a:pt x="351" y="42"/>
                  <a:pt x="374" y="47"/>
                  <a:pt x="395" y="54"/>
                </a:cubicBezTo>
                <a:lnTo>
                  <a:pt x="411" y="17"/>
                </a:lnTo>
                <a:cubicBezTo>
                  <a:pt x="385" y="8"/>
                  <a:pt x="357" y="2"/>
                  <a:pt x="328" y="0"/>
                </a:cubicBezTo>
                <a:lnTo>
                  <a:pt x="328" y="40"/>
                </a:lnTo>
                <a:moveTo>
                  <a:pt x="227" y="52"/>
                </a:moveTo>
                <a:cubicBezTo>
                  <a:pt x="247" y="46"/>
                  <a:pt x="267" y="42"/>
                  <a:pt x="288" y="40"/>
                </a:cubicBezTo>
                <a:lnTo>
                  <a:pt x="288" y="0"/>
                </a:lnTo>
                <a:cubicBezTo>
                  <a:pt x="262" y="2"/>
                  <a:pt x="237" y="7"/>
                  <a:pt x="213" y="15"/>
                </a:cubicBezTo>
                <a:lnTo>
                  <a:pt x="227" y="52"/>
                </a:lnTo>
                <a:moveTo>
                  <a:pt x="539" y="104"/>
                </a:moveTo>
                <a:lnTo>
                  <a:pt x="511" y="134"/>
                </a:lnTo>
                <a:cubicBezTo>
                  <a:pt x="526" y="151"/>
                  <a:pt x="539" y="170"/>
                  <a:pt x="549" y="191"/>
                </a:cubicBezTo>
                <a:lnTo>
                  <a:pt x="586" y="176"/>
                </a:lnTo>
                <a:cubicBezTo>
                  <a:pt x="574" y="150"/>
                  <a:pt x="558" y="127"/>
                  <a:pt x="539" y="104"/>
                </a:cubicBezTo>
                <a:moveTo>
                  <a:pt x="483" y="104"/>
                </a:moveTo>
                <a:lnTo>
                  <a:pt x="511" y="76"/>
                </a:lnTo>
                <a:cubicBezTo>
                  <a:pt x="492" y="59"/>
                  <a:pt x="470" y="45"/>
                  <a:pt x="447" y="33"/>
                </a:cubicBezTo>
                <a:lnTo>
                  <a:pt x="432" y="70"/>
                </a:lnTo>
                <a:cubicBezTo>
                  <a:pt x="450" y="79"/>
                  <a:pt x="467" y="91"/>
                  <a:pt x="483" y="104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0" name="任意多边形 349"/>
          <p:cNvSpPr/>
          <p:nvPr/>
        </p:nvSpPr>
        <p:spPr>
          <a:xfrm>
            <a:off x="6592320" y="1325520"/>
            <a:ext cx="16920" cy="16920"/>
          </a:xfrm>
          <a:custGeom>
            <a:avLst/>
            <a:gdLst/>
            <a:ahLst/>
            <a:cxnLst/>
            <a:rect l="0" t="0" r="r" b="b"/>
            <a:pathLst>
              <a:path w="47" h="47">
                <a:moveTo>
                  <a:pt x="47" y="24"/>
                </a:moveTo>
                <a:cubicBezTo>
                  <a:pt x="47" y="31"/>
                  <a:pt x="45" y="36"/>
                  <a:pt x="40" y="41"/>
                </a:cubicBezTo>
                <a:cubicBezTo>
                  <a:pt x="36" y="45"/>
                  <a:pt x="31" y="47"/>
                  <a:pt x="24" y="47"/>
                </a:cubicBezTo>
                <a:cubicBezTo>
                  <a:pt x="17" y="47"/>
                  <a:pt x="11" y="45"/>
                  <a:pt x="7" y="41"/>
                </a:cubicBezTo>
                <a:cubicBezTo>
                  <a:pt x="2" y="36"/>
                  <a:pt x="0" y="31"/>
                  <a:pt x="0" y="24"/>
                </a:cubicBezTo>
                <a:cubicBezTo>
                  <a:pt x="0" y="17"/>
                  <a:pt x="2" y="11"/>
                  <a:pt x="7" y="7"/>
                </a:cubicBezTo>
                <a:cubicBezTo>
                  <a:pt x="11" y="2"/>
                  <a:pt x="17" y="0"/>
                  <a:pt x="24" y="0"/>
                </a:cubicBezTo>
                <a:cubicBezTo>
                  <a:pt x="31" y="0"/>
                  <a:pt x="36" y="2"/>
                  <a:pt x="40" y="7"/>
                </a:cubicBezTo>
                <a:cubicBezTo>
                  <a:pt x="45" y="11"/>
                  <a:pt x="47" y="17"/>
                  <a:pt x="47" y="24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1" name="任意多边形 350"/>
          <p:cNvSpPr/>
          <p:nvPr/>
        </p:nvSpPr>
        <p:spPr>
          <a:xfrm>
            <a:off x="6590160" y="1225800"/>
            <a:ext cx="21240" cy="86040"/>
          </a:xfrm>
          <a:custGeom>
            <a:avLst/>
            <a:gdLst/>
            <a:ahLst/>
            <a:cxnLst/>
            <a:rect l="0" t="0" r="r" b="b"/>
            <a:pathLst>
              <a:path w="59" h="239">
                <a:moveTo>
                  <a:pt x="0" y="16"/>
                </a:moveTo>
                <a:lnTo>
                  <a:pt x="9" y="225"/>
                </a:lnTo>
                <a:cubicBezTo>
                  <a:pt x="9" y="233"/>
                  <a:pt x="16" y="239"/>
                  <a:pt x="24" y="239"/>
                </a:cubicBezTo>
                <a:lnTo>
                  <a:pt x="35" y="239"/>
                </a:lnTo>
                <a:cubicBezTo>
                  <a:pt x="43" y="239"/>
                  <a:pt x="49" y="233"/>
                  <a:pt x="50" y="225"/>
                </a:cubicBezTo>
                <a:lnTo>
                  <a:pt x="59" y="16"/>
                </a:lnTo>
                <a:cubicBezTo>
                  <a:pt x="60" y="7"/>
                  <a:pt x="53" y="0"/>
                  <a:pt x="43" y="0"/>
                </a:cubicBezTo>
                <a:lnTo>
                  <a:pt x="15" y="0"/>
                </a:lnTo>
                <a:cubicBezTo>
                  <a:pt x="6" y="0"/>
                  <a:pt x="0" y="7"/>
                  <a:pt x="0" y="16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2" name="文本框 351"/>
          <p:cNvSpPr txBox="1"/>
          <p:nvPr/>
        </p:nvSpPr>
        <p:spPr>
          <a:xfrm>
            <a:off x="866880" y="6025320"/>
            <a:ext cx="387180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评审结论：符合要求 </a:t>
            </a:r>
            <a:r>
              <a:rPr lang="en-US" sz="120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- </a:t>
            </a:r>
            <a:r>
              <a:rPr lang="zh-CN" sz="120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用户反馈记录完整，改进措施有效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3" name="文本框 352"/>
          <p:cNvSpPr txBox="1"/>
          <p:nvPr/>
        </p:nvSpPr>
        <p:spPr>
          <a:xfrm>
            <a:off x="6829560" y="1159560"/>
            <a:ext cx="237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评审项目</a:t>
            </a:r>
            <a:r>
              <a:rPr lang="en-US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9</a:t>
            </a:r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：</a:t>
            </a:r>
            <a:r>
              <a:rPr lang="en-US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SRS</a:t>
            </a:r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需求规格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4" name="任意多边形 353"/>
          <p:cNvSpPr/>
          <p:nvPr/>
        </p:nvSpPr>
        <p:spPr>
          <a:xfrm>
            <a:off x="6563520" y="1878480"/>
            <a:ext cx="164160" cy="130320"/>
          </a:xfrm>
          <a:custGeom>
            <a:avLst/>
            <a:gdLst/>
            <a:ahLst/>
            <a:cxnLst/>
            <a:rect l="0" t="0" r="r" b="b"/>
            <a:pathLst>
              <a:path w="456" h="362">
                <a:moveTo>
                  <a:pt x="221" y="93"/>
                </a:moveTo>
                <a:cubicBezTo>
                  <a:pt x="227" y="88"/>
                  <a:pt x="229" y="81"/>
                  <a:pt x="226" y="75"/>
                </a:cubicBezTo>
                <a:cubicBezTo>
                  <a:pt x="224" y="71"/>
                  <a:pt x="222" y="67"/>
                  <a:pt x="220" y="63"/>
                </a:cubicBezTo>
                <a:lnTo>
                  <a:pt x="218" y="59"/>
                </a:lnTo>
                <a:cubicBezTo>
                  <a:pt x="216" y="56"/>
                  <a:pt x="214" y="52"/>
                  <a:pt x="211" y="49"/>
                </a:cubicBezTo>
                <a:cubicBezTo>
                  <a:pt x="207" y="43"/>
                  <a:pt x="200" y="42"/>
                  <a:pt x="193" y="44"/>
                </a:cubicBezTo>
                <a:lnTo>
                  <a:pt x="173" y="50"/>
                </a:lnTo>
                <a:cubicBezTo>
                  <a:pt x="165" y="44"/>
                  <a:pt x="155" y="39"/>
                  <a:pt x="146" y="35"/>
                </a:cubicBezTo>
                <a:lnTo>
                  <a:pt x="141" y="13"/>
                </a:lnTo>
                <a:cubicBezTo>
                  <a:pt x="140" y="7"/>
                  <a:pt x="135" y="1"/>
                  <a:pt x="128" y="1"/>
                </a:cubicBezTo>
                <a:cubicBezTo>
                  <a:pt x="123" y="0"/>
                  <a:pt x="118" y="0"/>
                  <a:pt x="113" y="0"/>
                </a:cubicBezTo>
                <a:cubicBezTo>
                  <a:pt x="108" y="0"/>
                  <a:pt x="103" y="0"/>
                  <a:pt x="98" y="0"/>
                </a:cubicBezTo>
                <a:cubicBezTo>
                  <a:pt x="91" y="1"/>
                  <a:pt x="86" y="7"/>
                  <a:pt x="85" y="13"/>
                </a:cubicBezTo>
                <a:lnTo>
                  <a:pt x="80" y="35"/>
                </a:lnTo>
                <a:cubicBezTo>
                  <a:pt x="71" y="39"/>
                  <a:pt x="62" y="44"/>
                  <a:pt x="54" y="50"/>
                </a:cubicBezTo>
                <a:lnTo>
                  <a:pt x="34" y="44"/>
                </a:lnTo>
                <a:cubicBezTo>
                  <a:pt x="27" y="42"/>
                  <a:pt x="20" y="43"/>
                  <a:pt x="16" y="49"/>
                </a:cubicBezTo>
                <a:cubicBezTo>
                  <a:pt x="13" y="52"/>
                  <a:pt x="11" y="56"/>
                  <a:pt x="9" y="60"/>
                </a:cubicBezTo>
                <a:lnTo>
                  <a:pt x="7" y="63"/>
                </a:lnTo>
                <a:cubicBezTo>
                  <a:pt x="5" y="67"/>
                  <a:pt x="3" y="71"/>
                  <a:pt x="1" y="75"/>
                </a:cubicBezTo>
                <a:cubicBezTo>
                  <a:pt x="-2" y="81"/>
                  <a:pt x="0" y="88"/>
                  <a:pt x="6" y="93"/>
                </a:cubicBezTo>
                <a:lnTo>
                  <a:pt x="22" y="107"/>
                </a:lnTo>
                <a:cubicBezTo>
                  <a:pt x="21" y="112"/>
                  <a:pt x="20" y="117"/>
                  <a:pt x="20" y="122"/>
                </a:cubicBezTo>
                <a:cubicBezTo>
                  <a:pt x="20" y="127"/>
                  <a:pt x="21" y="132"/>
                  <a:pt x="22" y="137"/>
                </a:cubicBezTo>
                <a:lnTo>
                  <a:pt x="6" y="152"/>
                </a:lnTo>
                <a:cubicBezTo>
                  <a:pt x="0" y="156"/>
                  <a:pt x="-2" y="163"/>
                  <a:pt x="1" y="170"/>
                </a:cubicBezTo>
                <a:cubicBezTo>
                  <a:pt x="3" y="173"/>
                  <a:pt x="5" y="177"/>
                  <a:pt x="7" y="181"/>
                </a:cubicBezTo>
                <a:lnTo>
                  <a:pt x="9" y="185"/>
                </a:lnTo>
                <a:cubicBezTo>
                  <a:pt x="11" y="188"/>
                  <a:pt x="13" y="192"/>
                  <a:pt x="16" y="195"/>
                </a:cubicBezTo>
                <a:cubicBezTo>
                  <a:pt x="20" y="201"/>
                  <a:pt x="27" y="203"/>
                  <a:pt x="34" y="200"/>
                </a:cubicBezTo>
                <a:lnTo>
                  <a:pt x="54" y="194"/>
                </a:lnTo>
                <a:cubicBezTo>
                  <a:pt x="62" y="200"/>
                  <a:pt x="71" y="205"/>
                  <a:pt x="80" y="209"/>
                </a:cubicBezTo>
                <a:lnTo>
                  <a:pt x="85" y="230"/>
                </a:lnTo>
                <a:cubicBezTo>
                  <a:pt x="86" y="237"/>
                  <a:pt x="91" y="242"/>
                  <a:pt x="98" y="243"/>
                </a:cubicBezTo>
                <a:cubicBezTo>
                  <a:pt x="103" y="243"/>
                  <a:pt x="108" y="244"/>
                  <a:pt x="113" y="244"/>
                </a:cubicBezTo>
                <a:cubicBezTo>
                  <a:pt x="118" y="244"/>
                  <a:pt x="123" y="243"/>
                  <a:pt x="128" y="243"/>
                </a:cubicBezTo>
                <a:cubicBezTo>
                  <a:pt x="135" y="242"/>
                  <a:pt x="140" y="237"/>
                  <a:pt x="141" y="230"/>
                </a:cubicBezTo>
                <a:lnTo>
                  <a:pt x="146" y="209"/>
                </a:lnTo>
                <a:cubicBezTo>
                  <a:pt x="155" y="205"/>
                  <a:pt x="165" y="200"/>
                  <a:pt x="173" y="194"/>
                </a:cubicBezTo>
                <a:lnTo>
                  <a:pt x="193" y="200"/>
                </a:lnTo>
                <a:cubicBezTo>
                  <a:pt x="200" y="203"/>
                  <a:pt x="207" y="201"/>
                  <a:pt x="211" y="195"/>
                </a:cubicBezTo>
                <a:cubicBezTo>
                  <a:pt x="214" y="192"/>
                  <a:pt x="216" y="188"/>
                  <a:pt x="218" y="185"/>
                </a:cubicBezTo>
                <a:lnTo>
                  <a:pt x="220" y="181"/>
                </a:lnTo>
                <a:cubicBezTo>
                  <a:pt x="222" y="177"/>
                  <a:pt x="224" y="173"/>
                  <a:pt x="226" y="170"/>
                </a:cubicBezTo>
                <a:cubicBezTo>
                  <a:pt x="228" y="163"/>
                  <a:pt x="226" y="156"/>
                  <a:pt x="221" y="151"/>
                </a:cubicBezTo>
                <a:lnTo>
                  <a:pt x="205" y="137"/>
                </a:lnTo>
                <a:cubicBezTo>
                  <a:pt x="206" y="132"/>
                  <a:pt x="207" y="127"/>
                  <a:pt x="207" y="122"/>
                </a:cubicBezTo>
                <a:cubicBezTo>
                  <a:pt x="207" y="117"/>
                  <a:pt x="206" y="112"/>
                  <a:pt x="205" y="107"/>
                </a:cubicBezTo>
                <a:lnTo>
                  <a:pt x="221" y="93"/>
                </a:lnTo>
                <a:moveTo>
                  <a:pt x="78" y="122"/>
                </a:moveTo>
                <a:cubicBezTo>
                  <a:pt x="78" y="113"/>
                  <a:pt x="82" y="104"/>
                  <a:pt x="88" y="98"/>
                </a:cubicBezTo>
                <a:cubicBezTo>
                  <a:pt x="95" y="91"/>
                  <a:pt x="103" y="87"/>
                  <a:pt x="113" y="87"/>
                </a:cubicBezTo>
                <a:cubicBezTo>
                  <a:pt x="123" y="87"/>
                  <a:pt x="131" y="91"/>
                  <a:pt x="138" y="98"/>
                </a:cubicBezTo>
                <a:cubicBezTo>
                  <a:pt x="144" y="104"/>
                  <a:pt x="148" y="113"/>
                  <a:pt x="148" y="122"/>
                </a:cubicBezTo>
                <a:cubicBezTo>
                  <a:pt x="148" y="132"/>
                  <a:pt x="144" y="140"/>
                  <a:pt x="138" y="147"/>
                </a:cubicBezTo>
                <a:cubicBezTo>
                  <a:pt x="131" y="153"/>
                  <a:pt x="123" y="157"/>
                  <a:pt x="113" y="157"/>
                </a:cubicBezTo>
                <a:cubicBezTo>
                  <a:pt x="103" y="157"/>
                  <a:pt x="95" y="153"/>
                  <a:pt x="88" y="147"/>
                </a:cubicBezTo>
                <a:cubicBezTo>
                  <a:pt x="82" y="140"/>
                  <a:pt x="78" y="132"/>
                  <a:pt x="78" y="122"/>
                </a:cubicBezTo>
                <a:moveTo>
                  <a:pt x="363" y="357"/>
                </a:moveTo>
                <a:cubicBezTo>
                  <a:pt x="368" y="362"/>
                  <a:pt x="375" y="364"/>
                  <a:pt x="382" y="361"/>
                </a:cubicBezTo>
                <a:cubicBezTo>
                  <a:pt x="385" y="360"/>
                  <a:pt x="389" y="358"/>
                  <a:pt x="393" y="356"/>
                </a:cubicBezTo>
                <a:lnTo>
                  <a:pt x="397" y="354"/>
                </a:lnTo>
                <a:cubicBezTo>
                  <a:pt x="400" y="351"/>
                  <a:pt x="404" y="349"/>
                  <a:pt x="407" y="347"/>
                </a:cubicBezTo>
                <a:cubicBezTo>
                  <a:pt x="413" y="342"/>
                  <a:pt x="415" y="335"/>
                  <a:pt x="412" y="329"/>
                </a:cubicBezTo>
                <a:lnTo>
                  <a:pt x="406" y="308"/>
                </a:lnTo>
                <a:cubicBezTo>
                  <a:pt x="412" y="301"/>
                  <a:pt x="417" y="292"/>
                  <a:pt x="421" y="282"/>
                </a:cubicBezTo>
                <a:lnTo>
                  <a:pt x="442" y="278"/>
                </a:lnTo>
                <a:cubicBezTo>
                  <a:pt x="449" y="276"/>
                  <a:pt x="454" y="271"/>
                  <a:pt x="455" y="264"/>
                </a:cubicBezTo>
                <a:cubicBezTo>
                  <a:pt x="455" y="259"/>
                  <a:pt x="456" y="255"/>
                  <a:pt x="456" y="250"/>
                </a:cubicBezTo>
                <a:cubicBezTo>
                  <a:pt x="456" y="245"/>
                  <a:pt x="455" y="240"/>
                  <a:pt x="455" y="235"/>
                </a:cubicBezTo>
                <a:cubicBezTo>
                  <a:pt x="454" y="228"/>
                  <a:pt x="448" y="223"/>
                  <a:pt x="442" y="221"/>
                </a:cubicBezTo>
                <a:lnTo>
                  <a:pt x="421" y="217"/>
                </a:lnTo>
                <a:cubicBezTo>
                  <a:pt x="417" y="207"/>
                  <a:pt x="412" y="198"/>
                  <a:pt x="406" y="191"/>
                </a:cubicBezTo>
                <a:lnTo>
                  <a:pt x="412" y="170"/>
                </a:lnTo>
                <a:cubicBezTo>
                  <a:pt x="415" y="164"/>
                  <a:pt x="413" y="157"/>
                  <a:pt x="407" y="152"/>
                </a:cubicBezTo>
                <a:cubicBezTo>
                  <a:pt x="404" y="150"/>
                  <a:pt x="400" y="148"/>
                  <a:pt x="397" y="145"/>
                </a:cubicBezTo>
                <a:lnTo>
                  <a:pt x="393" y="143"/>
                </a:lnTo>
                <a:cubicBezTo>
                  <a:pt x="389" y="141"/>
                  <a:pt x="385" y="139"/>
                  <a:pt x="382" y="138"/>
                </a:cubicBezTo>
                <a:cubicBezTo>
                  <a:pt x="375" y="135"/>
                  <a:pt x="368" y="137"/>
                  <a:pt x="363" y="142"/>
                </a:cubicBezTo>
                <a:lnTo>
                  <a:pt x="349" y="158"/>
                </a:lnTo>
                <a:cubicBezTo>
                  <a:pt x="344" y="157"/>
                  <a:pt x="339" y="157"/>
                  <a:pt x="334" y="157"/>
                </a:cubicBezTo>
                <a:cubicBezTo>
                  <a:pt x="329" y="157"/>
                  <a:pt x="324" y="157"/>
                  <a:pt x="319" y="158"/>
                </a:cubicBezTo>
                <a:lnTo>
                  <a:pt x="305" y="142"/>
                </a:lnTo>
                <a:cubicBezTo>
                  <a:pt x="300" y="137"/>
                  <a:pt x="293" y="135"/>
                  <a:pt x="286" y="138"/>
                </a:cubicBezTo>
                <a:cubicBezTo>
                  <a:pt x="283" y="139"/>
                  <a:pt x="279" y="141"/>
                  <a:pt x="275" y="143"/>
                </a:cubicBezTo>
                <a:lnTo>
                  <a:pt x="271" y="145"/>
                </a:lnTo>
                <a:cubicBezTo>
                  <a:pt x="268" y="147"/>
                  <a:pt x="264" y="150"/>
                  <a:pt x="261" y="152"/>
                </a:cubicBezTo>
                <a:cubicBezTo>
                  <a:pt x="255" y="157"/>
                  <a:pt x="254" y="164"/>
                  <a:pt x="256" y="170"/>
                </a:cubicBezTo>
                <a:lnTo>
                  <a:pt x="262" y="191"/>
                </a:lnTo>
                <a:cubicBezTo>
                  <a:pt x="256" y="198"/>
                  <a:pt x="251" y="207"/>
                  <a:pt x="247" y="217"/>
                </a:cubicBezTo>
                <a:lnTo>
                  <a:pt x="226" y="221"/>
                </a:lnTo>
                <a:cubicBezTo>
                  <a:pt x="220" y="223"/>
                  <a:pt x="214" y="228"/>
                  <a:pt x="213" y="235"/>
                </a:cubicBezTo>
                <a:cubicBezTo>
                  <a:pt x="213" y="239"/>
                  <a:pt x="213" y="244"/>
                  <a:pt x="213" y="249"/>
                </a:cubicBezTo>
                <a:cubicBezTo>
                  <a:pt x="213" y="254"/>
                  <a:pt x="213" y="259"/>
                  <a:pt x="213" y="264"/>
                </a:cubicBezTo>
                <a:cubicBezTo>
                  <a:pt x="214" y="271"/>
                  <a:pt x="220" y="276"/>
                  <a:pt x="226" y="278"/>
                </a:cubicBezTo>
                <a:lnTo>
                  <a:pt x="247" y="282"/>
                </a:lnTo>
                <a:cubicBezTo>
                  <a:pt x="251" y="292"/>
                  <a:pt x="256" y="300"/>
                  <a:pt x="262" y="308"/>
                </a:cubicBezTo>
                <a:lnTo>
                  <a:pt x="256" y="329"/>
                </a:lnTo>
                <a:cubicBezTo>
                  <a:pt x="254" y="335"/>
                  <a:pt x="255" y="342"/>
                  <a:pt x="261" y="346"/>
                </a:cubicBezTo>
                <a:cubicBezTo>
                  <a:pt x="264" y="349"/>
                  <a:pt x="268" y="351"/>
                  <a:pt x="271" y="353"/>
                </a:cubicBezTo>
                <a:lnTo>
                  <a:pt x="275" y="356"/>
                </a:lnTo>
                <a:cubicBezTo>
                  <a:pt x="279" y="358"/>
                  <a:pt x="283" y="360"/>
                  <a:pt x="287" y="361"/>
                </a:cubicBezTo>
                <a:cubicBezTo>
                  <a:pt x="293" y="364"/>
                  <a:pt x="300" y="362"/>
                  <a:pt x="305" y="357"/>
                </a:cubicBezTo>
                <a:lnTo>
                  <a:pt x="319" y="341"/>
                </a:lnTo>
                <a:cubicBezTo>
                  <a:pt x="324" y="341"/>
                  <a:pt x="329" y="342"/>
                  <a:pt x="334" y="342"/>
                </a:cubicBezTo>
                <a:cubicBezTo>
                  <a:pt x="339" y="342"/>
                  <a:pt x="344" y="341"/>
                  <a:pt x="349" y="341"/>
                </a:cubicBezTo>
                <a:lnTo>
                  <a:pt x="363" y="357"/>
                </a:lnTo>
                <a:moveTo>
                  <a:pt x="334" y="215"/>
                </a:moveTo>
                <a:cubicBezTo>
                  <a:pt x="344" y="215"/>
                  <a:pt x="352" y="218"/>
                  <a:pt x="359" y="225"/>
                </a:cubicBezTo>
                <a:cubicBezTo>
                  <a:pt x="365" y="232"/>
                  <a:pt x="369" y="240"/>
                  <a:pt x="369" y="249"/>
                </a:cubicBezTo>
                <a:cubicBezTo>
                  <a:pt x="369" y="259"/>
                  <a:pt x="365" y="267"/>
                  <a:pt x="359" y="274"/>
                </a:cubicBezTo>
                <a:cubicBezTo>
                  <a:pt x="352" y="281"/>
                  <a:pt x="344" y="284"/>
                  <a:pt x="334" y="284"/>
                </a:cubicBezTo>
                <a:cubicBezTo>
                  <a:pt x="324" y="284"/>
                  <a:pt x="316" y="281"/>
                  <a:pt x="309" y="274"/>
                </a:cubicBezTo>
                <a:cubicBezTo>
                  <a:pt x="303" y="267"/>
                  <a:pt x="299" y="259"/>
                  <a:pt x="299" y="249"/>
                </a:cubicBezTo>
                <a:cubicBezTo>
                  <a:pt x="299" y="240"/>
                  <a:pt x="303" y="232"/>
                  <a:pt x="309" y="225"/>
                </a:cubicBezTo>
                <a:cubicBezTo>
                  <a:pt x="316" y="218"/>
                  <a:pt x="324" y="215"/>
                  <a:pt x="334" y="215"/>
                </a:cubicBez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5" name="文本框 354"/>
          <p:cNvSpPr txBox="1"/>
          <p:nvPr/>
        </p:nvSpPr>
        <p:spPr>
          <a:xfrm>
            <a:off x="6486480" y="1576440"/>
            <a:ext cx="18568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《城小二软件需求规格说明书》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6" name="任意多边形 355"/>
          <p:cNvSpPr/>
          <p:nvPr/>
        </p:nvSpPr>
        <p:spPr>
          <a:xfrm>
            <a:off x="6562440" y="2143080"/>
            <a:ext cx="133920" cy="133560"/>
          </a:xfrm>
          <a:custGeom>
            <a:avLst/>
            <a:gdLst/>
            <a:ahLst/>
            <a:cxnLst/>
            <a:rect l="0" t="0" r="r" b="b"/>
            <a:pathLst>
              <a:path w="372" h="371">
                <a:moveTo>
                  <a:pt x="0" y="186"/>
                </a:moveTo>
                <a:cubicBezTo>
                  <a:pt x="0" y="174"/>
                  <a:pt x="1" y="162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2"/>
                  <a:pt x="55" y="54"/>
                </a:cubicBezTo>
                <a:cubicBezTo>
                  <a:pt x="63" y="45"/>
                  <a:pt x="72" y="38"/>
                  <a:pt x="83" y="31"/>
                </a:cubicBezTo>
                <a:cubicBezTo>
                  <a:pt x="94" y="24"/>
                  <a:pt x="104" y="18"/>
                  <a:pt x="116" y="14"/>
                </a:cubicBezTo>
                <a:cubicBezTo>
                  <a:pt x="127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cubicBezTo>
                  <a:pt x="199" y="0"/>
                  <a:pt x="211" y="1"/>
                  <a:pt x="223" y="3"/>
                </a:cubicBezTo>
                <a:cubicBezTo>
                  <a:pt x="235" y="6"/>
                  <a:pt x="246" y="9"/>
                  <a:pt x="257" y="14"/>
                </a:cubicBezTo>
                <a:cubicBezTo>
                  <a:pt x="269" y="18"/>
                  <a:pt x="279" y="24"/>
                  <a:pt x="289" y="31"/>
                </a:cubicBezTo>
                <a:cubicBezTo>
                  <a:pt x="300" y="38"/>
                  <a:pt x="309" y="45"/>
                  <a:pt x="317" y="54"/>
                </a:cubicBezTo>
                <a:cubicBezTo>
                  <a:pt x="326" y="62"/>
                  <a:pt x="334" y="72"/>
                  <a:pt x="340" y="82"/>
                </a:cubicBezTo>
                <a:cubicBezTo>
                  <a:pt x="347" y="92"/>
                  <a:pt x="353" y="103"/>
                  <a:pt x="358" y="114"/>
                </a:cubicBezTo>
                <a:cubicBezTo>
                  <a:pt x="362" y="125"/>
                  <a:pt x="366" y="137"/>
                  <a:pt x="368" y="149"/>
                </a:cubicBezTo>
                <a:cubicBezTo>
                  <a:pt x="371" y="162"/>
                  <a:pt x="372" y="174"/>
                  <a:pt x="372" y="186"/>
                </a:cubicBezTo>
                <a:cubicBezTo>
                  <a:pt x="372" y="198"/>
                  <a:pt x="371" y="210"/>
                  <a:pt x="368" y="222"/>
                </a:cubicBezTo>
                <a:cubicBezTo>
                  <a:pt x="366" y="234"/>
                  <a:pt x="362" y="245"/>
                  <a:pt x="358" y="257"/>
                </a:cubicBezTo>
                <a:cubicBezTo>
                  <a:pt x="353" y="268"/>
                  <a:pt x="347" y="279"/>
                  <a:pt x="340" y="289"/>
                </a:cubicBezTo>
                <a:cubicBezTo>
                  <a:pt x="334" y="299"/>
                  <a:pt x="326" y="308"/>
                  <a:pt x="317" y="317"/>
                </a:cubicBezTo>
                <a:cubicBezTo>
                  <a:pt x="309" y="325"/>
                  <a:pt x="300" y="333"/>
                  <a:pt x="289" y="340"/>
                </a:cubicBezTo>
                <a:cubicBezTo>
                  <a:pt x="279" y="347"/>
                  <a:pt x="269" y="352"/>
                  <a:pt x="257" y="357"/>
                </a:cubicBezTo>
                <a:cubicBezTo>
                  <a:pt x="246" y="362"/>
                  <a:pt x="235" y="365"/>
                  <a:pt x="223" y="367"/>
                </a:cubicBezTo>
                <a:cubicBezTo>
                  <a:pt x="211" y="370"/>
                  <a:pt x="199" y="371"/>
                  <a:pt x="186" y="371"/>
                </a:cubicBezTo>
                <a:cubicBezTo>
                  <a:pt x="174" y="371"/>
                  <a:pt x="162" y="370"/>
                  <a:pt x="150" y="367"/>
                </a:cubicBezTo>
                <a:cubicBezTo>
                  <a:pt x="138" y="365"/>
                  <a:pt x="127" y="362"/>
                  <a:pt x="116" y="357"/>
                </a:cubicBezTo>
                <a:cubicBezTo>
                  <a:pt x="104" y="352"/>
                  <a:pt x="94" y="347"/>
                  <a:pt x="83" y="340"/>
                </a:cubicBezTo>
                <a:cubicBezTo>
                  <a:pt x="72" y="333"/>
                  <a:pt x="63" y="325"/>
                  <a:pt x="55" y="317"/>
                </a:cubicBezTo>
                <a:cubicBezTo>
                  <a:pt x="46" y="308"/>
                  <a:pt x="38" y="299"/>
                  <a:pt x="32" y="289"/>
                </a:cubicBezTo>
                <a:cubicBezTo>
                  <a:pt x="25" y="279"/>
                  <a:pt x="19" y="268"/>
                  <a:pt x="14" y="257"/>
                </a:cubicBezTo>
                <a:cubicBezTo>
                  <a:pt x="10" y="245"/>
                  <a:pt x="6" y="234"/>
                  <a:pt x="4" y="222"/>
                </a:cubicBezTo>
                <a:cubicBezTo>
                  <a:pt x="1" y="210"/>
                  <a:pt x="0" y="198"/>
                  <a:pt x="0" y="186"/>
                </a:cubicBezTo>
                <a:moveTo>
                  <a:pt x="233" y="255"/>
                </a:moveTo>
                <a:cubicBezTo>
                  <a:pt x="233" y="244"/>
                  <a:pt x="229" y="233"/>
                  <a:pt x="222" y="225"/>
                </a:cubicBezTo>
                <a:lnTo>
                  <a:pt x="277" y="118"/>
                </a:lnTo>
                <a:cubicBezTo>
                  <a:pt x="282" y="109"/>
                  <a:pt x="278" y="99"/>
                  <a:pt x="270" y="94"/>
                </a:cubicBezTo>
                <a:cubicBezTo>
                  <a:pt x="261" y="90"/>
                  <a:pt x="251" y="93"/>
                  <a:pt x="246" y="101"/>
                </a:cubicBezTo>
                <a:lnTo>
                  <a:pt x="191" y="209"/>
                </a:lnTo>
                <a:cubicBezTo>
                  <a:pt x="189" y="209"/>
                  <a:pt x="188" y="209"/>
                  <a:pt x="186" y="209"/>
                </a:cubicBezTo>
                <a:cubicBezTo>
                  <a:pt x="161" y="209"/>
                  <a:pt x="140" y="230"/>
                  <a:pt x="140" y="255"/>
                </a:cubicBezTo>
                <a:cubicBezTo>
                  <a:pt x="140" y="281"/>
                  <a:pt x="161" y="302"/>
                  <a:pt x="186" y="302"/>
                </a:cubicBezTo>
                <a:cubicBezTo>
                  <a:pt x="212" y="302"/>
                  <a:pt x="233" y="281"/>
                  <a:pt x="233" y="255"/>
                </a:cubicBez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7" name="文本框 356"/>
          <p:cNvSpPr txBox="1"/>
          <p:nvPr/>
        </p:nvSpPr>
        <p:spPr>
          <a:xfrm>
            <a:off x="6805440" y="1843200"/>
            <a:ext cx="3328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功能需求</a:t>
            </a:r>
            <a:r>
              <a:rPr lang="en-US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: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 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用户、商品、购物车、订单、配送、管理后台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8" name="任意多边形 357"/>
          <p:cNvSpPr/>
          <p:nvPr/>
        </p:nvSpPr>
        <p:spPr>
          <a:xfrm>
            <a:off x="6562440" y="2409480"/>
            <a:ext cx="100440" cy="133920"/>
          </a:xfrm>
          <a:custGeom>
            <a:avLst/>
            <a:gdLst/>
            <a:ahLst/>
            <a:cxnLst/>
            <a:rect l="0" t="0" r="r" b="b"/>
            <a:pathLst>
              <a:path w="279" h="372">
                <a:moveTo>
                  <a:pt x="70" y="0"/>
                </a:moveTo>
                <a:cubicBezTo>
                  <a:pt x="57" y="0"/>
                  <a:pt x="47" y="11"/>
                  <a:pt x="47" y="24"/>
                </a:cubicBezTo>
                <a:lnTo>
                  <a:pt x="47" y="93"/>
                </a:lnTo>
                <a:lnTo>
                  <a:pt x="93" y="93"/>
                </a:lnTo>
                <a:lnTo>
                  <a:pt x="93" y="24"/>
                </a:lnTo>
                <a:cubicBezTo>
                  <a:pt x="93" y="11"/>
                  <a:pt x="83" y="0"/>
                  <a:pt x="70" y="0"/>
                </a:cubicBezTo>
                <a:moveTo>
                  <a:pt x="210" y="0"/>
                </a:moveTo>
                <a:cubicBezTo>
                  <a:pt x="197" y="0"/>
                  <a:pt x="185" y="11"/>
                  <a:pt x="185" y="24"/>
                </a:cubicBezTo>
                <a:lnTo>
                  <a:pt x="185" y="93"/>
                </a:lnTo>
                <a:lnTo>
                  <a:pt x="233" y="93"/>
                </a:lnTo>
                <a:lnTo>
                  <a:pt x="233" y="24"/>
                </a:lnTo>
                <a:cubicBezTo>
                  <a:pt x="233" y="11"/>
                  <a:pt x="222" y="0"/>
                  <a:pt x="210" y="0"/>
                </a:cubicBezTo>
                <a:moveTo>
                  <a:pt x="23" y="116"/>
                </a:moveTo>
                <a:cubicBezTo>
                  <a:pt x="11" y="116"/>
                  <a:pt x="0" y="127"/>
                  <a:pt x="0" y="139"/>
                </a:cubicBezTo>
                <a:cubicBezTo>
                  <a:pt x="0" y="153"/>
                  <a:pt x="11" y="164"/>
                  <a:pt x="23" y="164"/>
                </a:cubicBezTo>
                <a:lnTo>
                  <a:pt x="23" y="187"/>
                </a:lnTo>
                <a:cubicBezTo>
                  <a:pt x="23" y="243"/>
                  <a:pt x="63" y="289"/>
                  <a:pt x="116" y="300"/>
                </a:cubicBezTo>
                <a:lnTo>
                  <a:pt x="116" y="349"/>
                </a:lnTo>
                <a:cubicBezTo>
                  <a:pt x="116" y="362"/>
                  <a:pt x="126" y="372"/>
                  <a:pt x="139" y="372"/>
                </a:cubicBezTo>
                <a:cubicBezTo>
                  <a:pt x="152" y="372"/>
                  <a:pt x="162" y="362"/>
                  <a:pt x="162" y="349"/>
                </a:cubicBezTo>
                <a:lnTo>
                  <a:pt x="162" y="300"/>
                </a:lnTo>
                <a:cubicBezTo>
                  <a:pt x="216" y="289"/>
                  <a:pt x="256" y="243"/>
                  <a:pt x="256" y="187"/>
                </a:cubicBezTo>
                <a:lnTo>
                  <a:pt x="256" y="164"/>
                </a:lnTo>
                <a:cubicBezTo>
                  <a:pt x="269" y="164"/>
                  <a:pt x="279" y="153"/>
                  <a:pt x="279" y="139"/>
                </a:cubicBezTo>
                <a:cubicBezTo>
                  <a:pt x="279" y="127"/>
                  <a:pt x="269" y="116"/>
                  <a:pt x="256" y="116"/>
                </a:cubicBezTo>
                <a:lnTo>
                  <a:pt x="23" y="116"/>
                </a:ln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9" name="文本框 358"/>
          <p:cNvSpPr txBox="1"/>
          <p:nvPr/>
        </p:nvSpPr>
        <p:spPr>
          <a:xfrm>
            <a:off x="6772320" y="2109960"/>
            <a:ext cx="3699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非功能需求</a:t>
            </a:r>
            <a:r>
              <a:rPr lang="en-US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: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 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性能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(≤2s)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、可用性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(≥99.5%)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、安全性、兼容性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0" name="任意多边形 359"/>
          <p:cNvSpPr/>
          <p:nvPr/>
        </p:nvSpPr>
        <p:spPr>
          <a:xfrm>
            <a:off x="6486480" y="5848200"/>
            <a:ext cx="5086440" cy="9720"/>
          </a:xfrm>
          <a:custGeom>
            <a:avLst/>
            <a:gdLst/>
            <a:ahLst/>
            <a:cxnLst/>
            <a:rect l="0" t="0" r="r" b="b"/>
            <a:pathLst>
              <a:path w="14129" h="27">
                <a:moveTo>
                  <a:pt x="0" y="0"/>
                </a:moveTo>
                <a:lnTo>
                  <a:pt x="14129" y="0"/>
                </a:lnTo>
                <a:lnTo>
                  <a:pt x="141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1" name="任意多边形 360"/>
          <p:cNvSpPr/>
          <p:nvPr/>
        </p:nvSpPr>
        <p:spPr>
          <a:xfrm>
            <a:off x="6486480" y="6038640"/>
            <a:ext cx="171720" cy="171720"/>
          </a:xfrm>
          <a:custGeom>
            <a:avLst/>
            <a:gdLst/>
            <a:ahLst/>
            <a:cxnLst/>
            <a:rect l="0" t="0" r="r" b="b"/>
            <a:pathLst>
              <a:path w="477" h="477">
                <a:moveTo>
                  <a:pt x="238" y="477"/>
                </a:moveTo>
                <a:cubicBezTo>
                  <a:pt x="253" y="477"/>
                  <a:pt x="269" y="476"/>
                  <a:pt x="284" y="473"/>
                </a:cubicBezTo>
                <a:cubicBezTo>
                  <a:pt x="300" y="470"/>
                  <a:pt x="315" y="465"/>
                  <a:pt x="330" y="459"/>
                </a:cubicBezTo>
                <a:cubicBezTo>
                  <a:pt x="344" y="453"/>
                  <a:pt x="358" y="446"/>
                  <a:pt x="371" y="437"/>
                </a:cubicBezTo>
                <a:cubicBezTo>
                  <a:pt x="384" y="429"/>
                  <a:pt x="396" y="419"/>
                  <a:pt x="407" y="408"/>
                </a:cubicBezTo>
                <a:cubicBezTo>
                  <a:pt x="418" y="397"/>
                  <a:pt x="428" y="385"/>
                  <a:pt x="437" y="372"/>
                </a:cubicBezTo>
                <a:cubicBezTo>
                  <a:pt x="445" y="359"/>
                  <a:pt x="453" y="345"/>
                  <a:pt x="459" y="330"/>
                </a:cubicBezTo>
                <a:cubicBezTo>
                  <a:pt x="465" y="316"/>
                  <a:pt x="469" y="301"/>
                  <a:pt x="472" y="286"/>
                </a:cubicBezTo>
                <a:cubicBezTo>
                  <a:pt x="475" y="270"/>
                  <a:pt x="477" y="255"/>
                  <a:pt x="477" y="239"/>
                </a:cubicBezTo>
                <a:cubicBezTo>
                  <a:pt x="477" y="224"/>
                  <a:pt x="475" y="208"/>
                  <a:pt x="472" y="193"/>
                </a:cubicBezTo>
                <a:cubicBezTo>
                  <a:pt x="469" y="177"/>
                  <a:pt x="465" y="163"/>
                  <a:pt x="459" y="148"/>
                </a:cubicBezTo>
                <a:cubicBezTo>
                  <a:pt x="453" y="134"/>
                  <a:pt x="445" y="119"/>
                  <a:pt x="437" y="106"/>
                </a:cubicBezTo>
                <a:cubicBezTo>
                  <a:pt x="428" y="93"/>
                  <a:pt x="418" y="81"/>
                  <a:pt x="407" y="70"/>
                </a:cubicBezTo>
                <a:cubicBezTo>
                  <a:pt x="396" y="59"/>
                  <a:pt x="384" y="49"/>
                  <a:pt x="371" y="40"/>
                </a:cubicBezTo>
                <a:cubicBezTo>
                  <a:pt x="358" y="32"/>
                  <a:pt x="344" y="24"/>
                  <a:pt x="330" y="18"/>
                </a:cubicBezTo>
                <a:cubicBezTo>
                  <a:pt x="315" y="12"/>
                  <a:pt x="300" y="8"/>
                  <a:pt x="284" y="5"/>
                </a:cubicBezTo>
                <a:cubicBezTo>
                  <a:pt x="269" y="2"/>
                  <a:pt x="253" y="0"/>
                  <a:pt x="238" y="0"/>
                </a:cubicBezTo>
                <a:cubicBezTo>
                  <a:pt x="222" y="0"/>
                  <a:pt x="207" y="2"/>
                  <a:pt x="191" y="5"/>
                </a:cubicBezTo>
                <a:cubicBezTo>
                  <a:pt x="176" y="8"/>
                  <a:pt x="161" y="12"/>
                  <a:pt x="147" y="18"/>
                </a:cubicBezTo>
                <a:cubicBezTo>
                  <a:pt x="132" y="24"/>
                  <a:pt x="118" y="32"/>
                  <a:pt x="105" y="40"/>
                </a:cubicBezTo>
                <a:cubicBezTo>
                  <a:pt x="92" y="49"/>
                  <a:pt x="80" y="59"/>
                  <a:pt x="69" y="70"/>
                </a:cubicBezTo>
                <a:cubicBezTo>
                  <a:pt x="58" y="81"/>
                  <a:pt x="48" y="93"/>
                  <a:pt x="40" y="106"/>
                </a:cubicBezTo>
                <a:cubicBezTo>
                  <a:pt x="31" y="119"/>
                  <a:pt x="24" y="134"/>
                  <a:pt x="18" y="148"/>
                </a:cubicBezTo>
                <a:cubicBezTo>
                  <a:pt x="12" y="163"/>
                  <a:pt x="7" y="177"/>
                  <a:pt x="4" y="193"/>
                </a:cubicBezTo>
                <a:cubicBezTo>
                  <a:pt x="1" y="208"/>
                  <a:pt x="0" y="224"/>
                  <a:pt x="0" y="239"/>
                </a:cubicBezTo>
                <a:cubicBezTo>
                  <a:pt x="0" y="255"/>
                  <a:pt x="1" y="270"/>
                  <a:pt x="4" y="286"/>
                </a:cubicBezTo>
                <a:cubicBezTo>
                  <a:pt x="7" y="301"/>
                  <a:pt x="12" y="316"/>
                  <a:pt x="18" y="330"/>
                </a:cubicBezTo>
                <a:cubicBezTo>
                  <a:pt x="24" y="345"/>
                  <a:pt x="31" y="359"/>
                  <a:pt x="40" y="372"/>
                </a:cubicBezTo>
                <a:cubicBezTo>
                  <a:pt x="48" y="385"/>
                  <a:pt x="58" y="397"/>
                  <a:pt x="69" y="408"/>
                </a:cubicBezTo>
                <a:cubicBezTo>
                  <a:pt x="80" y="419"/>
                  <a:pt x="92" y="429"/>
                  <a:pt x="105" y="437"/>
                </a:cubicBezTo>
                <a:cubicBezTo>
                  <a:pt x="118" y="446"/>
                  <a:pt x="132" y="453"/>
                  <a:pt x="147" y="459"/>
                </a:cubicBezTo>
                <a:cubicBezTo>
                  <a:pt x="161" y="465"/>
                  <a:pt x="176" y="470"/>
                  <a:pt x="191" y="473"/>
                </a:cubicBezTo>
                <a:cubicBezTo>
                  <a:pt x="207" y="476"/>
                  <a:pt x="222" y="477"/>
                  <a:pt x="238" y="477"/>
                </a:cubicBezTo>
                <a:moveTo>
                  <a:pt x="344" y="195"/>
                </a:moveTo>
                <a:lnTo>
                  <a:pt x="224" y="315"/>
                </a:lnTo>
                <a:cubicBezTo>
                  <a:pt x="215" y="323"/>
                  <a:pt x="201" y="323"/>
                  <a:pt x="192" y="315"/>
                </a:cubicBezTo>
                <a:lnTo>
                  <a:pt x="133" y="255"/>
                </a:lnTo>
                <a:cubicBezTo>
                  <a:pt x="124" y="246"/>
                  <a:pt x="124" y="232"/>
                  <a:pt x="133" y="223"/>
                </a:cubicBezTo>
                <a:cubicBezTo>
                  <a:pt x="141" y="215"/>
                  <a:pt x="156" y="215"/>
                  <a:pt x="164" y="223"/>
                </a:cubicBezTo>
                <a:lnTo>
                  <a:pt x="208" y="267"/>
                </a:lnTo>
                <a:lnTo>
                  <a:pt x="312" y="164"/>
                </a:lnTo>
                <a:cubicBezTo>
                  <a:pt x="321" y="155"/>
                  <a:pt x="335" y="155"/>
                  <a:pt x="344" y="164"/>
                </a:cubicBezTo>
                <a:cubicBezTo>
                  <a:pt x="352" y="173"/>
                  <a:pt x="353" y="187"/>
                  <a:pt x="344" y="195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2" name="文本框 361"/>
          <p:cNvSpPr txBox="1"/>
          <p:nvPr/>
        </p:nvSpPr>
        <p:spPr>
          <a:xfrm>
            <a:off x="6738840" y="2376720"/>
            <a:ext cx="30484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接口需求</a:t>
            </a:r>
            <a:r>
              <a:rPr lang="en-US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: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 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微信小程序、第三方及内部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API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接口规范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3" name="文本框 362"/>
          <p:cNvSpPr txBox="1"/>
          <p:nvPr/>
        </p:nvSpPr>
        <p:spPr>
          <a:xfrm>
            <a:off x="6734160" y="6025320"/>
            <a:ext cx="354528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评审结论：符合要求 </a:t>
            </a:r>
            <a:r>
              <a:rPr lang="en-US" sz="120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- SRS</a:t>
            </a:r>
            <a:r>
              <a:rPr lang="zh-CN" sz="120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文档完整，需求描述清晰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任意多边形 36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5" name="任意多边形 364"/>
          <p:cNvSpPr/>
          <p:nvPr/>
        </p:nvSpPr>
        <p:spPr>
          <a:xfrm>
            <a:off x="380880" y="1085760"/>
            <a:ext cx="6734520" cy="5391360"/>
          </a:xfrm>
          <a:custGeom>
            <a:avLst/>
            <a:gdLst/>
            <a:ahLst/>
            <a:cxnLst/>
            <a:rect l="0" t="0" r="r" b="b"/>
            <a:pathLst>
              <a:path w="18707" h="14976">
                <a:moveTo>
                  <a:pt x="0" y="14659"/>
                </a:moveTo>
                <a:lnTo>
                  <a:pt x="0" y="317"/>
                </a:lnTo>
                <a:cubicBezTo>
                  <a:pt x="0" y="296"/>
                  <a:pt x="2" y="276"/>
                  <a:pt x="6" y="255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6"/>
                  <a:pt x="42" y="158"/>
                  <a:pt x="53" y="141"/>
                </a:cubicBezTo>
                <a:cubicBezTo>
                  <a:pt x="65" y="124"/>
                  <a:pt x="78" y="107"/>
                  <a:pt x="93" y="93"/>
                </a:cubicBezTo>
                <a:cubicBezTo>
                  <a:pt x="108" y="78"/>
                  <a:pt x="124" y="65"/>
                  <a:pt x="141" y="53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lnTo>
                  <a:pt x="18389" y="0"/>
                </a:lnTo>
                <a:cubicBezTo>
                  <a:pt x="18410" y="0"/>
                  <a:pt x="18431" y="2"/>
                  <a:pt x="18451" y="6"/>
                </a:cubicBezTo>
                <a:cubicBezTo>
                  <a:pt x="18472" y="10"/>
                  <a:pt x="18492" y="16"/>
                  <a:pt x="18511" y="24"/>
                </a:cubicBezTo>
                <a:cubicBezTo>
                  <a:pt x="18530" y="32"/>
                  <a:pt x="18548" y="42"/>
                  <a:pt x="18566" y="53"/>
                </a:cubicBezTo>
                <a:cubicBezTo>
                  <a:pt x="18583" y="65"/>
                  <a:pt x="18599" y="78"/>
                  <a:pt x="18614" y="93"/>
                </a:cubicBezTo>
                <a:cubicBezTo>
                  <a:pt x="18629" y="107"/>
                  <a:pt x="18642" y="124"/>
                  <a:pt x="18653" y="141"/>
                </a:cubicBezTo>
                <a:cubicBezTo>
                  <a:pt x="18665" y="158"/>
                  <a:pt x="18675" y="176"/>
                  <a:pt x="18683" y="196"/>
                </a:cubicBezTo>
                <a:cubicBezTo>
                  <a:pt x="18691" y="215"/>
                  <a:pt x="18697" y="235"/>
                  <a:pt x="18701" y="255"/>
                </a:cubicBezTo>
                <a:cubicBezTo>
                  <a:pt x="18705" y="276"/>
                  <a:pt x="18707" y="296"/>
                  <a:pt x="18707" y="317"/>
                </a:cubicBezTo>
                <a:lnTo>
                  <a:pt x="18707" y="14659"/>
                </a:lnTo>
                <a:cubicBezTo>
                  <a:pt x="18707" y="14680"/>
                  <a:pt x="18705" y="14700"/>
                  <a:pt x="18701" y="14721"/>
                </a:cubicBezTo>
                <a:cubicBezTo>
                  <a:pt x="18697" y="14741"/>
                  <a:pt x="18691" y="14761"/>
                  <a:pt x="18683" y="14780"/>
                </a:cubicBezTo>
                <a:cubicBezTo>
                  <a:pt x="18675" y="14799"/>
                  <a:pt x="18665" y="14818"/>
                  <a:pt x="18653" y="14835"/>
                </a:cubicBezTo>
                <a:cubicBezTo>
                  <a:pt x="18642" y="14852"/>
                  <a:pt x="18629" y="14868"/>
                  <a:pt x="18614" y="14883"/>
                </a:cubicBezTo>
                <a:cubicBezTo>
                  <a:pt x="18599" y="14898"/>
                  <a:pt x="18583" y="14911"/>
                  <a:pt x="18566" y="14923"/>
                </a:cubicBezTo>
                <a:cubicBezTo>
                  <a:pt x="18548" y="14934"/>
                  <a:pt x="18530" y="14944"/>
                  <a:pt x="18511" y="14952"/>
                </a:cubicBezTo>
                <a:cubicBezTo>
                  <a:pt x="18492" y="14960"/>
                  <a:pt x="18472" y="14966"/>
                  <a:pt x="18451" y="14970"/>
                </a:cubicBezTo>
                <a:cubicBezTo>
                  <a:pt x="18431" y="14974"/>
                  <a:pt x="18410" y="14976"/>
                  <a:pt x="18389" y="14976"/>
                </a:cubicBezTo>
                <a:lnTo>
                  <a:pt x="317" y="14976"/>
                </a:lnTo>
                <a:cubicBezTo>
                  <a:pt x="296" y="14976"/>
                  <a:pt x="276" y="14974"/>
                  <a:pt x="255" y="14970"/>
                </a:cubicBezTo>
                <a:cubicBezTo>
                  <a:pt x="235" y="14966"/>
                  <a:pt x="215" y="14960"/>
                  <a:pt x="196" y="14952"/>
                </a:cubicBezTo>
                <a:cubicBezTo>
                  <a:pt x="177" y="14944"/>
                  <a:pt x="158" y="14934"/>
                  <a:pt x="141" y="14923"/>
                </a:cubicBezTo>
                <a:cubicBezTo>
                  <a:pt x="124" y="14911"/>
                  <a:pt x="108" y="14898"/>
                  <a:pt x="93" y="14883"/>
                </a:cubicBezTo>
                <a:cubicBezTo>
                  <a:pt x="78" y="14868"/>
                  <a:pt x="65" y="14852"/>
                  <a:pt x="53" y="14835"/>
                </a:cubicBezTo>
                <a:cubicBezTo>
                  <a:pt x="42" y="14818"/>
                  <a:pt x="32" y="14799"/>
                  <a:pt x="24" y="14780"/>
                </a:cubicBezTo>
                <a:cubicBezTo>
                  <a:pt x="16" y="14761"/>
                  <a:pt x="10" y="14741"/>
                  <a:pt x="6" y="14721"/>
                </a:cubicBezTo>
                <a:cubicBezTo>
                  <a:pt x="2" y="14700"/>
                  <a:pt x="0" y="14680"/>
                  <a:pt x="0" y="1465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6" name="任意多边形 365"/>
          <p:cNvSpPr/>
          <p:nvPr/>
        </p:nvSpPr>
        <p:spPr>
          <a:xfrm>
            <a:off x="685440" y="1390320"/>
            <a:ext cx="250560" cy="286200"/>
          </a:xfrm>
          <a:custGeom>
            <a:avLst/>
            <a:gdLst/>
            <a:ahLst/>
            <a:cxnLst/>
            <a:rect l="0" t="0" r="r" b="b"/>
            <a:pathLst>
              <a:path w="696" h="795">
                <a:moveTo>
                  <a:pt x="696" y="124"/>
                </a:moveTo>
                <a:lnTo>
                  <a:pt x="696" y="199"/>
                </a:lnTo>
                <a:cubicBezTo>
                  <a:pt x="696" y="267"/>
                  <a:pt x="541" y="323"/>
                  <a:pt x="348" y="323"/>
                </a:cubicBezTo>
                <a:cubicBezTo>
                  <a:pt x="156" y="323"/>
                  <a:pt x="0" y="267"/>
                  <a:pt x="0" y="199"/>
                </a:cubicBezTo>
                <a:lnTo>
                  <a:pt x="0" y="124"/>
                </a:lnTo>
                <a:cubicBezTo>
                  <a:pt x="0" y="56"/>
                  <a:pt x="156" y="0"/>
                  <a:pt x="348" y="0"/>
                </a:cubicBezTo>
                <a:cubicBezTo>
                  <a:pt x="541" y="0"/>
                  <a:pt x="696" y="56"/>
                  <a:pt x="696" y="124"/>
                </a:cubicBezTo>
                <a:moveTo>
                  <a:pt x="611" y="333"/>
                </a:moveTo>
                <a:cubicBezTo>
                  <a:pt x="643" y="322"/>
                  <a:pt x="673" y="307"/>
                  <a:pt x="696" y="289"/>
                </a:cubicBezTo>
                <a:lnTo>
                  <a:pt x="696" y="447"/>
                </a:lnTo>
                <a:cubicBezTo>
                  <a:pt x="696" y="516"/>
                  <a:pt x="541" y="572"/>
                  <a:pt x="348" y="572"/>
                </a:cubicBezTo>
                <a:cubicBezTo>
                  <a:pt x="156" y="572"/>
                  <a:pt x="0" y="516"/>
                  <a:pt x="0" y="447"/>
                </a:cubicBezTo>
                <a:lnTo>
                  <a:pt x="0" y="289"/>
                </a:lnTo>
                <a:cubicBezTo>
                  <a:pt x="24" y="307"/>
                  <a:pt x="53" y="322"/>
                  <a:pt x="85" y="333"/>
                </a:cubicBezTo>
                <a:cubicBezTo>
                  <a:pt x="155" y="358"/>
                  <a:pt x="248" y="372"/>
                  <a:pt x="348" y="372"/>
                </a:cubicBezTo>
                <a:cubicBezTo>
                  <a:pt x="448" y="372"/>
                  <a:pt x="541" y="358"/>
                  <a:pt x="611" y="333"/>
                </a:cubicBezTo>
                <a:moveTo>
                  <a:pt x="0" y="538"/>
                </a:moveTo>
                <a:cubicBezTo>
                  <a:pt x="24" y="556"/>
                  <a:pt x="53" y="571"/>
                  <a:pt x="85" y="582"/>
                </a:cubicBezTo>
                <a:cubicBezTo>
                  <a:pt x="155" y="607"/>
                  <a:pt x="248" y="622"/>
                  <a:pt x="348" y="622"/>
                </a:cubicBezTo>
                <a:cubicBezTo>
                  <a:pt x="448" y="622"/>
                  <a:pt x="541" y="607"/>
                  <a:pt x="611" y="582"/>
                </a:cubicBezTo>
                <a:cubicBezTo>
                  <a:pt x="643" y="571"/>
                  <a:pt x="673" y="556"/>
                  <a:pt x="696" y="538"/>
                </a:cubicBezTo>
                <a:lnTo>
                  <a:pt x="696" y="671"/>
                </a:lnTo>
                <a:cubicBezTo>
                  <a:pt x="696" y="740"/>
                  <a:pt x="541" y="795"/>
                  <a:pt x="348" y="795"/>
                </a:cubicBezTo>
                <a:cubicBezTo>
                  <a:pt x="156" y="795"/>
                  <a:pt x="0" y="740"/>
                  <a:pt x="0" y="671"/>
                </a:cubicBezTo>
                <a:lnTo>
                  <a:pt x="0" y="538"/>
                </a:ln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7" name="文本框 366"/>
          <p:cNvSpPr txBox="1"/>
          <p:nvPr/>
        </p:nvSpPr>
        <p:spPr>
          <a:xfrm>
            <a:off x="380880" y="410040"/>
            <a:ext cx="266760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三、需求分析阶段评审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8" name="文本框 367"/>
          <p:cNvSpPr txBox="1"/>
          <p:nvPr/>
        </p:nvSpPr>
        <p:spPr>
          <a:xfrm>
            <a:off x="1088280" y="1434240"/>
            <a:ext cx="219204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评审项目</a:t>
            </a:r>
            <a:r>
              <a:rPr lang="en-US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10</a:t>
            </a:r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：数据字典与</a:t>
            </a:r>
            <a:r>
              <a:rPr lang="en-US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ER</a:t>
            </a:r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图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9" name="任意多边形 368"/>
          <p:cNvSpPr/>
          <p:nvPr/>
        </p:nvSpPr>
        <p:spPr>
          <a:xfrm>
            <a:off x="685440" y="2209680"/>
            <a:ext cx="552960" cy="267120"/>
          </a:xfrm>
          <a:custGeom>
            <a:avLst/>
            <a:gdLst/>
            <a:ahLst/>
            <a:cxnLst/>
            <a:rect l="0" t="0" r="r" b="b"/>
            <a:pathLst>
              <a:path w="1536" h="742">
                <a:moveTo>
                  <a:pt x="0" y="371"/>
                </a:moveTo>
                <a:cubicBezTo>
                  <a:pt x="0" y="347"/>
                  <a:pt x="3" y="323"/>
                  <a:pt x="8" y="299"/>
                </a:cubicBezTo>
                <a:cubicBezTo>
                  <a:pt x="12" y="275"/>
                  <a:pt x="19" y="252"/>
                  <a:pt x="29" y="229"/>
                </a:cubicBezTo>
                <a:cubicBezTo>
                  <a:pt x="38" y="207"/>
                  <a:pt x="49" y="186"/>
                  <a:pt x="63" y="165"/>
                </a:cubicBezTo>
                <a:cubicBezTo>
                  <a:pt x="76" y="144"/>
                  <a:pt x="92" y="126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lnTo>
                  <a:pt x="1166" y="0"/>
                </a:lnTo>
                <a:cubicBezTo>
                  <a:pt x="1190" y="0"/>
                  <a:pt x="1214" y="2"/>
                  <a:pt x="1238" y="7"/>
                </a:cubicBezTo>
                <a:cubicBezTo>
                  <a:pt x="1262" y="12"/>
                  <a:pt x="1285" y="19"/>
                  <a:pt x="1307" y="28"/>
                </a:cubicBezTo>
                <a:cubicBezTo>
                  <a:pt x="1330" y="37"/>
                  <a:pt x="1351" y="49"/>
                  <a:pt x="1371" y="62"/>
                </a:cubicBezTo>
                <a:cubicBezTo>
                  <a:pt x="1392" y="76"/>
                  <a:pt x="1410" y="91"/>
                  <a:pt x="1428" y="108"/>
                </a:cubicBezTo>
                <a:cubicBezTo>
                  <a:pt x="1445" y="126"/>
                  <a:pt x="1460" y="144"/>
                  <a:pt x="1474" y="165"/>
                </a:cubicBezTo>
                <a:cubicBezTo>
                  <a:pt x="1487" y="186"/>
                  <a:pt x="1499" y="207"/>
                  <a:pt x="1508" y="229"/>
                </a:cubicBezTo>
                <a:cubicBezTo>
                  <a:pt x="1517" y="252"/>
                  <a:pt x="1524" y="275"/>
                  <a:pt x="1529" y="299"/>
                </a:cubicBezTo>
                <a:cubicBezTo>
                  <a:pt x="1534" y="323"/>
                  <a:pt x="1536" y="347"/>
                  <a:pt x="1536" y="371"/>
                </a:cubicBezTo>
                <a:cubicBezTo>
                  <a:pt x="1536" y="396"/>
                  <a:pt x="1534" y="420"/>
                  <a:pt x="1529" y="444"/>
                </a:cubicBezTo>
                <a:cubicBezTo>
                  <a:pt x="1524" y="467"/>
                  <a:pt x="1517" y="491"/>
                  <a:pt x="1508" y="513"/>
                </a:cubicBezTo>
                <a:cubicBezTo>
                  <a:pt x="1499" y="535"/>
                  <a:pt x="1487" y="557"/>
                  <a:pt x="1474" y="577"/>
                </a:cubicBezTo>
                <a:cubicBezTo>
                  <a:pt x="1460" y="597"/>
                  <a:pt x="1445" y="616"/>
                  <a:pt x="1428" y="633"/>
                </a:cubicBezTo>
                <a:cubicBezTo>
                  <a:pt x="1410" y="650"/>
                  <a:pt x="1392" y="666"/>
                  <a:pt x="1371" y="679"/>
                </a:cubicBezTo>
                <a:cubicBezTo>
                  <a:pt x="1351" y="693"/>
                  <a:pt x="1330" y="704"/>
                  <a:pt x="1307" y="713"/>
                </a:cubicBezTo>
                <a:cubicBezTo>
                  <a:pt x="1285" y="723"/>
                  <a:pt x="1262" y="730"/>
                  <a:pt x="1238" y="735"/>
                </a:cubicBezTo>
                <a:cubicBezTo>
                  <a:pt x="1214" y="739"/>
                  <a:pt x="1190" y="742"/>
                  <a:pt x="1166" y="742"/>
                </a:cubicBezTo>
                <a:lnTo>
                  <a:pt x="371" y="742"/>
                </a:lnTo>
                <a:cubicBezTo>
                  <a:pt x="347" y="742"/>
                  <a:pt x="323" y="739"/>
                  <a:pt x="299" y="735"/>
                </a:cubicBezTo>
                <a:cubicBezTo>
                  <a:pt x="275" y="730"/>
                  <a:pt x="252" y="723"/>
                  <a:pt x="229" y="713"/>
                </a:cubicBezTo>
                <a:cubicBezTo>
                  <a:pt x="207" y="704"/>
                  <a:pt x="185" y="693"/>
                  <a:pt x="165" y="679"/>
                </a:cubicBezTo>
                <a:cubicBezTo>
                  <a:pt x="145" y="666"/>
                  <a:pt x="126" y="650"/>
                  <a:pt x="109" y="633"/>
                </a:cubicBezTo>
                <a:cubicBezTo>
                  <a:pt x="92" y="616"/>
                  <a:pt x="76" y="597"/>
                  <a:pt x="63" y="577"/>
                </a:cubicBezTo>
                <a:cubicBezTo>
                  <a:pt x="49" y="557"/>
                  <a:pt x="38" y="535"/>
                  <a:pt x="29" y="513"/>
                </a:cubicBezTo>
                <a:cubicBezTo>
                  <a:pt x="19" y="491"/>
                  <a:pt x="12" y="467"/>
                  <a:pt x="8" y="444"/>
                </a:cubicBezTo>
                <a:cubicBezTo>
                  <a:pt x="3" y="420"/>
                  <a:pt x="0" y="396"/>
                  <a:pt x="0" y="371"/>
                </a:cubicBezTo>
                <a:close/>
              </a:path>
            </a:pathLst>
          </a:custGeom>
          <a:solidFill>
            <a:srgbClr val="E8F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0" name="文本框 369"/>
          <p:cNvSpPr txBox="1"/>
          <p:nvPr/>
        </p:nvSpPr>
        <p:spPr>
          <a:xfrm>
            <a:off x="685800" y="1920240"/>
            <a:ext cx="106740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核心数据表设计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1" name="任意多边形 370"/>
          <p:cNvSpPr/>
          <p:nvPr/>
        </p:nvSpPr>
        <p:spPr>
          <a:xfrm>
            <a:off x="1314360" y="220968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371"/>
                </a:moveTo>
                <a:cubicBezTo>
                  <a:pt x="0" y="347"/>
                  <a:pt x="2" y="323"/>
                  <a:pt x="7" y="299"/>
                </a:cubicBezTo>
                <a:cubicBezTo>
                  <a:pt x="12" y="275"/>
                  <a:pt x="19" y="252"/>
                  <a:pt x="28" y="229"/>
                </a:cubicBezTo>
                <a:cubicBezTo>
                  <a:pt x="37" y="207"/>
                  <a:pt x="49" y="186"/>
                  <a:pt x="62" y="165"/>
                </a:cubicBezTo>
                <a:cubicBezTo>
                  <a:pt x="76" y="144"/>
                  <a:pt x="91" y="126"/>
                  <a:pt x="108" y="108"/>
                </a:cubicBezTo>
                <a:cubicBezTo>
                  <a:pt x="125" y="91"/>
                  <a:pt x="144" y="76"/>
                  <a:pt x="164" y="62"/>
                </a:cubicBezTo>
                <a:cubicBezTo>
                  <a:pt x="185" y="49"/>
                  <a:pt x="206" y="37"/>
                  <a:pt x="228" y="28"/>
                </a:cubicBezTo>
                <a:cubicBezTo>
                  <a:pt x="251" y="19"/>
                  <a:pt x="274" y="12"/>
                  <a:pt x="298" y="7"/>
                </a:cubicBezTo>
                <a:cubicBezTo>
                  <a:pt x="322" y="2"/>
                  <a:pt x="346" y="0"/>
                  <a:pt x="370" y="0"/>
                </a:cubicBezTo>
                <a:lnTo>
                  <a:pt x="1244" y="0"/>
                </a:lnTo>
                <a:cubicBezTo>
                  <a:pt x="1269" y="0"/>
                  <a:pt x="1293" y="2"/>
                  <a:pt x="1317" y="7"/>
                </a:cubicBezTo>
                <a:cubicBezTo>
                  <a:pt x="1340" y="12"/>
                  <a:pt x="1364" y="19"/>
                  <a:pt x="1386" y="28"/>
                </a:cubicBezTo>
                <a:cubicBezTo>
                  <a:pt x="1409" y="37"/>
                  <a:pt x="1430" y="49"/>
                  <a:pt x="1450" y="62"/>
                </a:cubicBezTo>
                <a:cubicBezTo>
                  <a:pt x="1470" y="76"/>
                  <a:pt x="1489" y="91"/>
                  <a:pt x="1506" y="108"/>
                </a:cubicBezTo>
                <a:cubicBezTo>
                  <a:pt x="1523" y="126"/>
                  <a:pt x="1539" y="144"/>
                  <a:pt x="1552" y="165"/>
                </a:cubicBezTo>
                <a:cubicBezTo>
                  <a:pt x="1566" y="186"/>
                  <a:pt x="1577" y="207"/>
                  <a:pt x="1587" y="229"/>
                </a:cubicBezTo>
                <a:cubicBezTo>
                  <a:pt x="1596" y="252"/>
                  <a:pt x="1603" y="275"/>
                  <a:pt x="1608" y="299"/>
                </a:cubicBezTo>
                <a:cubicBezTo>
                  <a:pt x="1612" y="323"/>
                  <a:pt x="1615" y="347"/>
                  <a:pt x="1615" y="371"/>
                </a:cubicBezTo>
                <a:cubicBezTo>
                  <a:pt x="1615" y="396"/>
                  <a:pt x="1612" y="420"/>
                  <a:pt x="1608" y="444"/>
                </a:cubicBezTo>
                <a:cubicBezTo>
                  <a:pt x="1603" y="467"/>
                  <a:pt x="1596" y="491"/>
                  <a:pt x="1587" y="513"/>
                </a:cubicBezTo>
                <a:cubicBezTo>
                  <a:pt x="1577" y="535"/>
                  <a:pt x="1566" y="557"/>
                  <a:pt x="1552" y="577"/>
                </a:cubicBezTo>
                <a:cubicBezTo>
                  <a:pt x="1539" y="597"/>
                  <a:pt x="1523" y="616"/>
                  <a:pt x="1506" y="633"/>
                </a:cubicBezTo>
                <a:cubicBezTo>
                  <a:pt x="1489" y="650"/>
                  <a:pt x="1470" y="666"/>
                  <a:pt x="1450" y="679"/>
                </a:cubicBezTo>
                <a:cubicBezTo>
                  <a:pt x="1430" y="693"/>
                  <a:pt x="1409" y="704"/>
                  <a:pt x="1386" y="713"/>
                </a:cubicBezTo>
                <a:cubicBezTo>
                  <a:pt x="1364" y="723"/>
                  <a:pt x="1340" y="730"/>
                  <a:pt x="1317" y="735"/>
                </a:cubicBezTo>
                <a:cubicBezTo>
                  <a:pt x="1293" y="739"/>
                  <a:pt x="1269" y="742"/>
                  <a:pt x="1244" y="742"/>
                </a:cubicBezTo>
                <a:lnTo>
                  <a:pt x="370" y="742"/>
                </a:lnTo>
                <a:cubicBezTo>
                  <a:pt x="346" y="742"/>
                  <a:pt x="322" y="739"/>
                  <a:pt x="298" y="735"/>
                </a:cubicBezTo>
                <a:cubicBezTo>
                  <a:pt x="274" y="730"/>
                  <a:pt x="251" y="723"/>
                  <a:pt x="228" y="713"/>
                </a:cubicBezTo>
                <a:cubicBezTo>
                  <a:pt x="206" y="704"/>
                  <a:pt x="185" y="693"/>
                  <a:pt x="164" y="679"/>
                </a:cubicBezTo>
                <a:cubicBezTo>
                  <a:pt x="144" y="666"/>
                  <a:pt x="125" y="650"/>
                  <a:pt x="108" y="633"/>
                </a:cubicBezTo>
                <a:cubicBezTo>
                  <a:pt x="91" y="616"/>
                  <a:pt x="76" y="597"/>
                  <a:pt x="62" y="577"/>
                </a:cubicBezTo>
                <a:cubicBezTo>
                  <a:pt x="49" y="557"/>
                  <a:pt x="37" y="535"/>
                  <a:pt x="28" y="513"/>
                </a:cubicBezTo>
                <a:cubicBezTo>
                  <a:pt x="19" y="491"/>
                  <a:pt x="12" y="467"/>
                  <a:pt x="7" y="444"/>
                </a:cubicBezTo>
                <a:cubicBezTo>
                  <a:pt x="2" y="420"/>
                  <a:pt x="0" y="396"/>
                  <a:pt x="0" y="371"/>
                </a:cubicBezTo>
                <a:close/>
              </a:path>
            </a:pathLst>
          </a:custGeom>
          <a:solidFill>
            <a:srgbClr val="E8F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2" name="文本框 371"/>
          <p:cNvSpPr txBox="1"/>
          <p:nvPr/>
        </p:nvSpPr>
        <p:spPr>
          <a:xfrm>
            <a:off x="799920" y="2252880"/>
            <a:ext cx="323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users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3" name="任意多边形 372"/>
          <p:cNvSpPr/>
          <p:nvPr/>
        </p:nvSpPr>
        <p:spPr>
          <a:xfrm>
            <a:off x="1971360" y="2209680"/>
            <a:ext cx="524520" cy="267120"/>
          </a:xfrm>
          <a:custGeom>
            <a:avLst/>
            <a:gdLst/>
            <a:ahLst/>
            <a:cxnLst/>
            <a:rect l="0" t="0" r="r" b="b"/>
            <a:pathLst>
              <a:path w="1457" h="742">
                <a:moveTo>
                  <a:pt x="0" y="371"/>
                </a:moveTo>
                <a:cubicBezTo>
                  <a:pt x="0" y="347"/>
                  <a:pt x="3" y="323"/>
                  <a:pt x="7" y="299"/>
                </a:cubicBezTo>
                <a:cubicBezTo>
                  <a:pt x="12" y="275"/>
                  <a:pt x="19" y="252"/>
                  <a:pt x="29" y="229"/>
                </a:cubicBezTo>
                <a:cubicBezTo>
                  <a:pt x="38" y="207"/>
                  <a:pt x="49" y="186"/>
                  <a:pt x="63" y="165"/>
                </a:cubicBezTo>
                <a:cubicBezTo>
                  <a:pt x="76" y="144"/>
                  <a:pt x="92" y="126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2" y="2"/>
                  <a:pt x="346" y="0"/>
                  <a:pt x="371" y="0"/>
                </a:cubicBezTo>
                <a:lnTo>
                  <a:pt x="1086" y="0"/>
                </a:lnTo>
                <a:cubicBezTo>
                  <a:pt x="1110" y="0"/>
                  <a:pt x="1135" y="2"/>
                  <a:pt x="1158" y="7"/>
                </a:cubicBezTo>
                <a:cubicBezTo>
                  <a:pt x="1182" y="12"/>
                  <a:pt x="1205" y="19"/>
                  <a:pt x="1228" y="28"/>
                </a:cubicBezTo>
                <a:cubicBezTo>
                  <a:pt x="1250" y="37"/>
                  <a:pt x="1272" y="49"/>
                  <a:pt x="1292" y="62"/>
                </a:cubicBezTo>
                <a:cubicBezTo>
                  <a:pt x="1312" y="76"/>
                  <a:pt x="1331" y="91"/>
                  <a:pt x="1348" y="108"/>
                </a:cubicBezTo>
                <a:cubicBezTo>
                  <a:pt x="1365" y="126"/>
                  <a:pt x="1381" y="144"/>
                  <a:pt x="1394" y="165"/>
                </a:cubicBezTo>
                <a:cubicBezTo>
                  <a:pt x="1408" y="186"/>
                  <a:pt x="1419" y="207"/>
                  <a:pt x="1428" y="229"/>
                </a:cubicBezTo>
                <a:cubicBezTo>
                  <a:pt x="1438" y="252"/>
                  <a:pt x="1445" y="275"/>
                  <a:pt x="1449" y="299"/>
                </a:cubicBezTo>
                <a:cubicBezTo>
                  <a:pt x="1454" y="323"/>
                  <a:pt x="1457" y="347"/>
                  <a:pt x="1457" y="371"/>
                </a:cubicBezTo>
                <a:cubicBezTo>
                  <a:pt x="1457" y="396"/>
                  <a:pt x="1454" y="420"/>
                  <a:pt x="1449" y="444"/>
                </a:cubicBezTo>
                <a:cubicBezTo>
                  <a:pt x="1445" y="467"/>
                  <a:pt x="1438" y="491"/>
                  <a:pt x="1428" y="513"/>
                </a:cubicBezTo>
                <a:cubicBezTo>
                  <a:pt x="1419" y="535"/>
                  <a:pt x="1408" y="557"/>
                  <a:pt x="1394" y="577"/>
                </a:cubicBezTo>
                <a:cubicBezTo>
                  <a:pt x="1381" y="597"/>
                  <a:pt x="1365" y="616"/>
                  <a:pt x="1348" y="633"/>
                </a:cubicBezTo>
                <a:cubicBezTo>
                  <a:pt x="1331" y="650"/>
                  <a:pt x="1312" y="666"/>
                  <a:pt x="1292" y="679"/>
                </a:cubicBezTo>
                <a:cubicBezTo>
                  <a:pt x="1272" y="693"/>
                  <a:pt x="1250" y="704"/>
                  <a:pt x="1228" y="713"/>
                </a:cubicBezTo>
                <a:cubicBezTo>
                  <a:pt x="1205" y="723"/>
                  <a:pt x="1182" y="730"/>
                  <a:pt x="1158" y="735"/>
                </a:cubicBezTo>
                <a:cubicBezTo>
                  <a:pt x="1135" y="739"/>
                  <a:pt x="1110" y="742"/>
                  <a:pt x="1086" y="742"/>
                </a:cubicBezTo>
                <a:lnTo>
                  <a:pt x="371" y="742"/>
                </a:lnTo>
                <a:cubicBezTo>
                  <a:pt x="346" y="742"/>
                  <a:pt x="322" y="739"/>
                  <a:pt x="299" y="735"/>
                </a:cubicBezTo>
                <a:cubicBezTo>
                  <a:pt x="275" y="730"/>
                  <a:pt x="252" y="723"/>
                  <a:pt x="229" y="713"/>
                </a:cubicBezTo>
                <a:cubicBezTo>
                  <a:pt x="207" y="704"/>
                  <a:pt x="185" y="693"/>
                  <a:pt x="165" y="679"/>
                </a:cubicBezTo>
                <a:cubicBezTo>
                  <a:pt x="145" y="666"/>
                  <a:pt x="126" y="650"/>
                  <a:pt x="109" y="633"/>
                </a:cubicBezTo>
                <a:cubicBezTo>
                  <a:pt x="92" y="616"/>
                  <a:pt x="76" y="597"/>
                  <a:pt x="63" y="577"/>
                </a:cubicBezTo>
                <a:cubicBezTo>
                  <a:pt x="49" y="557"/>
                  <a:pt x="38" y="535"/>
                  <a:pt x="29" y="513"/>
                </a:cubicBezTo>
                <a:cubicBezTo>
                  <a:pt x="19" y="491"/>
                  <a:pt x="12" y="467"/>
                  <a:pt x="7" y="444"/>
                </a:cubicBezTo>
                <a:cubicBezTo>
                  <a:pt x="3" y="420"/>
                  <a:pt x="0" y="396"/>
                  <a:pt x="0" y="371"/>
                </a:cubicBezTo>
                <a:close/>
              </a:path>
            </a:pathLst>
          </a:custGeom>
          <a:solidFill>
            <a:srgbClr val="E8F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4" name="文本框 373"/>
          <p:cNvSpPr txBox="1"/>
          <p:nvPr/>
        </p:nvSpPr>
        <p:spPr>
          <a:xfrm>
            <a:off x="1429920" y="2252880"/>
            <a:ext cx="350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goods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5" name="任意多边形 374"/>
          <p:cNvSpPr/>
          <p:nvPr/>
        </p:nvSpPr>
        <p:spPr>
          <a:xfrm>
            <a:off x="2571480" y="2209680"/>
            <a:ext cx="591120" cy="267120"/>
          </a:xfrm>
          <a:custGeom>
            <a:avLst/>
            <a:gdLst/>
            <a:ahLst/>
            <a:cxnLst/>
            <a:rect l="0" t="0" r="r" b="b"/>
            <a:pathLst>
              <a:path w="1642" h="742">
                <a:moveTo>
                  <a:pt x="0" y="371"/>
                </a:moveTo>
                <a:cubicBezTo>
                  <a:pt x="0" y="347"/>
                  <a:pt x="3" y="323"/>
                  <a:pt x="7" y="299"/>
                </a:cubicBezTo>
                <a:cubicBezTo>
                  <a:pt x="12" y="275"/>
                  <a:pt x="19" y="252"/>
                  <a:pt x="28" y="229"/>
                </a:cubicBezTo>
                <a:cubicBezTo>
                  <a:pt x="38" y="207"/>
                  <a:pt x="49" y="186"/>
                  <a:pt x="63" y="165"/>
                </a:cubicBezTo>
                <a:cubicBezTo>
                  <a:pt x="76" y="144"/>
                  <a:pt x="92" y="126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6" y="37"/>
                  <a:pt x="229" y="28"/>
                </a:cubicBezTo>
                <a:cubicBezTo>
                  <a:pt x="252" y="19"/>
                  <a:pt x="276" y="12"/>
                  <a:pt x="299" y="7"/>
                </a:cubicBezTo>
                <a:cubicBezTo>
                  <a:pt x="323" y="2"/>
                  <a:pt x="347" y="0"/>
                  <a:pt x="372" y="0"/>
                </a:cubicBezTo>
                <a:lnTo>
                  <a:pt x="1271" y="0"/>
                </a:lnTo>
                <a:cubicBezTo>
                  <a:pt x="1296" y="0"/>
                  <a:pt x="1320" y="2"/>
                  <a:pt x="1344" y="7"/>
                </a:cubicBezTo>
                <a:cubicBezTo>
                  <a:pt x="1367" y="12"/>
                  <a:pt x="1391" y="19"/>
                  <a:pt x="1413" y="28"/>
                </a:cubicBezTo>
                <a:cubicBezTo>
                  <a:pt x="1435" y="37"/>
                  <a:pt x="1457" y="49"/>
                  <a:pt x="1477" y="62"/>
                </a:cubicBezTo>
                <a:cubicBezTo>
                  <a:pt x="1497" y="76"/>
                  <a:pt x="1516" y="91"/>
                  <a:pt x="1533" y="108"/>
                </a:cubicBezTo>
                <a:cubicBezTo>
                  <a:pt x="1550" y="126"/>
                  <a:pt x="1566" y="144"/>
                  <a:pt x="1579" y="165"/>
                </a:cubicBezTo>
                <a:cubicBezTo>
                  <a:pt x="1593" y="186"/>
                  <a:pt x="1604" y="207"/>
                  <a:pt x="1613" y="229"/>
                </a:cubicBezTo>
                <a:cubicBezTo>
                  <a:pt x="1623" y="252"/>
                  <a:pt x="1630" y="275"/>
                  <a:pt x="1635" y="299"/>
                </a:cubicBezTo>
                <a:cubicBezTo>
                  <a:pt x="1639" y="323"/>
                  <a:pt x="1642" y="347"/>
                  <a:pt x="1642" y="371"/>
                </a:cubicBezTo>
                <a:cubicBezTo>
                  <a:pt x="1642" y="396"/>
                  <a:pt x="1639" y="420"/>
                  <a:pt x="1635" y="444"/>
                </a:cubicBezTo>
                <a:cubicBezTo>
                  <a:pt x="1630" y="467"/>
                  <a:pt x="1623" y="491"/>
                  <a:pt x="1613" y="513"/>
                </a:cubicBezTo>
                <a:cubicBezTo>
                  <a:pt x="1604" y="535"/>
                  <a:pt x="1593" y="557"/>
                  <a:pt x="1579" y="577"/>
                </a:cubicBezTo>
                <a:cubicBezTo>
                  <a:pt x="1566" y="597"/>
                  <a:pt x="1550" y="616"/>
                  <a:pt x="1533" y="633"/>
                </a:cubicBezTo>
                <a:cubicBezTo>
                  <a:pt x="1516" y="650"/>
                  <a:pt x="1497" y="666"/>
                  <a:pt x="1477" y="679"/>
                </a:cubicBezTo>
                <a:cubicBezTo>
                  <a:pt x="1457" y="693"/>
                  <a:pt x="1435" y="704"/>
                  <a:pt x="1413" y="713"/>
                </a:cubicBezTo>
                <a:cubicBezTo>
                  <a:pt x="1391" y="723"/>
                  <a:pt x="1367" y="730"/>
                  <a:pt x="1344" y="735"/>
                </a:cubicBezTo>
                <a:cubicBezTo>
                  <a:pt x="1320" y="739"/>
                  <a:pt x="1296" y="742"/>
                  <a:pt x="1271" y="742"/>
                </a:cubicBezTo>
                <a:lnTo>
                  <a:pt x="372" y="742"/>
                </a:lnTo>
                <a:cubicBezTo>
                  <a:pt x="347" y="742"/>
                  <a:pt x="323" y="739"/>
                  <a:pt x="299" y="735"/>
                </a:cubicBezTo>
                <a:cubicBezTo>
                  <a:pt x="276" y="730"/>
                  <a:pt x="252" y="723"/>
                  <a:pt x="229" y="713"/>
                </a:cubicBezTo>
                <a:cubicBezTo>
                  <a:pt x="206" y="704"/>
                  <a:pt x="185" y="693"/>
                  <a:pt x="165" y="679"/>
                </a:cubicBezTo>
                <a:cubicBezTo>
                  <a:pt x="145" y="666"/>
                  <a:pt x="126" y="650"/>
                  <a:pt x="109" y="633"/>
                </a:cubicBezTo>
                <a:cubicBezTo>
                  <a:pt x="92" y="616"/>
                  <a:pt x="76" y="597"/>
                  <a:pt x="63" y="577"/>
                </a:cubicBezTo>
                <a:cubicBezTo>
                  <a:pt x="49" y="557"/>
                  <a:pt x="38" y="535"/>
                  <a:pt x="28" y="513"/>
                </a:cubicBezTo>
                <a:cubicBezTo>
                  <a:pt x="19" y="491"/>
                  <a:pt x="12" y="467"/>
                  <a:pt x="7" y="444"/>
                </a:cubicBezTo>
                <a:cubicBezTo>
                  <a:pt x="3" y="420"/>
                  <a:pt x="0" y="396"/>
                  <a:pt x="0" y="371"/>
                </a:cubicBezTo>
                <a:close/>
              </a:path>
            </a:pathLst>
          </a:custGeom>
          <a:solidFill>
            <a:srgbClr val="E8F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6" name="文本框 375"/>
          <p:cNvSpPr txBox="1"/>
          <p:nvPr/>
        </p:nvSpPr>
        <p:spPr>
          <a:xfrm>
            <a:off x="2086560" y="2252880"/>
            <a:ext cx="2894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carts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7" name="任意多边形 376"/>
          <p:cNvSpPr/>
          <p:nvPr/>
        </p:nvSpPr>
        <p:spPr>
          <a:xfrm>
            <a:off x="3238200" y="2209680"/>
            <a:ext cx="924480" cy="267120"/>
          </a:xfrm>
          <a:custGeom>
            <a:avLst/>
            <a:gdLst/>
            <a:ahLst/>
            <a:cxnLst/>
            <a:rect l="0" t="0" r="r" b="b"/>
            <a:pathLst>
              <a:path w="2568" h="742">
                <a:moveTo>
                  <a:pt x="0" y="371"/>
                </a:moveTo>
                <a:cubicBezTo>
                  <a:pt x="0" y="347"/>
                  <a:pt x="3" y="323"/>
                  <a:pt x="7" y="299"/>
                </a:cubicBezTo>
                <a:cubicBezTo>
                  <a:pt x="12" y="275"/>
                  <a:pt x="19" y="252"/>
                  <a:pt x="29" y="229"/>
                </a:cubicBezTo>
                <a:cubicBezTo>
                  <a:pt x="38" y="207"/>
                  <a:pt x="49" y="186"/>
                  <a:pt x="63" y="165"/>
                </a:cubicBezTo>
                <a:cubicBezTo>
                  <a:pt x="76" y="144"/>
                  <a:pt x="92" y="126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1" y="19"/>
                  <a:pt x="275" y="12"/>
                  <a:pt x="298" y="7"/>
                </a:cubicBezTo>
                <a:cubicBezTo>
                  <a:pt x="322" y="2"/>
                  <a:pt x="346" y="0"/>
                  <a:pt x="371" y="0"/>
                </a:cubicBezTo>
                <a:lnTo>
                  <a:pt x="2196" y="0"/>
                </a:lnTo>
                <a:cubicBezTo>
                  <a:pt x="2221" y="0"/>
                  <a:pt x="2245" y="2"/>
                  <a:pt x="2269" y="7"/>
                </a:cubicBezTo>
                <a:cubicBezTo>
                  <a:pt x="2292" y="12"/>
                  <a:pt x="2316" y="19"/>
                  <a:pt x="2338" y="28"/>
                </a:cubicBezTo>
                <a:cubicBezTo>
                  <a:pt x="2361" y="37"/>
                  <a:pt x="2382" y="49"/>
                  <a:pt x="2402" y="62"/>
                </a:cubicBezTo>
                <a:cubicBezTo>
                  <a:pt x="2422" y="76"/>
                  <a:pt x="2441" y="91"/>
                  <a:pt x="2458" y="108"/>
                </a:cubicBezTo>
                <a:cubicBezTo>
                  <a:pt x="2475" y="126"/>
                  <a:pt x="2491" y="144"/>
                  <a:pt x="2504" y="165"/>
                </a:cubicBezTo>
                <a:cubicBezTo>
                  <a:pt x="2518" y="186"/>
                  <a:pt x="2529" y="207"/>
                  <a:pt x="2539" y="229"/>
                </a:cubicBezTo>
                <a:cubicBezTo>
                  <a:pt x="2548" y="252"/>
                  <a:pt x="2556" y="275"/>
                  <a:pt x="2561" y="299"/>
                </a:cubicBezTo>
                <a:cubicBezTo>
                  <a:pt x="2565" y="323"/>
                  <a:pt x="2568" y="347"/>
                  <a:pt x="2568" y="371"/>
                </a:cubicBezTo>
                <a:cubicBezTo>
                  <a:pt x="2568" y="396"/>
                  <a:pt x="2565" y="420"/>
                  <a:pt x="2561" y="444"/>
                </a:cubicBezTo>
                <a:cubicBezTo>
                  <a:pt x="2556" y="467"/>
                  <a:pt x="2548" y="491"/>
                  <a:pt x="2539" y="513"/>
                </a:cubicBezTo>
                <a:cubicBezTo>
                  <a:pt x="2529" y="535"/>
                  <a:pt x="2518" y="557"/>
                  <a:pt x="2504" y="577"/>
                </a:cubicBezTo>
                <a:cubicBezTo>
                  <a:pt x="2491" y="597"/>
                  <a:pt x="2475" y="616"/>
                  <a:pt x="2458" y="633"/>
                </a:cubicBezTo>
                <a:cubicBezTo>
                  <a:pt x="2441" y="650"/>
                  <a:pt x="2422" y="666"/>
                  <a:pt x="2402" y="679"/>
                </a:cubicBezTo>
                <a:cubicBezTo>
                  <a:pt x="2382" y="693"/>
                  <a:pt x="2361" y="704"/>
                  <a:pt x="2338" y="713"/>
                </a:cubicBezTo>
                <a:cubicBezTo>
                  <a:pt x="2316" y="723"/>
                  <a:pt x="2292" y="730"/>
                  <a:pt x="2269" y="735"/>
                </a:cubicBezTo>
                <a:cubicBezTo>
                  <a:pt x="2245" y="739"/>
                  <a:pt x="2221" y="742"/>
                  <a:pt x="2196" y="742"/>
                </a:cubicBezTo>
                <a:lnTo>
                  <a:pt x="371" y="742"/>
                </a:lnTo>
                <a:cubicBezTo>
                  <a:pt x="346" y="742"/>
                  <a:pt x="322" y="739"/>
                  <a:pt x="298" y="735"/>
                </a:cubicBezTo>
                <a:cubicBezTo>
                  <a:pt x="275" y="730"/>
                  <a:pt x="251" y="723"/>
                  <a:pt x="229" y="713"/>
                </a:cubicBezTo>
                <a:cubicBezTo>
                  <a:pt x="207" y="704"/>
                  <a:pt x="185" y="693"/>
                  <a:pt x="165" y="679"/>
                </a:cubicBezTo>
                <a:cubicBezTo>
                  <a:pt x="145" y="666"/>
                  <a:pt x="126" y="650"/>
                  <a:pt x="109" y="633"/>
                </a:cubicBezTo>
                <a:cubicBezTo>
                  <a:pt x="92" y="616"/>
                  <a:pt x="76" y="597"/>
                  <a:pt x="63" y="577"/>
                </a:cubicBezTo>
                <a:cubicBezTo>
                  <a:pt x="49" y="557"/>
                  <a:pt x="38" y="535"/>
                  <a:pt x="29" y="513"/>
                </a:cubicBezTo>
                <a:cubicBezTo>
                  <a:pt x="19" y="491"/>
                  <a:pt x="12" y="467"/>
                  <a:pt x="7" y="444"/>
                </a:cubicBezTo>
                <a:cubicBezTo>
                  <a:pt x="3" y="420"/>
                  <a:pt x="0" y="396"/>
                  <a:pt x="0" y="371"/>
                </a:cubicBezTo>
                <a:close/>
              </a:path>
            </a:pathLst>
          </a:custGeom>
          <a:solidFill>
            <a:srgbClr val="E8F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8" name="文本框 377"/>
          <p:cNvSpPr txBox="1"/>
          <p:nvPr/>
        </p:nvSpPr>
        <p:spPr>
          <a:xfrm>
            <a:off x="2681640" y="2252880"/>
            <a:ext cx="368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orders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9" name="任意多边形 378"/>
          <p:cNvSpPr/>
          <p:nvPr/>
        </p:nvSpPr>
        <p:spPr>
          <a:xfrm>
            <a:off x="4238280" y="2209680"/>
            <a:ext cx="838800" cy="267120"/>
          </a:xfrm>
          <a:custGeom>
            <a:avLst/>
            <a:gdLst/>
            <a:ahLst/>
            <a:cxnLst/>
            <a:rect l="0" t="0" r="r" b="b"/>
            <a:pathLst>
              <a:path w="2330" h="742">
                <a:moveTo>
                  <a:pt x="0" y="371"/>
                </a:moveTo>
                <a:cubicBezTo>
                  <a:pt x="0" y="347"/>
                  <a:pt x="3" y="323"/>
                  <a:pt x="8" y="299"/>
                </a:cubicBezTo>
                <a:cubicBezTo>
                  <a:pt x="12" y="275"/>
                  <a:pt x="19" y="252"/>
                  <a:pt x="29" y="229"/>
                </a:cubicBezTo>
                <a:cubicBezTo>
                  <a:pt x="38" y="207"/>
                  <a:pt x="49" y="186"/>
                  <a:pt x="63" y="165"/>
                </a:cubicBezTo>
                <a:cubicBezTo>
                  <a:pt x="76" y="144"/>
                  <a:pt x="92" y="126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2" y="2"/>
                  <a:pt x="347" y="0"/>
                  <a:pt x="371" y="0"/>
                </a:cubicBezTo>
                <a:lnTo>
                  <a:pt x="1959" y="0"/>
                </a:lnTo>
                <a:cubicBezTo>
                  <a:pt x="1984" y="0"/>
                  <a:pt x="2008" y="2"/>
                  <a:pt x="2032" y="7"/>
                </a:cubicBezTo>
                <a:cubicBezTo>
                  <a:pt x="2055" y="12"/>
                  <a:pt x="2079" y="19"/>
                  <a:pt x="2101" y="28"/>
                </a:cubicBezTo>
                <a:cubicBezTo>
                  <a:pt x="2124" y="37"/>
                  <a:pt x="2145" y="49"/>
                  <a:pt x="2165" y="62"/>
                </a:cubicBezTo>
                <a:cubicBezTo>
                  <a:pt x="2185" y="76"/>
                  <a:pt x="2204" y="91"/>
                  <a:pt x="2221" y="108"/>
                </a:cubicBezTo>
                <a:cubicBezTo>
                  <a:pt x="2238" y="126"/>
                  <a:pt x="2254" y="144"/>
                  <a:pt x="2267" y="165"/>
                </a:cubicBezTo>
                <a:cubicBezTo>
                  <a:pt x="2281" y="186"/>
                  <a:pt x="2292" y="207"/>
                  <a:pt x="2302" y="229"/>
                </a:cubicBezTo>
                <a:cubicBezTo>
                  <a:pt x="2311" y="252"/>
                  <a:pt x="2318" y="275"/>
                  <a:pt x="2323" y="299"/>
                </a:cubicBezTo>
                <a:cubicBezTo>
                  <a:pt x="2327" y="323"/>
                  <a:pt x="2330" y="347"/>
                  <a:pt x="2330" y="371"/>
                </a:cubicBezTo>
                <a:cubicBezTo>
                  <a:pt x="2330" y="396"/>
                  <a:pt x="2327" y="420"/>
                  <a:pt x="2323" y="444"/>
                </a:cubicBezTo>
                <a:cubicBezTo>
                  <a:pt x="2318" y="467"/>
                  <a:pt x="2311" y="491"/>
                  <a:pt x="2302" y="513"/>
                </a:cubicBezTo>
                <a:cubicBezTo>
                  <a:pt x="2292" y="535"/>
                  <a:pt x="2281" y="557"/>
                  <a:pt x="2267" y="577"/>
                </a:cubicBezTo>
                <a:cubicBezTo>
                  <a:pt x="2254" y="597"/>
                  <a:pt x="2238" y="616"/>
                  <a:pt x="2221" y="633"/>
                </a:cubicBezTo>
                <a:cubicBezTo>
                  <a:pt x="2204" y="650"/>
                  <a:pt x="2185" y="666"/>
                  <a:pt x="2165" y="679"/>
                </a:cubicBezTo>
                <a:cubicBezTo>
                  <a:pt x="2145" y="693"/>
                  <a:pt x="2124" y="704"/>
                  <a:pt x="2101" y="713"/>
                </a:cubicBezTo>
                <a:cubicBezTo>
                  <a:pt x="2079" y="723"/>
                  <a:pt x="2055" y="730"/>
                  <a:pt x="2032" y="735"/>
                </a:cubicBezTo>
                <a:cubicBezTo>
                  <a:pt x="2008" y="739"/>
                  <a:pt x="1984" y="742"/>
                  <a:pt x="1959" y="742"/>
                </a:cubicBezTo>
                <a:lnTo>
                  <a:pt x="371" y="742"/>
                </a:lnTo>
                <a:cubicBezTo>
                  <a:pt x="347" y="742"/>
                  <a:pt x="322" y="739"/>
                  <a:pt x="299" y="735"/>
                </a:cubicBezTo>
                <a:cubicBezTo>
                  <a:pt x="275" y="730"/>
                  <a:pt x="252" y="723"/>
                  <a:pt x="229" y="713"/>
                </a:cubicBezTo>
                <a:cubicBezTo>
                  <a:pt x="207" y="704"/>
                  <a:pt x="185" y="693"/>
                  <a:pt x="165" y="679"/>
                </a:cubicBezTo>
                <a:cubicBezTo>
                  <a:pt x="145" y="666"/>
                  <a:pt x="126" y="650"/>
                  <a:pt x="109" y="633"/>
                </a:cubicBezTo>
                <a:cubicBezTo>
                  <a:pt x="92" y="616"/>
                  <a:pt x="76" y="597"/>
                  <a:pt x="63" y="577"/>
                </a:cubicBezTo>
                <a:cubicBezTo>
                  <a:pt x="49" y="557"/>
                  <a:pt x="38" y="535"/>
                  <a:pt x="29" y="513"/>
                </a:cubicBezTo>
                <a:cubicBezTo>
                  <a:pt x="19" y="491"/>
                  <a:pt x="12" y="467"/>
                  <a:pt x="8" y="444"/>
                </a:cubicBezTo>
                <a:cubicBezTo>
                  <a:pt x="3" y="420"/>
                  <a:pt x="0" y="396"/>
                  <a:pt x="0" y="371"/>
                </a:cubicBezTo>
                <a:close/>
              </a:path>
            </a:pathLst>
          </a:custGeom>
          <a:solidFill>
            <a:srgbClr val="E8F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0" name="文本框 379"/>
          <p:cNvSpPr txBox="1"/>
          <p:nvPr/>
        </p:nvSpPr>
        <p:spPr>
          <a:xfrm>
            <a:off x="3356640" y="2252880"/>
            <a:ext cx="689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order_items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1" name="任意多边形 380"/>
          <p:cNvSpPr/>
          <p:nvPr/>
        </p:nvSpPr>
        <p:spPr>
          <a:xfrm>
            <a:off x="5152680" y="2209680"/>
            <a:ext cx="838800" cy="267120"/>
          </a:xfrm>
          <a:custGeom>
            <a:avLst/>
            <a:gdLst/>
            <a:ahLst/>
            <a:cxnLst/>
            <a:rect l="0" t="0" r="r" b="b"/>
            <a:pathLst>
              <a:path w="2330" h="742">
                <a:moveTo>
                  <a:pt x="0" y="371"/>
                </a:moveTo>
                <a:cubicBezTo>
                  <a:pt x="0" y="347"/>
                  <a:pt x="3" y="323"/>
                  <a:pt x="8" y="299"/>
                </a:cubicBezTo>
                <a:cubicBezTo>
                  <a:pt x="12" y="275"/>
                  <a:pt x="19" y="252"/>
                  <a:pt x="29" y="229"/>
                </a:cubicBezTo>
                <a:cubicBezTo>
                  <a:pt x="38" y="207"/>
                  <a:pt x="49" y="186"/>
                  <a:pt x="63" y="165"/>
                </a:cubicBezTo>
                <a:cubicBezTo>
                  <a:pt x="76" y="144"/>
                  <a:pt x="92" y="126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2" y="2"/>
                  <a:pt x="347" y="0"/>
                  <a:pt x="371" y="0"/>
                </a:cubicBezTo>
                <a:lnTo>
                  <a:pt x="1959" y="0"/>
                </a:lnTo>
                <a:cubicBezTo>
                  <a:pt x="1984" y="0"/>
                  <a:pt x="2008" y="2"/>
                  <a:pt x="2032" y="7"/>
                </a:cubicBezTo>
                <a:cubicBezTo>
                  <a:pt x="2055" y="12"/>
                  <a:pt x="2079" y="19"/>
                  <a:pt x="2101" y="28"/>
                </a:cubicBezTo>
                <a:cubicBezTo>
                  <a:pt x="2124" y="37"/>
                  <a:pt x="2145" y="49"/>
                  <a:pt x="2165" y="62"/>
                </a:cubicBezTo>
                <a:cubicBezTo>
                  <a:pt x="2185" y="76"/>
                  <a:pt x="2204" y="91"/>
                  <a:pt x="2221" y="108"/>
                </a:cubicBezTo>
                <a:cubicBezTo>
                  <a:pt x="2238" y="126"/>
                  <a:pt x="2254" y="144"/>
                  <a:pt x="2267" y="165"/>
                </a:cubicBezTo>
                <a:cubicBezTo>
                  <a:pt x="2281" y="186"/>
                  <a:pt x="2292" y="207"/>
                  <a:pt x="2302" y="229"/>
                </a:cubicBezTo>
                <a:cubicBezTo>
                  <a:pt x="2311" y="252"/>
                  <a:pt x="2318" y="275"/>
                  <a:pt x="2323" y="299"/>
                </a:cubicBezTo>
                <a:cubicBezTo>
                  <a:pt x="2327" y="323"/>
                  <a:pt x="2330" y="347"/>
                  <a:pt x="2330" y="371"/>
                </a:cubicBezTo>
                <a:cubicBezTo>
                  <a:pt x="2330" y="396"/>
                  <a:pt x="2327" y="420"/>
                  <a:pt x="2323" y="444"/>
                </a:cubicBezTo>
                <a:cubicBezTo>
                  <a:pt x="2318" y="467"/>
                  <a:pt x="2311" y="491"/>
                  <a:pt x="2302" y="513"/>
                </a:cubicBezTo>
                <a:cubicBezTo>
                  <a:pt x="2292" y="535"/>
                  <a:pt x="2281" y="557"/>
                  <a:pt x="2267" y="577"/>
                </a:cubicBezTo>
                <a:cubicBezTo>
                  <a:pt x="2254" y="597"/>
                  <a:pt x="2238" y="616"/>
                  <a:pt x="2221" y="633"/>
                </a:cubicBezTo>
                <a:cubicBezTo>
                  <a:pt x="2204" y="650"/>
                  <a:pt x="2185" y="666"/>
                  <a:pt x="2165" y="679"/>
                </a:cubicBezTo>
                <a:cubicBezTo>
                  <a:pt x="2145" y="693"/>
                  <a:pt x="2124" y="704"/>
                  <a:pt x="2101" y="713"/>
                </a:cubicBezTo>
                <a:cubicBezTo>
                  <a:pt x="2079" y="723"/>
                  <a:pt x="2055" y="730"/>
                  <a:pt x="2032" y="735"/>
                </a:cubicBezTo>
                <a:cubicBezTo>
                  <a:pt x="2008" y="739"/>
                  <a:pt x="1984" y="742"/>
                  <a:pt x="1959" y="742"/>
                </a:cubicBezTo>
                <a:lnTo>
                  <a:pt x="371" y="742"/>
                </a:lnTo>
                <a:cubicBezTo>
                  <a:pt x="347" y="742"/>
                  <a:pt x="322" y="739"/>
                  <a:pt x="299" y="735"/>
                </a:cubicBezTo>
                <a:cubicBezTo>
                  <a:pt x="275" y="730"/>
                  <a:pt x="252" y="723"/>
                  <a:pt x="229" y="713"/>
                </a:cubicBezTo>
                <a:cubicBezTo>
                  <a:pt x="207" y="704"/>
                  <a:pt x="185" y="693"/>
                  <a:pt x="165" y="679"/>
                </a:cubicBezTo>
                <a:cubicBezTo>
                  <a:pt x="145" y="666"/>
                  <a:pt x="126" y="650"/>
                  <a:pt x="109" y="633"/>
                </a:cubicBezTo>
                <a:cubicBezTo>
                  <a:pt x="92" y="616"/>
                  <a:pt x="76" y="597"/>
                  <a:pt x="63" y="577"/>
                </a:cubicBezTo>
                <a:cubicBezTo>
                  <a:pt x="49" y="557"/>
                  <a:pt x="38" y="535"/>
                  <a:pt x="29" y="513"/>
                </a:cubicBezTo>
                <a:cubicBezTo>
                  <a:pt x="19" y="491"/>
                  <a:pt x="12" y="467"/>
                  <a:pt x="8" y="444"/>
                </a:cubicBezTo>
                <a:cubicBezTo>
                  <a:pt x="3" y="420"/>
                  <a:pt x="0" y="396"/>
                  <a:pt x="0" y="371"/>
                </a:cubicBezTo>
                <a:close/>
              </a:path>
            </a:pathLst>
          </a:custGeom>
          <a:solidFill>
            <a:srgbClr val="E8F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2" name="文本框 381"/>
          <p:cNvSpPr txBox="1"/>
          <p:nvPr/>
        </p:nvSpPr>
        <p:spPr>
          <a:xfrm>
            <a:off x="4353840" y="2252880"/>
            <a:ext cx="606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addresses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3" name="文本框 382"/>
          <p:cNvSpPr txBox="1"/>
          <p:nvPr/>
        </p:nvSpPr>
        <p:spPr>
          <a:xfrm>
            <a:off x="5268600" y="2252880"/>
            <a:ext cx="601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categories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4" name="任意多边形 383"/>
          <p:cNvSpPr/>
          <p:nvPr/>
        </p:nvSpPr>
        <p:spPr>
          <a:xfrm>
            <a:off x="685440" y="308592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3"/>
                </a:moveTo>
                <a:cubicBezTo>
                  <a:pt x="107" y="60"/>
                  <a:pt x="106" y="67"/>
                  <a:pt x="103" y="73"/>
                </a:cubicBezTo>
                <a:cubicBezTo>
                  <a:pt x="101" y="80"/>
                  <a:pt x="97" y="85"/>
                  <a:pt x="92" y="90"/>
                </a:cubicBezTo>
                <a:cubicBezTo>
                  <a:pt x="87" y="96"/>
                  <a:pt x="81" y="100"/>
                  <a:pt x="75" y="103"/>
                </a:cubicBezTo>
                <a:cubicBezTo>
                  <a:pt x="68" y="105"/>
                  <a:pt x="61" y="107"/>
                  <a:pt x="54" y="107"/>
                </a:cubicBezTo>
                <a:cubicBezTo>
                  <a:pt x="47" y="107"/>
                  <a:pt x="41" y="105"/>
                  <a:pt x="33" y="103"/>
                </a:cubicBezTo>
                <a:cubicBezTo>
                  <a:pt x="27" y="100"/>
                  <a:pt x="21" y="96"/>
                  <a:pt x="16" y="90"/>
                </a:cubicBezTo>
                <a:cubicBezTo>
                  <a:pt x="11" y="85"/>
                  <a:pt x="7" y="80"/>
                  <a:pt x="5" y="73"/>
                </a:cubicBezTo>
                <a:cubicBezTo>
                  <a:pt x="2" y="67"/>
                  <a:pt x="0" y="60"/>
                  <a:pt x="0" y="53"/>
                </a:cubicBezTo>
                <a:cubicBezTo>
                  <a:pt x="0" y="46"/>
                  <a:pt x="2" y="39"/>
                  <a:pt x="5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1"/>
                  <a:pt x="27" y="7"/>
                  <a:pt x="33" y="4"/>
                </a:cubicBezTo>
                <a:cubicBezTo>
                  <a:pt x="41" y="1"/>
                  <a:pt x="47" y="0"/>
                  <a:pt x="54" y="0"/>
                </a:cubicBezTo>
                <a:cubicBezTo>
                  <a:pt x="61" y="0"/>
                  <a:pt x="68" y="1"/>
                  <a:pt x="75" y="4"/>
                </a:cubicBezTo>
                <a:cubicBezTo>
                  <a:pt x="81" y="7"/>
                  <a:pt x="87" y="11"/>
                  <a:pt x="92" y="15"/>
                </a:cubicBezTo>
                <a:cubicBezTo>
                  <a:pt x="97" y="20"/>
                  <a:pt x="101" y="26"/>
                  <a:pt x="103" y="33"/>
                </a:cubicBezTo>
                <a:cubicBezTo>
                  <a:pt x="106" y="39"/>
                  <a:pt x="107" y="46"/>
                  <a:pt x="107" y="53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5" name="文本框 384"/>
          <p:cNvSpPr txBox="1"/>
          <p:nvPr/>
        </p:nvSpPr>
        <p:spPr>
          <a:xfrm>
            <a:off x="685800" y="2720160"/>
            <a:ext cx="98064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ER</a:t>
            </a:r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图设计特点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6" name="任意多边形 385"/>
          <p:cNvSpPr/>
          <p:nvPr/>
        </p:nvSpPr>
        <p:spPr>
          <a:xfrm>
            <a:off x="685440" y="333360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4"/>
                </a:moveTo>
                <a:cubicBezTo>
                  <a:pt x="107" y="61"/>
                  <a:pt x="106" y="68"/>
                  <a:pt x="103" y="74"/>
                </a:cubicBezTo>
                <a:cubicBezTo>
                  <a:pt x="101" y="81"/>
                  <a:pt x="97" y="86"/>
                  <a:pt x="92" y="91"/>
                </a:cubicBezTo>
                <a:cubicBezTo>
                  <a:pt x="87" y="96"/>
                  <a:pt x="81" y="100"/>
                  <a:pt x="75" y="103"/>
                </a:cubicBezTo>
                <a:cubicBezTo>
                  <a:pt x="68" y="105"/>
                  <a:pt x="61" y="107"/>
                  <a:pt x="54" y="107"/>
                </a:cubicBezTo>
                <a:cubicBezTo>
                  <a:pt x="47" y="107"/>
                  <a:pt x="41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1"/>
                  <a:pt x="5" y="74"/>
                </a:cubicBezTo>
                <a:cubicBezTo>
                  <a:pt x="2" y="68"/>
                  <a:pt x="0" y="61"/>
                  <a:pt x="0" y="54"/>
                </a:cubicBezTo>
                <a:cubicBezTo>
                  <a:pt x="0" y="47"/>
                  <a:pt x="2" y="40"/>
                  <a:pt x="5" y="34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7"/>
                  <a:pt x="33" y="4"/>
                </a:cubicBezTo>
                <a:cubicBezTo>
                  <a:pt x="41" y="1"/>
                  <a:pt x="47" y="0"/>
                  <a:pt x="54" y="0"/>
                </a:cubicBezTo>
                <a:cubicBezTo>
                  <a:pt x="61" y="0"/>
                  <a:pt x="68" y="1"/>
                  <a:pt x="75" y="4"/>
                </a:cubicBezTo>
                <a:cubicBezTo>
                  <a:pt x="81" y="7"/>
                  <a:pt x="87" y="10"/>
                  <a:pt x="92" y="15"/>
                </a:cubicBezTo>
                <a:cubicBezTo>
                  <a:pt x="97" y="20"/>
                  <a:pt x="101" y="26"/>
                  <a:pt x="103" y="34"/>
                </a:cubicBezTo>
                <a:cubicBezTo>
                  <a:pt x="106" y="40"/>
                  <a:pt x="107" y="47"/>
                  <a:pt x="107" y="54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7" name="文本框 386"/>
          <p:cNvSpPr txBox="1"/>
          <p:nvPr/>
        </p:nvSpPr>
        <p:spPr>
          <a:xfrm>
            <a:off x="866880" y="3015000"/>
            <a:ext cx="796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实体关系清晰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8" name="任意多边形 387"/>
          <p:cNvSpPr/>
          <p:nvPr/>
        </p:nvSpPr>
        <p:spPr>
          <a:xfrm>
            <a:off x="685440" y="358128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3"/>
                </a:moveTo>
                <a:cubicBezTo>
                  <a:pt x="107" y="60"/>
                  <a:pt x="106" y="67"/>
                  <a:pt x="103" y="73"/>
                </a:cubicBezTo>
                <a:cubicBezTo>
                  <a:pt x="101" y="79"/>
                  <a:pt x="97" y="86"/>
                  <a:pt x="92" y="91"/>
                </a:cubicBezTo>
                <a:cubicBezTo>
                  <a:pt x="87" y="96"/>
                  <a:pt x="81" y="100"/>
                  <a:pt x="75" y="103"/>
                </a:cubicBezTo>
                <a:cubicBezTo>
                  <a:pt x="68" y="105"/>
                  <a:pt x="61" y="107"/>
                  <a:pt x="54" y="107"/>
                </a:cubicBezTo>
                <a:cubicBezTo>
                  <a:pt x="47" y="107"/>
                  <a:pt x="41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79"/>
                  <a:pt x="5" y="73"/>
                </a:cubicBezTo>
                <a:cubicBezTo>
                  <a:pt x="2" y="67"/>
                  <a:pt x="0" y="60"/>
                  <a:pt x="0" y="53"/>
                </a:cubicBezTo>
                <a:cubicBezTo>
                  <a:pt x="0" y="46"/>
                  <a:pt x="2" y="39"/>
                  <a:pt x="5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7"/>
                  <a:pt x="33" y="4"/>
                </a:cubicBezTo>
                <a:cubicBezTo>
                  <a:pt x="41" y="1"/>
                  <a:pt x="47" y="0"/>
                  <a:pt x="54" y="0"/>
                </a:cubicBezTo>
                <a:cubicBezTo>
                  <a:pt x="61" y="0"/>
                  <a:pt x="68" y="1"/>
                  <a:pt x="75" y="4"/>
                </a:cubicBezTo>
                <a:cubicBezTo>
                  <a:pt x="81" y="7"/>
                  <a:pt x="87" y="10"/>
                  <a:pt x="92" y="15"/>
                </a:cubicBezTo>
                <a:cubicBezTo>
                  <a:pt x="97" y="20"/>
                  <a:pt x="101" y="26"/>
                  <a:pt x="103" y="32"/>
                </a:cubicBezTo>
                <a:cubicBezTo>
                  <a:pt x="106" y="39"/>
                  <a:pt x="107" y="46"/>
                  <a:pt x="107" y="53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9" name="文本框 388"/>
          <p:cNvSpPr txBox="1"/>
          <p:nvPr/>
        </p:nvSpPr>
        <p:spPr>
          <a:xfrm>
            <a:off x="866880" y="3262320"/>
            <a:ext cx="796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主键外键完整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0" name="任意多边形 389"/>
          <p:cNvSpPr/>
          <p:nvPr/>
        </p:nvSpPr>
        <p:spPr>
          <a:xfrm>
            <a:off x="685440" y="382896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4"/>
                </a:moveTo>
                <a:cubicBezTo>
                  <a:pt x="107" y="61"/>
                  <a:pt x="106" y="67"/>
                  <a:pt x="103" y="74"/>
                </a:cubicBezTo>
                <a:cubicBezTo>
                  <a:pt x="101" y="80"/>
                  <a:pt x="97" y="86"/>
                  <a:pt x="92" y="91"/>
                </a:cubicBezTo>
                <a:cubicBezTo>
                  <a:pt x="87" y="96"/>
                  <a:pt x="81" y="100"/>
                  <a:pt x="75" y="103"/>
                </a:cubicBezTo>
                <a:cubicBezTo>
                  <a:pt x="68" y="105"/>
                  <a:pt x="61" y="107"/>
                  <a:pt x="54" y="107"/>
                </a:cubicBezTo>
                <a:cubicBezTo>
                  <a:pt x="47" y="107"/>
                  <a:pt x="41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0"/>
                  <a:pt x="5" y="74"/>
                </a:cubicBezTo>
                <a:cubicBezTo>
                  <a:pt x="2" y="67"/>
                  <a:pt x="0" y="61"/>
                  <a:pt x="0" y="54"/>
                </a:cubicBezTo>
                <a:cubicBezTo>
                  <a:pt x="0" y="47"/>
                  <a:pt x="2" y="40"/>
                  <a:pt x="5" y="33"/>
                </a:cubicBezTo>
                <a:cubicBezTo>
                  <a:pt x="7" y="27"/>
                  <a:pt x="11" y="20"/>
                  <a:pt x="16" y="15"/>
                </a:cubicBezTo>
                <a:cubicBezTo>
                  <a:pt x="21" y="10"/>
                  <a:pt x="27" y="6"/>
                  <a:pt x="33" y="4"/>
                </a:cubicBezTo>
                <a:cubicBezTo>
                  <a:pt x="41" y="1"/>
                  <a:pt x="47" y="0"/>
                  <a:pt x="54" y="0"/>
                </a:cubicBezTo>
                <a:cubicBezTo>
                  <a:pt x="61" y="0"/>
                  <a:pt x="68" y="1"/>
                  <a:pt x="75" y="4"/>
                </a:cubicBezTo>
                <a:cubicBezTo>
                  <a:pt x="81" y="6"/>
                  <a:pt x="87" y="10"/>
                  <a:pt x="92" y="15"/>
                </a:cubicBezTo>
                <a:cubicBezTo>
                  <a:pt x="97" y="20"/>
                  <a:pt x="101" y="27"/>
                  <a:pt x="103" y="33"/>
                </a:cubicBezTo>
                <a:cubicBezTo>
                  <a:pt x="106" y="40"/>
                  <a:pt x="107" y="47"/>
                  <a:pt x="107" y="54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1" name="文本框 390"/>
          <p:cNvSpPr txBox="1"/>
          <p:nvPr/>
        </p:nvSpPr>
        <p:spPr>
          <a:xfrm>
            <a:off x="866880" y="3510000"/>
            <a:ext cx="796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索引设计合理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2" name="文本框 391"/>
          <p:cNvSpPr txBox="1"/>
          <p:nvPr/>
        </p:nvSpPr>
        <p:spPr>
          <a:xfrm>
            <a:off x="866880" y="3757680"/>
            <a:ext cx="796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字段类型准确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3" name="任意多边形 392"/>
          <p:cNvSpPr/>
          <p:nvPr/>
        </p:nvSpPr>
        <p:spPr>
          <a:xfrm>
            <a:off x="3904920" y="308592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3"/>
                </a:moveTo>
                <a:cubicBezTo>
                  <a:pt x="107" y="60"/>
                  <a:pt x="106" y="67"/>
                  <a:pt x="103" y="73"/>
                </a:cubicBezTo>
                <a:cubicBezTo>
                  <a:pt x="101" y="80"/>
                  <a:pt x="97" y="85"/>
                  <a:pt x="92" y="90"/>
                </a:cubicBezTo>
                <a:cubicBezTo>
                  <a:pt x="87" y="96"/>
                  <a:pt x="81" y="100"/>
                  <a:pt x="75" y="103"/>
                </a:cubicBezTo>
                <a:cubicBezTo>
                  <a:pt x="68" y="105"/>
                  <a:pt x="61" y="107"/>
                  <a:pt x="54" y="107"/>
                </a:cubicBezTo>
                <a:cubicBezTo>
                  <a:pt x="47" y="107"/>
                  <a:pt x="41" y="105"/>
                  <a:pt x="34" y="103"/>
                </a:cubicBezTo>
                <a:cubicBezTo>
                  <a:pt x="28" y="100"/>
                  <a:pt x="22" y="96"/>
                  <a:pt x="16" y="90"/>
                </a:cubicBezTo>
                <a:cubicBezTo>
                  <a:pt x="11" y="85"/>
                  <a:pt x="7" y="80"/>
                  <a:pt x="4" y="73"/>
                </a:cubicBezTo>
                <a:cubicBezTo>
                  <a:pt x="2" y="67"/>
                  <a:pt x="0" y="60"/>
                  <a:pt x="0" y="53"/>
                </a:cubicBezTo>
                <a:cubicBezTo>
                  <a:pt x="0" y="46"/>
                  <a:pt x="2" y="39"/>
                  <a:pt x="4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2" y="11"/>
                  <a:pt x="28" y="7"/>
                  <a:pt x="34" y="4"/>
                </a:cubicBezTo>
                <a:cubicBezTo>
                  <a:pt x="41" y="1"/>
                  <a:pt x="47" y="0"/>
                  <a:pt x="54" y="0"/>
                </a:cubicBezTo>
                <a:cubicBezTo>
                  <a:pt x="61" y="0"/>
                  <a:pt x="68" y="1"/>
                  <a:pt x="75" y="4"/>
                </a:cubicBezTo>
                <a:cubicBezTo>
                  <a:pt x="81" y="7"/>
                  <a:pt x="87" y="11"/>
                  <a:pt x="92" y="15"/>
                </a:cubicBezTo>
                <a:cubicBezTo>
                  <a:pt x="97" y="20"/>
                  <a:pt x="101" y="26"/>
                  <a:pt x="103" y="33"/>
                </a:cubicBezTo>
                <a:cubicBezTo>
                  <a:pt x="106" y="39"/>
                  <a:pt x="107" y="46"/>
                  <a:pt x="107" y="53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4" name="文本框 393"/>
          <p:cNvSpPr txBox="1"/>
          <p:nvPr/>
        </p:nvSpPr>
        <p:spPr>
          <a:xfrm>
            <a:off x="3901320" y="2720160"/>
            <a:ext cx="9151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数据字典内容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5" name="任意多边形 394"/>
          <p:cNvSpPr/>
          <p:nvPr/>
        </p:nvSpPr>
        <p:spPr>
          <a:xfrm>
            <a:off x="3904920" y="333360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4"/>
                </a:moveTo>
                <a:cubicBezTo>
                  <a:pt x="107" y="61"/>
                  <a:pt x="106" y="68"/>
                  <a:pt x="103" y="74"/>
                </a:cubicBezTo>
                <a:cubicBezTo>
                  <a:pt x="101" y="81"/>
                  <a:pt x="97" y="86"/>
                  <a:pt x="92" y="91"/>
                </a:cubicBezTo>
                <a:cubicBezTo>
                  <a:pt x="87" y="96"/>
                  <a:pt x="81" y="100"/>
                  <a:pt x="75" y="103"/>
                </a:cubicBezTo>
                <a:cubicBezTo>
                  <a:pt x="68" y="105"/>
                  <a:pt x="61" y="107"/>
                  <a:pt x="54" y="107"/>
                </a:cubicBezTo>
                <a:cubicBezTo>
                  <a:pt x="47" y="107"/>
                  <a:pt x="41" y="105"/>
                  <a:pt x="34" y="103"/>
                </a:cubicBezTo>
                <a:cubicBezTo>
                  <a:pt x="28" y="100"/>
                  <a:pt x="22" y="96"/>
                  <a:pt x="16" y="91"/>
                </a:cubicBezTo>
                <a:cubicBezTo>
                  <a:pt x="11" y="86"/>
                  <a:pt x="7" y="81"/>
                  <a:pt x="4" y="74"/>
                </a:cubicBezTo>
                <a:cubicBezTo>
                  <a:pt x="2" y="68"/>
                  <a:pt x="0" y="61"/>
                  <a:pt x="0" y="54"/>
                </a:cubicBezTo>
                <a:cubicBezTo>
                  <a:pt x="0" y="47"/>
                  <a:pt x="2" y="40"/>
                  <a:pt x="4" y="34"/>
                </a:cubicBezTo>
                <a:cubicBezTo>
                  <a:pt x="7" y="26"/>
                  <a:pt x="11" y="20"/>
                  <a:pt x="16" y="15"/>
                </a:cubicBezTo>
                <a:cubicBezTo>
                  <a:pt x="22" y="10"/>
                  <a:pt x="28" y="7"/>
                  <a:pt x="34" y="4"/>
                </a:cubicBezTo>
                <a:cubicBezTo>
                  <a:pt x="41" y="1"/>
                  <a:pt x="47" y="0"/>
                  <a:pt x="54" y="0"/>
                </a:cubicBezTo>
                <a:cubicBezTo>
                  <a:pt x="61" y="0"/>
                  <a:pt x="68" y="1"/>
                  <a:pt x="75" y="4"/>
                </a:cubicBezTo>
                <a:cubicBezTo>
                  <a:pt x="81" y="7"/>
                  <a:pt x="87" y="10"/>
                  <a:pt x="92" y="15"/>
                </a:cubicBezTo>
                <a:cubicBezTo>
                  <a:pt x="97" y="20"/>
                  <a:pt x="101" y="26"/>
                  <a:pt x="103" y="34"/>
                </a:cubicBezTo>
                <a:cubicBezTo>
                  <a:pt x="106" y="40"/>
                  <a:pt x="107" y="47"/>
                  <a:pt x="107" y="54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6" name="文本框 395"/>
          <p:cNvSpPr txBox="1"/>
          <p:nvPr/>
        </p:nvSpPr>
        <p:spPr>
          <a:xfrm>
            <a:off x="4082400" y="3015000"/>
            <a:ext cx="796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字段定义详细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7" name="任意多边形 396"/>
          <p:cNvSpPr/>
          <p:nvPr/>
        </p:nvSpPr>
        <p:spPr>
          <a:xfrm>
            <a:off x="3904920" y="358128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3"/>
                </a:moveTo>
                <a:cubicBezTo>
                  <a:pt x="107" y="60"/>
                  <a:pt x="106" y="67"/>
                  <a:pt x="103" y="73"/>
                </a:cubicBezTo>
                <a:cubicBezTo>
                  <a:pt x="101" y="79"/>
                  <a:pt x="97" y="86"/>
                  <a:pt x="92" y="91"/>
                </a:cubicBezTo>
                <a:cubicBezTo>
                  <a:pt x="87" y="96"/>
                  <a:pt x="81" y="100"/>
                  <a:pt x="75" y="103"/>
                </a:cubicBezTo>
                <a:cubicBezTo>
                  <a:pt x="68" y="105"/>
                  <a:pt x="61" y="107"/>
                  <a:pt x="54" y="107"/>
                </a:cubicBezTo>
                <a:cubicBezTo>
                  <a:pt x="47" y="107"/>
                  <a:pt x="41" y="105"/>
                  <a:pt x="34" y="103"/>
                </a:cubicBezTo>
                <a:cubicBezTo>
                  <a:pt x="28" y="100"/>
                  <a:pt x="22" y="96"/>
                  <a:pt x="16" y="91"/>
                </a:cubicBezTo>
                <a:cubicBezTo>
                  <a:pt x="11" y="86"/>
                  <a:pt x="7" y="79"/>
                  <a:pt x="4" y="73"/>
                </a:cubicBezTo>
                <a:cubicBezTo>
                  <a:pt x="2" y="67"/>
                  <a:pt x="0" y="60"/>
                  <a:pt x="0" y="53"/>
                </a:cubicBezTo>
                <a:cubicBezTo>
                  <a:pt x="0" y="46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2" y="10"/>
                  <a:pt x="28" y="7"/>
                  <a:pt x="34" y="4"/>
                </a:cubicBezTo>
                <a:cubicBezTo>
                  <a:pt x="41" y="1"/>
                  <a:pt x="47" y="0"/>
                  <a:pt x="54" y="0"/>
                </a:cubicBezTo>
                <a:cubicBezTo>
                  <a:pt x="61" y="0"/>
                  <a:pt x="68" y="1"/>
                  <a:pt x="75" y="4"/>
                </a:cubicBezTo>
                <a:cubicBezTo>
                  <a:pt x="81" y="7"/>
                  <a:pt x="87" y="10"/>
                  <a:pt x="92" y="15"/>
                </a:cubicBezTo>
                <a:cubicBezTo>
                  <a:pt x="97" y="20"/>
                  <a:pt x="101" y="26"/>
                  <a:pt x="103" y="32"/>
                </a:cubicBezTo>
                <a:cubicBezTo>
                  <a:pt x="106" y="39"/>
                  <a:pt x="107" y="46"/>
                  <a:pt x="107" y="53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8" name="文本框 397"/>
          <p:cNvSpPr txBox="1"/>
          <p:nvPr/>
        </p:nvSpPr>
        <p:spPr>
          <a:xfrm>
            <a:off x="4082400" y="3262320"/>
            <a:ext cx="796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约束条件完整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9" name="任意多边形 398"/>
          <p:cNvSpPr/>
          <p:nvPr/>
        </p:nvSpPr>
        <p:spPr>
          <a:xfrm>
            <a:off x="3904920" y="382896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4"/>
                </a:moveTo>
                <a:cubicBezTo>
                  <a:pt x="107" y="61"/>
                  <a:pt x="106" y="67"/>
                  <a:pt x="103" y="74"/>
                </a:cubicBezTo>
                <a:cubicBezTo>
                  <a:pt x="101" y="80"/>
                  <a:pt x="97" y="86"/>
                  <a:pt x="92" y="91"/>
                </a:cubicBezTo>
                <a:cubicBezTo>
                  <a:pt x="87" y="96"/>
                  <a:pt x="81" y="100"/>
                  <a:pt x="75" y="103"/>
                </a:cubicBezTo>
                <a:cubicBezTo>
                  <a:pt x="68" y="105"/>
                  <a:pt x="61" y="107"/>
                  <a:pt x="54" y="107"/>
                </a:cubicBezTo>
                <a:cubicBezTo>
                  <a:pt x="47" y="107"/>
                  <a:pt x="41" y="105"/>
                  <a:pt x="34" y="103"/>
                </a:cubicBezTo>
                <a:cubicBezTo>
                  <a:pt x="28" y="100"/>
                  <a:pt x="22" y="96"/>
                  <a:pt x="16" y="91"/>
                </a:cubicBezTo>
                <a:cubicBezTo>
                  <a:pt x="11" y="86"/>
                  <a:pt x="7" y="80"/>
                  <a:pt x="4" y="74"/>
                </a:cubicBezTo>
                <a:cubicBezTo>
                  <a:pt x="2" y="67"/>
                  <a:pt x="0" y="61"/>
                  <a:pt x="0" y="54"/>
                </a:cubicBezTo>
                <a:cubicBezTo>
                  <a:pt x="0" y="47"/>
                  <a:pt x="2" y="40"/>
                  <a:pt x="4" y="33"/>
                </a:cubicBezTo>
                <a:cubicBezTo>
                  <a:pt x="7" y="27"/>
                  <a:pt x="11" y="20"/>
                  <a:pt x="16" y="15"/>
                </a:cubicBezTo>
                <a:cubicBezTo>
                  <a:pt x="22" y="10"/>
                  <a:pt x="28" y="6"/>
                  <a:pt x="34" y="4"/>
                </a:cubicBezTo>
                <a:cubicBezTo>
                  <a:pt x="41" y="1"/>
                  <a:pt x="47" y="0"/>
                  <a:pt x="54" y="0"/>
                </a:cubicBezTo>
                <a:cubicBezTo>
                  <a:pt x="61" y="0"/>
                  <a:pt x="68" y="1"/>
                  <a:pt x="75" y="4"/>
                </a:cubicBezTo>
                <a:cubicBezTo>
                  <a:pt x="81" y="6"/>
                  <a:pt x="87" y="10"/>
                  <a:pt x="92" y="15"/>
                </a:cubicBezTo>
                <a:cubicBezTo>
                  <a:pt x="97" y="20"/>
                  <a:pt x="101" y="27"/>
                  <a:pt x="103" y="33"/>
                </a:cubicBezTo>
                <a:cubicBezTo>
                  <a:pt x="106" y="40"/>
                  <a:pt x="107" y="47"/>
                  <a:pt x="107" y="54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0" name="文本框 399"/>
          <p:cNvSpPr txBox="1"/>
          <p:nvPr/>
        </p:nvSpPr>
        <p:spPr>
          <a:xfrm>
            <a:off x="4082400" y="3510000"/>
            <a:ext cx="796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索引关系说明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1" name="任意多边形 400"/>
          <p:cNvSpPr/>
          <p:nvPr/>
        </p:nvSpPr>
        <p:spPr>
          <a:xfrm>
            <a:off x="704520" y="5638680"/>
            <a:ext cx="6105960" cy="533520"/>
          </a:xfrm>
          <a:custGeom>
            <a:avLst/>
            <a:gdLst/>
            <a:ahLst/>
            <a:cxnLst/>
            <a:rect l="0" t="0" r="r" b="b"/>
            <a:pathLst>
              <a:path w="16961" h="1482">
                <a:moveTo>
                  <a:pt x="0" y="1482"/>
                </a:moveTo>
                <a:lnTo>
                  <a:pt x="0" y="0"/>
                </a:lnTo>
                <a:lnTo>
                  <a:pt x="16750" y="0"/>
                </a:lnTo>
                <a:cubicBezTo>
                  <a:pt x="16763" y="0"/>
                  <a:pt x="16777" y="1"/>
                  <a:pt x="16791" y="4"/>
                </a:cubicBezTo>
                <a:cubicBezTo>
                  <a:pt x="16804" y="7"/>
                  <a:pt x="16818" y="11"/>
                  <a:pt x="16831" y="16"/>
                </a:cubicBezTo>
                <a:cubicBezTo>
                  <a:pt x="16843" y="21"/>
                  <a:pt x="16856" y="28"/>
                  <a:pt x="16867" y="36"/>
                </a:cubicBezTo>
                <a:cubicBezTo>
                  <a:pt x="16879" y="43"/>
                  <a:pt x="16889" y="52"/>
                  <a:pt x="16899" y="62"/>
                </a:cubicBezTo>
                <a:cubicBezTo>
                  <a:pt x="16909" y="72"/>
                  <a:pt x="16918" y="82"/>
                  <a:pt x="16926" y="94"/>
                </a:cubicBezTo>
                <a:cubicBezTo>
                  <a:pt x="16933" y="105"/>
                  <a:pt x="16940" y="118"/>
                  <a:pt x="16945" y="130"/>
                </a:cubicBezTo>
                <a:cubicBezTo>
                  <a:pt x="16950" y="143"/>
                  <a:pt x="16954" y="157"/>
                  <a:pt x="16957" y="170"/>
                </a:cubicBezTo>
                <a:cubicBezTo>
                  <a:pt x="16960" y="184"/>
                  <a:pt x="16961" y="198"/>
                  <a:pt x="16961" y="211"/>
                </a:cubicBezTo>
                <a:lnTo>
                  <a:pt x="16961" y="1270"/>
                </a:lnTo>
                <a:cubicBezTo>
                  <a:pt x="16961" y="1284"/>
                  <a:pt x="16960" y="1297"/>
                  <a:pt x="16957" y="1311"/>
                </a:cubicBezTo>
                <a:cubicBezTo>
                  <a:pt x="16954" y="1325"/>
                  <a:pt x="16950" y="1338"/>
                  <a:pt x="16945" y="1351"/>
                </a:cubicBezTo>
                <a:cubicBezTo>
                  <a:pt x="16940" y="1364"/>
                  <a:pt x="16933" y="1377"/>
                  <a:pt x="16926" y="1388"/>
                </a:cubicBezTo>
                <a:cubicBezTo>
                  <a:pt x="16918" y="1400"/>
                  <a:pt x="16909" y="1411"/>
                  <a:pt x="16899" y="1421"/>
                </a:cubicBezTo>
                <a:cubicBezTo>
                  <a:pt x="16889" y="1430"/>
                  <a:pt x="16879" y="1439"/>
                  <a:pt x="16867" y="1447"/>
                </a:cubicBezTo>
                <a:cubicBezTo>
                  <a:pt x="16856" y="1455"/>
                  <a:pt x="16843" y="1461"/>
                  <a:pt x="16831" y="1466"/>
                </a:cubicBezTo>
                <a:cubicBezTo>
                  <a:pt x="16818" y="1472"/>
                  <a:pt x="16804" y="1476"/>
                  <a:pt x="16791" y="1478"/>
                </a:cubicBezTo>
                <a:cubicBezTo>
                  <a:pt x="16777" y="1481"/>
                  <a:pt x="16763" y="1482"/>
                  <a:pt x="16750" y="1482"/>
                </a:cubicBezTo>
                <a:lnTo>
                  <a:pt x="0" y="1482"/>
                </a:lnTo>
                <a:close/>
              </a:path>
            </a:pathLst>
          </a:custGeom>
          <a:solidFill>
            <a:srgbClr val="00B42A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2" name="任意多边形 401"/>
          <p:cNvSpPr/>
          <p:nvPr/>
        </p:nvSpPr>
        <p:spPr>
          <a:xfrm>
            <a:off x="685440" y="5638680"/>
            <a:ext cx="38520" cy="533520"/>
          </a:xfrm>
          <a:custGeom>
            <a:avLst/>
            <a:gdLst/>
            <a:ahLst/>
            <a:cxnLst/>
            <a:rect l="0" t="0" r="r" b="b"/>
            <a:pathLst>
              <a:path w="107" h="1482">
                <a:moveTo>
                  <a:pt x="0" y="0"/>
                </a:moveTo>
                <a:lnTo>
                  <a:pt x="107" y="0"/>
                </a:lnTo>
                <a:lnTo>
                  <a:pt x="10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3" name="任意多边形 402"/>
          <p:cNvSpPr/>
          <p:nvPr/>
        </p:nvSpPr>
        <p:spPr>
          <a:xfrm>
            <a:off x="1857240" y="5810040"/>
            <a:ext cx="190800" cy="190800"/>
          </a:xfrm>
          <a:custGeom>
            <a:avLst/>
            <a:gdLst/>
            <a:ahLst/>
            <a:cxnLst/>
            <a:rect l="0" t="0" r="r" b="b"/>
            <a:pathLst>
              <a:path w="530" h="530">
                <a:moveTo>
                  <a:pt x="264" y="530"/>
                </a:moveTo>
                <a:cubicBezTo>
                  <a:pt x="282" y="530"/>
                  <a:pt x="299" y="529"/>
                  <a:pt x="316" y="524"/>
                </a:cubicBezTo>
                <a:cubicBezTo>
                  <a:pt x="333" y="521"/>
                  <a:pt x="350" y="516"/>
                  <a:pt x="366" y="509"/>
                </a:cubicBezTo>
                <a:cubicBezTo>
                  <a:pt x="382" y="502"/>
                  <a:pt x="398" y="494"/>
                  <a:pt x="412" y="485"/>
                </a:cubicBezTo>
                <a:cubicBezTo>
                  <a:pt x="427" y="475"/>
                  <a:pt x="440" y="464"/>
                  <a:pt x="453" y="452"/>
                </a:cubicBezTo>
                <a:cubicBezTo>
                  <a:pt x="465" y="439"/>
                  <a:pt x="476" y="426"/>
                  <a:pt x="485" y="412"/>
                </a:cubicBezTo>
                <a:cubicBezTo>
                  <a:pt x="495" y="397"/>
                  <a:pt x="503" y="382"/>
                  <a:pt x="510" y="366"/>
                </a:cubicBezTo>
                <a:cubicBezTo>
                  <a:pt x="517" y="350"/>
                  <a:pt x="522" y="333"/>
                  <a:pt x="525" y="316"/>
                </a:cubicBezTo>
                <a:cubicBezTo>
                  <a:pt x="528" y="299"/>
                  <a:pt x="530" y="282"/>
                  <a:pt x="530" y="265"/>
                </a:cubicBezTo>
                <a:cubicBezTo>
                  <a:pt x="530" y="247"/>
                  <a:pt x="528" y="230"/>
                  <a:pt x="525" y="213"/>
                </a:cubicBezTo>
                <a:cubicBezTo>
                  <a:pt x="522" y="196"/>
                  <a:pt x="517" y="179"/>
                  <a:pt x="510" y="163"/>
                </a:cubicBezTo>
                <a:cubicBezTo>
                  <a:pt x="503" y="147"/>
                  <a:pt x="495" y="132"/>
                  <a:pt x="485" y="118"/>
                </a:cubicBezTo>
                <a:cubicBezTo>
                  <a:pt x="476" y="103"/>
                  <a:pt x="465" y="90"/>
                  <a:pt x="453" y="78"/>
                </a:cubicBezTo>
                <a:cubicBezTo>
                  <a:pt x="440" y="65"/>
                  <a:pt x="427" y="54"/>
                  <a:pt x="412" y="45"/>
                </a:cubicBezTo>
                <a:cubicBezTo>
                  <a:pt x="398" y="35"/>
                  <a:pt x="382" y="27"/>
                  <a:pt x="366" y="20"/>
                </a:cubicBezTo>
                <a:cubicBezTo>
                  <a:pt x="350" y="14"/>
                  <a:pt x="333" y="9"/>
                  <a:pt x="316" y="5"/>
                </a:cubicBezTo>
                <a:cubicBezTo>
                  <a:pt x="299" y="2"/>
                  <a:pt x="282" y="0"/>
                  <a:pt x="264" y="0"/>
                </a:cubicBezTo>
                <a:cubicBezTo>
                  <a:pt x="247" y="0"/>
                  <a:pt x="230" y="2"/>
                  <a:pt x="213" y="5"/>
                </a:cubicBezTo>
                <a:cubicBezTo>
                  <a:pt x="196" y="9"/>
                  <a:pt x="179" y="14"/>
                  <a:pt x="163" y="20"/>
                </a:cubicBezTo>
                <a:cubicBezTo>
                  <a:pt x="147" y="27"/>
                  <a:pt x="132" y="35"/>
                  <a:pt x="117" y="45"/>
                </a:cubicBezTo>
                <a:cubicBezTo>
                  <a:pt x="103" y="54"/>
                  <a:pt x="90" y="65"/>
                  <a:pt x="77" y="78"/>
                </a:cubicBezTo>
                <a:cubicBezTo>
                  <a:pt x="65" y="90"/>
                  <a:pt x="54" y="103"/>
                  <a:pt x="44" y="118"/>
                </a:cubicBezTo>
                <a:cubicBezTo>
                  <a:pt x="35" y="132"/>
                  <a:pt x="27" y="147"/>
                  <a:pt x="20" y="163"/>
                </a:cubicBezTo>
                <a:cubicBezTo>
                  <a:pt x="13" y="179"/>
                  <a:pt x="8" y="196"/>
                  <a:pt x="5" y="213"/>
                </a:cubicBezTo>
                <a:cubicBezTo>
                  <a:pt x="2" y="230"/>
                  <a:pt x="0" y="247"/>
                  <a:pt x="0" y="265"/>
                </a:cubicBezTo>
                <a:cubicBezTo>
                  <a:pt x="0" y="282"/>
                  <a:pt x="2" y="299"/>
                  <a:pt x="5" y="316"/>
                </a:cubicBezTo>
                <a:cubicBezTo>
                  <a:pt x="8" y="333"/>
                  <a:pt x="13" y="350"/>
                  <a:pt x="20" y="366"/>
                </a:cubicBezTo>
                <a:cubicBezTo>
                  <a:pt x="27" y="382"/>
                  <a:pt x="35" y="397"/>
                  <a:pt x="44" y="412"/>
                </a:cubicBezTo>
                <a:cubicBezTo>
                  <a:pt x="54" y="426"/>
                  <a:pt x="65" y="439"/>
                  <a:pt x="77" y="452"/>
                </a:cubicBezTo>
                <a:cubicBezTo>
                  <a:pt x="90" y="464"/>
                  <a:pt x="103" y="475"/>
                  <a:pt x="117" y="485"/>
                </a:cubicBezTo>
                <a:cubicBezTo>
                  <a:pt x="132" y="494"/>
                  <a:pt x="147" y="502"/>
                  <a:pt x="163" y="509"/>
                </a:cubicBezTo>
                <a:cubicBezTo>
                  <a:pt x="179" y="516"/>
                  <a:pt x="196" y="521"/>
                  <a:pt x="213" y="524"/>
                </a:cubicBezTo>
                <a:cubicBezTo>
                  <a:pt x="230" y="529"/>
                  <a:pt x="247" y="530"/>
                  <a:pt x="264" y="530"/>
                </a:cubicBezTo>
                <a:moveTo>
                  <a:pt x="381" y="216"/>
                </a:moveTo>
                <a:lnTo>
                  <a:pt x="249" y="348"/>
                </a:lnTo>
                <a:cubicBezTo>
                  <a:pt x="239" y="358"/>
                  <a:pt x="224" y="358"/>
                  <a:pt x="214" y="348"/>
                </a:cubicBezTo>
                <a:lnTo>
                  <a:pt x="148" y="282"/>
                </a:lnTo>
                <a:cubicBezTo>
                  <a:pt x="138" y="273"/>
                  <a:pt x="138" y="257"/>
                  <a:pt x="148" y="247"/>
                </a:cubicBezTo>
                <a:cubicBezTo>
                  <a:pt x="157" y="238"/>
                  <a:pt x="173" y="237"/>
                  <a:pt x="183" y="247"/>
                </a:cubicBezTo>
                <a:lnTo>
                  <a:pt x="231" y="296"/>
                </a:lnTo>
                <a:lnTo>
                  <a:pt x="346" y="181"/>
                </a:lnTo>
                <a:cubicBezTo>
                  <a:pt x="356" y="171"/>
                  <a:pt x="372" y="171"/>
                  <a:pt x="381" y="181"/>
                </a:cubicBezTo>
                <a:cubicBezTo>
                  <a:pt x="391" y="191"/>
                  <a:pt x="391" y="206"/>
                  <a:pt x="381" y="216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4" name="文本框 403"/>
          <p:cNvSpPr txBox="1"/>
          <p:nvPr/>
        </p:nvSpPr>
        <p:spPr>
          <a:xfrm>
            <a:off x="4082400" y="3757680"/>
            <a:ext cx="928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完整性约束定义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6" name="任意多边形 405"/>
          <p:cNvSpPr/>
          <p:nvPr/>
        </p:nvSpPr>
        <p:spPr>
          <a:xfrm>
            <a:off x="7729200" y="1395360"/>
            <a:ext cx="276840" cy="276480"/>
          </a:xfrm>
          <a:custGeom>
            <a:avLst/>
            <a:gdLst/>
            <a:ahLst/>
            <a:cxnLst/>
            <a:rect l="0" t="0" r="r" b="b"/>
            <a:pathLst>
              <a:path w="769" h="768">
                <a:moveTo>
                  <a:pt x="230" y="681"/>
                </a:moveTo>
                <a:lnTo>
                  <a:pt x="210" y="727"/>
                </a:lnTo>
                <a:cubicBezTo>
                  <a:pt x="181" y="712"/>
                  <a:pt x="155" y="694"/>
                  <a:pt x="130" y="673"/>
                </a:cubicBezTo>
                <a:lnTo>
                  <a:pt x="166" y="638"/>
                </a:lnTo>
                <a:cubicBezTo>
                  <a:pt x="185" y="655"/>
                  <a:pt x="207" y="670"/>
                  <a:pt x="230" y="681"/>
                </a:cubicBezTo>
                <a:moveTo>
                  <a:pt x="50" y="409"/>
                </a:moveTo>
                <a:lnTo>
                  <a:pt x="0" y="409"/>
                </a:lnTo>
                <a:cubicBezTo>
                  <a:pt x="3" y="442"/>
                  <a:pt x="9" y="474"/>
                  <a:pt x="19" y="504"/>
                </a:cubicBezTo>
                <a:lnTo>
                  <a:pt x="65" y="485"/>
                </a:lnTo>
                <a:cubicBezTo>
                  <a:pt x="57" y="461"/>
                  <a:pt x="52" y="435"/>
                  <a:pt x="50" y="409"/>
                </a:cubicBezTo>
                <a:moveTo>
                  <a:pt x="50" y="359"/>
                </a:moveTo>
                <a:cubicBezTo>
                  <a:pt x="52" y="329"/>
                  <a:pt x="58" y="301"/>
                  <a:pt x="67" y="275"/>
                </a:cubicBezTo>
                <a:lnTo>
                  <a:pt x="22" y="255"/>
                </a:lnTo>
                <a:cubicBezTo>
                  <a:pt x="10" y="288"/>
                  <a:pt x="3" y="322"/>
                  <a:pt x="0" y="359"/>
                </a:cubicBezTo>
                <a:lnTo>
                  <a:pt x="50" y="359"/>
                </a:lnTo>
                <a:moveTo>
                  <a:pt x="87" y="229"/>
                </a:moveTo>
                <a:cubicBezTo>
                  <a:pt x="99" y="206"/>
                  <a:pt x="114" y="184"/>
                  <a:pt x="130" y="165"/>
                </a:cubicBezTo>
                <a:lnTo>
                  <a:pt x="95" y="130"/>
                </a:lnTo>
                <a:cubicBezTo>
                  <a:pt x="74" y="154"/>
                  <a:pt x="56" y="180"/>
                  <a:pt x="41" y="209"/>
                </a:cubicBezTo>
                <a:lnTo>
                  <a:pt x="87" y="229"/>
                </a:lnTo>
                <a:moveTo>
                  <a:pt x="604" y="638"/>
                </a:moveTo>
                <a:cubicBezTo>
                  <a:pt x="582" y="657"/>
                  <a:pt x="558" y="672"/>
                  <a:pt x="532" y="685"/>
                </a:cubicBezTo>
                <a:lnTo>
                  <a:pt x="551" y="731"/>
                </a:lnTo>
                <a:cubicBezTo>
                  <a:pt x="583" y="716"/>
                  <a:pt x="612" y="696"/>
                  <a:pt x="639" y="673"/>
                </a:cubicBezTo>
                <a:lnTo>
                  <a:pt x="604" y="638"/>
                </a:lnTo>
                <a:moveTo>
                  <a:pt x="165" y="130"/>
                </a:moveTo>
                <a:cubicBezTo>
                  <a:pt x="187" y="111"/>
                  <a:pt x="211" y="95"/>
                  <a:pt x="237" y="83"/>
                </a:cubicBezTo>
                <a:lnTo>
                  <a:pt x="219" y="36"/>
                </a:lnTo>
                <a:cubicBezTo>
                  <a:pt x="186" y="52"/>
                  <a:pt x="157" y="71"/>
                  <a:pt x="130" y="95"/>
                </a:cubicBezTo>
                <a:lnTo>
                  <a:pt x="165" y="130"/>
                </a:lnTo>
                <a:moveTo>
                  <a:pt x="682" y="539"/>
                </a:moveTo>
                <a:cubicBezTo>
                  <a:pt x="670" y="562"/>
                  <a:pt x="656" y="583"/>
                  <a:pt x="639" y="603"/>
                </a:cubicBezTo>
                <a:lnTo>
                  <a:pt x="674" y="638"/>
                </a:lnTo>
                <a:cubicBezTo>
                  <a:pt x="695" y="614"/>
                  <a:pt x="713" y="587"/>
                  <a:pt x="728" y="558"/>
                </a:cubicBezTo>
                <a:lnTo>
                  <a:pt x="682" y="539"/>
                </a:lnTo>
                <a:moveTo>
                  <a:pt x="719" y="409"/>
                </a:moveTo>
                <a:cubicBezTo>
                  <a:pt x="717" y="438"/>
                  <a:pt x="711" y="466"/>
                  <a:pt x="702" y="493"/>
                </a:cubicBezTo>
                <a:lnTo>
                  <a:pt x="748" y="513"/>
                </a:lnTo>
                <a:cubicBezTo>
                  <a:pt x="759" y="480"/>
                  <a:pt x="766" y="445"/>
                  <a:pt x="769" y="409"/>
                </a:cubicBezTo>
                <a:lnTo>
                  <a:pt x="719" y="409"/>
                </a:lnTo>
                <a:moveTo>
                  <a:pt x="486" y="704"/>
                </a:moveTo>
                <a:cubicBezTo>
                  <a:pt x="462" y="711"/>
                  <a:pt x="436" y="716"/>
                  <a:pt x="410" y="718"/>
                </a:cubicBezTo>
                <a:lnTo>
                  <a:pt x="410" y="768"/>
                </a:lnTo>
                <a:cubicBezTo>
                  <a:pt x="443" y="766"/>
                  <a:pt x="475" y="760"/>
                  <a:pt x="505" y="750"/>
                </a:cubicBezTo>
                <a:lnTo>
                  <a:pt x="486" y="704"/>
                </a:lnTo>
                <a:moveTo>
                  <a:pt x="359" y="718"/>
                </a:moveTo>
                <a:cubicBezTo>
                  <a:pt x="330" y="716"/>
                  <a:pt x="302" y="710"/>
                  <a:pt x="275" y="701"/>
                </a:cubicBezTo>
                <a:lnTo>
                  <a:pt x="256" y="747"/>
                </a:lnTo>
                <a:cubicBezTo>
                  <a:pt x="289" y="758"/>
                  <a:pt x="323" y="766"/>
                  <a:pt x="359" y="768"/>
                </a:cubicBezTo>
                <a:lnTo>
                  <a:pt x="359" y="718"/>
                </a:lnTo>
                <a:moveTo>
                  <a:pt x="704" y="282"/>
                </a:moveTo>
                <a:cubicBezTo>
                  <a:pt x="712" y="307"/>
                  <a:pt x="717" y="332"/>
                  <a:pt x="719" y="359"/>
                </a:cubicBezTo>
                <a:lnTo>
                  <a:pt x="769" y="359"/>
                </a:lnTo>
                <a:cubicBezTo>
                  <a:pt x="767" y="326"/>
                  <a:pt x="760" y="294"/>
                  <a:pt x="751" y="264"/>
                </a:cubicBezTo>
                <a:lnTo>
                  <a:pt x="704" y="282"/>
                </a:lnTo>
                <a:moveTo>
                  <a:pt x="130" y="603"/>
                </a:moveTo>
                <a:cubicBezTo>
                  <a:pt x="112" y="581"/>
                  <a:pt x="96" y="557"/>
                  <a:pt x="83" y="531"/>
                </a:cubicBezTo>
                <a:lnTo>
                  <a:pt x="37" y="550"/>
                </a:lnTo>
                <a:cubicBezTo>
                  <a:pt x="52" y="582"/>
                  <a:pt x="72" y="612"/>
                  <a:pt x="95" y="638"/>
                </a:cubicBezTo>
                <a:lnTo>
                  <a:pt x="130" y="603"/>
                </a:lnTo>
                <a:moveTo>
                  <a:pt x="410" y="49"/>
                </a:moveTo>
                <a:cubicBezTo>
                  <a:pt x="439" y="52"/>
                  <a:pt x="467" y="57"/>
                  <a:pt x="494" y="67"/>
                </a:cubicBezTo>
                <a:lnTo>
                  <a:pt x="513" y="21"/>
                </a:lnTo>
                <a:cubicBezTo>
                  <a:pt x="481" y="9"/>
                  <a:pt x="446" y="2"/>
                  <a:pt x="410" y="0"/>
                </a:cubicBezTo>
                <a:lnTo>
                  <a:pt x="410" y="49"/>
                </a:lnTo>
                <a:moveTo>
                  <a:pt x="283" y="64"/>
                </a:moveTo>
                <a:cubicBezTo>
                  <a:pt x="307" y="56"/>
                  <a:pt x="333" y="51"/>
                  <a:pt x="359" y="49"/>
                </a:cubicBezTo>
                <a:lnTo>
                  <a:pt x="359" y="0"/>
                </a:lnTo>
                <a:cubicBezTo>
                  <a:pt x="326" y="2"/>
                  <a:pt x="295" y="8"/>
                  <a:pt x="265" y="18"/>
                </a:cubicBezTo>
                <a:lnTo>
                  <a:pt x="283" y="64"/>
                </a:lnTo>
                <a:moveTo>
                  <a:pt x="674" y="130"/>
                </a:moveTo>
                <a:lnTo>
                  <a:pt x="639" y="165"/>
                </a:lnTo>
                <a:cubicBezTo>
                  <a:pt x="657" y="186"/>
                  <a:pt x="673" y="210"/>
                  <a:pt x="686" y="236"/>
                </a:cubicBezTo>
                <a:lnTo>
                  <a:pt x="732" y="218"/>
                </a:lnTo>
                <a:cubicBezTo>
                  <a:pt x="717" y="186"/>
                  <a:pt x="697" y="156"/>
                  <a:pt x="674" y="130"/>
                </a:cubicBezTo>
                <a:moveTo>
                  <a:pt x="604" y="130"/>
                </a:moveTo>
                <a:lnTo>
                  <a:pt x="639" y="94"/>
                </a:lnTo>
                <a:cubicBezTo>
                  <a:pt x="615" y="73"/>
                  <a:pt x="588" y="55"/>
                  <a:pt x="559" y="40"/>
                </a:cubicBezTo>
                <a:lnTo>
                  <a:pt x="539" y="86"/>
                </a:lnTo>
                <a:cubicBezTo>
                  <a:pt x="562" y="98"/>
                  <a:pt x="584" y="113"/>
                  <a:pt x="604" y="130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7" name="任意多边形 406"/>
          <p:cNvSpPr/>
          <p:nvPr/>
        </p:nvSpPr>
        <p:spPr>
          <a:xfrm>
            <a:off x="7855920" y="1582200"/>
            <a:ext cx="23400" cy="23040"/>
          </a:xfrm>
          <a:custGeom>
            <a:avLst/>
            <a:gdLst/>
            <a:ahLst/>
            <a:cxnLst/>
            <a:rect l="0" t="0" r="r" b="b"/>
            <a:pathLst>
              <a:path w="65" h="64">
                <a:moveTo>
                  <a:pt x="65" y="32"/>
                </a:moveTo>
                <a:cubicBezTo>
                  <a:pt x="65" y="40"/>
                  <a:pt x="62" y="49"/>
                  <a:pt x="55" y="55"/>
                </a:cubicBezTo>
                <a:cubicBezTo>
                  <a:pt x="49" y="61"/>
                  <a:pt x="42" y="64"/>
                  <a:pt x="33" y="64"/>
                </a:cubicBezTo>
                <a:cubicBezTo>
                  <a:pt x="24" y="64"/>
                  <a:pt x="17" y="61"/>
                  <a:pt x="11" y="55"/>
                </a:cubicBezTo>
                <a:cubicBezTo>
                  <a:pt x="4" y="49"/>
                  <a:pt x="0" y="40"/>
                  <a:pt x="0" y="32"/>
                </a:cubicBezTo>
                <a:cubicBezTo>
                  <a:pt x="0" y="23"/>
                  <a:pt x="4" y="16"/>
                  <a:pt x="11" y="9"/>
                </a:cubicBezTo>
                <a:cubicBezTo>
                  <a:pt x="17" y="3"/>
                  <a:pt x="24" y="0"/>
                  <a:pt x="33" y="0"/>
                </a:cubicBezTo>
                <a:cubicBezTo>
                  <a:pt x="42" y="0"/>
                  <a:pt x="49" y="3"/>
                  <a:pt x="55" y="9"/>
                </a:cubicBezTo>
                <a:cubicBezTo>
                  <a:pt x="62" y="16"/>
                  <a:pt x="65" y="23"/>
                  <a:pt x="65" y="32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8" name="任意多边形 407"/>
          <p:cNvSpPr/>
          <p:nvPr/>
        </p:nvSpPr>
        <p:spPr>
          <a:xfrm>
            <a:off x="7854480" y="1458720"/>
            <a:ext cx="26640" cy="107280"/>
          </a:xfrm>
          <a:custGeom>
            <a:avLst/>
            <a:gdLst/>
            <a:ahLst/>
            <a:cxnLst/>
            <a:rect l="0" t="0" r="r" b="b"/>
            <a:pathLst>
              <a:path w="74" h="298">
                <a:moveTo>
                  <a:pt x="0" y="19"/>
                </a:moveTo>
                <a:lnTo>
                  <a:pt x="11" y="280"/>
                </a:lnTo>
                <a:cubicBezTo>
                  <a:pt x="11" y="290"/>
                  <a:pt x="19" y="298"/>
                  <a:pt x="29" y="298"/>
                </a:cubicBezTo>
                <a:lnTo>
                  <a:pt x="44" y="298"/>
                </a:lnTo>
                <a:cubicBezTo>
                  <a:pt x="54" y="298"/>
                  <a:pt x="62" y="290"/>
                  <a:pt x="63" y="280"/>
                </a:cubicBezTo>
                <a:lnTo>
                  <a:pt x="74" y="19"/>
                </a:lnTo>
                <a:cubicBezTo>
                  <a:pt x="74" y="8"/>
                  <a:pt x="65" y="0"/>
                  <a:pt x="55" y="0"/>
                </a:cubicBezTo>
                <a:lnTo>
                  <a:pt x="18" y="0"/>
                </a:lnTo>
                <a:cubicBezTo>
                  <a:pt x="8" y="0"/>
                  <a:pt x="-1" y="8"/>
                  <a:pt x="0" y="19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9" name="文本框 408"/>
          <p:cNvSpPr txBox="1"/>
          <p:nvPr/>
        </p:nvSpPr>
        <p:spPr>
          <a:xfrm>
            <a:off x="2161800" y="5806440"/>
            <a:ext cx="367056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评审结论：符合要求 </a:t>
            </a:r>
            <a:r>
              <a:rPr lang="en-US" sz="120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- </a:t>
            </a:r>
            <a:r>
              <a:rPr lang="zh-CN" sz="120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数据字典完整，</a:t>
            </a:r>
            <a:r>
              <a:rPr lang="en-US" sz="120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ER</a:t>
            </a:r>
            <a:r>
              <a:rPr lang="zh-CN" sz="120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图设计准确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0" name="任意多边形 409"/>
          <p:cNvSpPr/>
          <p:nvPr/>
        </p:nvSpPr>
        <p:spPr>
          <a:xfrm>
            <a:off x="7724520" y="3962160"/>
            <a:ext cx="3781800" cy="10080"/>
          </a:xfrm>
          <a:custGeom>
            <a:avLst/>
            <a:gdLst/>
            <a:ahLst/>
            <a:cxnLst/>
            <a:rect l="0" t="0" r="r" b="b"/>
            <a:pathLst>
              <a:path w="10505" h="28">
                <a:moveTo>
                  <a:pt x="0" y="0"/>
                </a:moveTo>
                <a:lnTo>
                  <a:pt x="10505" y="0"/>
                </a:lnTo>
                <a:lnTo>
                  <a:pt x="105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1" name="文本框 410"/>
          <p:cNvSpPr txBox="1"/>
          <p:nvPr/>
        </p:nvSpPr>
        <p:spPr>
          <a:xfrm>
            <a:off x="8164800" y="1434240"/>
            <a:ext cx="61020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评审总结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2" name="任意多边形 411"/>
          <p:cNvSpPr/>
          <p:nvPr/>
        </p:nvSpPr>
        <p:spPr>
          <a:xfrm>
            <a:off x="7743600" y="2285640"/>
            <a:ext cx="152640" cy="153000"/>
          </a:xfrm>
          <a:custGeom>
            <a:avLst/>
            <a:gdLst/>
            <a:ahLst/>
            <a:cxnLst/>
            <a:rect l="0" t="0" r="r" b="b"/>
            <a:pathLst>
              <a:path w="424" h="425">
                <a:moveTo>
                  <a:pt x="212" y="425"/>
                </a:moveTo>
                <a:cubicBezTo>
                  <a:pt x="226" y="425"/>
                  <a:pt x="239" y="423"/>
                  <a:pt x="253" y="421"/>
                </a:cubicBezTo>
                <a:cubicBezTo>
                  <a:pt x="267" y="418"/>
                  <a:pt x="281" y="414"/>
                  <a:pt x="294" y="409"/>
                </a:cubicBezTo>
                <a:cubicBezTo>
                  <a:pt x="307" y="403"/>
                  <a:pt x="319" y="397"/>
                  <a:pt x="330" y="389"/>
                </a:cubicBezTo>
                <a:cubicBezTo>
                  <a:pt x="342" y="381"/>
                  <a:pt x="353" y="373"/>
                  <a:pt x="362" y="363"/>
                </a:cubicBezTo>
                <a:cubicBezTo>
                  <a:pt x="372" y="353"/>
                  <a:pt x="381" y="342"/>
                  <a:pt x="389" y="331"/>
                </a:cubicBezTo>
                <a:cubicBezTo>
                  <a:pt x="397" y="319"/>
                  <a:pt x="403" y="307"/>
                  <a:pt x="408" y="294"/>
                </a:cubicBezTo>
                <a:cubicBezTo>
                  <a:pt x="414" y="281"/>
                  <a:pt x="418" y="268"/>
                  <a:pt x="420" y="254"/>
                </a:cubicBezTo>
                <a:cubicBezTo>
                  <a:pt x="423" y="241"/>
                  <a:pt x="424" y="227"/>
                  <a:pt x="424" y="213"/>
                </a:cubicBezTo>
                <a:cubicBezTo>
                  <a:pt x="424" y="198"/>
                  <a:pt x="423" y="185"/>
                  <a:pt x="420" y="171"/>
                </a:cubicBezTo>
                <a:cubicBezTo>
                  <a:pt x="418" y="157"/>
                  <a:pt x="414" y="144"/>
                  <a:pt x="408" y="131"/>
                </a:cubicBezTo>
                <a:cubicBezTo>
                  <a:pt x="403" y="118"/>
                  <a:pt x="397" y="106"/>
                  <a:pt x="389" y="95"/>
                </a:cubicBezTo>
                <a:cubicBezTo>
                  <a:pt x="381" y="83"/>
                  <a:pt x="372" y="72"/>
                  <a:pt x="362" y="62"/>
                </a:cubicBezTo>
                <a:cubicBezTo>
                  <a:pt x="353" y="53"/>
                  <a:pt x="342" y="44"/>
                  <a:pt x="330" y="36"/>
                </a:cubicBezTo>
                <a:cubicBezTo>
                  <a:pt x="319" y="28"/>
                  <a:pt x="307" y="22"/>
                  <a:pt x="294" y="17"/>
                </a:cubicBezTo>
                <a:cubicBezTo>
                  <a:pt x="281" y="11"/>
                  <a:pt x="267" y="7"/>
                  <a:pt x="253" y="5"/>
                </a:cubicBezTo>
                <a:cubicBezTo>
                  <a:pt x="239" y="2"/>
                  <a:pt x="226" y="0"/>
                  <a:pt x="212" y="0"/>
                </a:cubicBezTo>
                <a:cubicBezTo>
                  <a:pt x="198" y="0"/>
                  <a:pt x="184" y="2"/>
                  <a:pt x="170" y="5"/>
                </a:cubicBezTo>
                <a:cubicBezTo>
                  <a:pt x="157" y="7"/>
                  <a:pt x="144" y="11"/>
                  <a:pt x="131" y="17"/>
                </a:cubicBezTo>
                <a:cubicBezTo>
                  <a:pt x="118" y="22"/>
                  <a:pt x="106" y="28"/>
                  <a:pt x="94" y="36"/>
                </a:cubicBezTo>
                <a:cubicBezTo>
                  <a:pt x="83" y="44"/>
                  <a:pt x="72" y="53"/>
                  <a:pt x="62" y="62"/>
                </a:cubicBezTo>
                <a:cubicBezTo>
                  <a:pt x="52" y="72"/>
                  <a:pt x="44" y="83"/>
                  <a:pt x="36" y="95"/>
                </a:cubicBezTo>
                <a:cubicBezTo>
                  <a:pt x="28" y="106"/>
                  <a:pt x="22" y="118"/>
                  <a:pt x="16" y="131"/>
                </a:cubicBezTo>
                <a:cubicBezTo>
                  <a:pt x="11" y="144"/>
                  <a:pt x="7" y="157"/>
                  <a:pt x="4" y="171"/>
                </a:cubicBezTo>
                <a:cubicBezTo>
                  <a:pt x="1" y="185"/>
                  <a:pt x="0" y="198"/>
                  <a:pt x="0" y="213"/>
                </a:cubicBezTo>
                <a:cubicBezTo>
                  <a:pt x="0" y="227"/>
                  <a:pt x="1" y="241"/>
                  <a:pt x="4" y="254"/>
                </a:cubicBezTo>
                <a:cubicBezTo>
                  <a:pt x="7" y="268"/>
                  <a:pt x="11" y="281"/>
                  <a:pt x="16" y="294"/>
                </a:cubicBezTo>
                <a:cubicBezTo>
                  <a:pt x="22" y="307"/>
                  <a:pt x="28" y="319"/>
                  <a:pt x="36" y="331"/>
                </a:cubicBezTo>
                <a:cubicBezTo>
                  <a:pt x="44" y="342"/>
                  <a:pt x="52" y="353"/>
                  <a:pt x="62" y="363"/>
                </a:cubicBezTo>
                <a:cubicBezTo>
                  <a:pt x="72" y="373"/>
                  <a:pt x="83" y="381"/>
                  <a:pt x="94" y="389"/>
                </a:cubicBezTo>
                <a:cubicBezTo>
                  <a:pt x="106" y="397"/>
                  <a:pt x="118" y="403"/>
                  <a:pt x="131" y="409"/>
                </a:cubicBezTo>
                <a:cubicBezTo>
                  <a:pt x="144" y="414"/>
                  <a:pt x="157" y="418"/>
                  <a:pt x="170" y="421"/>
                </a:cubicBezTo>
                <a:cubicBezTo>
                  <a:pt x="184" y="423"/>
                  <a:pt x="198" y="425"/>
                  <a:pt x="212" y="425"/>
                </a:cubicBezTo>
                <a:moveTo>
                  <a:pt x="306" y="173"/>
                </a:moveTo>
                <a:lnTo>
                  <a:pt x="199" y="280"/>
                </a:lnTo>
                <a:cubicBezTo>
                  <a:pt x="192" y="288"/>
                  <a:pt x="179" y="288"/>
                  <a:pt x="171" y="280"/>
                </a:cubicBezTo>
                <a:lnTo>
                  <a:pt x="118" y="227"/>
                </a:lnTo>
                <a:cubicBezTo>
                  <a:pt x="111" y="219"/>
                  <a:pt x="111" y="206"/>
                  <a:pt x="118" y="198"/>
                </a:cubicBezTo>
                <a:cubicBezTo>
                  <a:pt x="126" y="191"/>
                  <a:pt x="139" y="190"/>
                  <a:pt x="146" y="198"/>
                </a:cubicBezTo>
                <a:lnTo>
                  <a:pt x="185" y="238"/>
                </a:lnTo>
                <a:lnTo>
                  <a:pt x="278" y="145"/>
                </a:lnTo>
                <a:cubicBezTo>
                  <a:pt x="286" y="137"/>
                  <a:pt x="298" y="137"/>
                  <a:pt x="306" y="145"/>
                </a:cubicBezTo>
                <a:cubicBezTo>
                  <a:pt x="314" y="153"/>
                  <a:pt x="314" y="166"/>
                  <a:pt x="306" y="173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3" name="文本框 412"/>
          <p:cNvSpPr txBox="1"/>
          <p:nvPr/>
        </p:nvSpPr>
        <p:spPr>
          <a:xfrm>
            <a:off x="7726680" y="1920240"/>
            <a:ext cx="9151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评审项目汇总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4" name="任意多边形 413"/>
          <p:cNvSpPr/>
          <p:nvPr/>
        </p:nvSpPr>
        <p:spPr>
          <a:xfrm>
            <a:off x="7743600" y="2609640"/>
            <a:ext cx="152640" cy="152640"/>
          </a:xfrm>
          <a:custGeom>
            <a:avLst/>
            <a:gdLst/>
            <a:ahLst/>
            <a:cxnLst/>
            <a:rect l="0" t="0" r="r" b="b"/>
            <a:pathLst>
              <a:path w="424" h="424">
                <a:moveTo>
                  <a:pt x="212" y="424"/>
                </a:moveTo>
                <a:cubicBezTo>
                  <a:pt x="226" y="424"/>
                  <a:pt x="239" y="423"/>
                  <a:pt x="253" y="420"/>
                </a:cubicBezTo>
                <a:cubicBezTo>
                  <a:pt x="267" y="418"/>
                  <a:pt x="281" y="414"/>
                  <a:pt x="294" y="408"/>
                </a:cubicBezTo>
                <a:cubicBezTo>
                  <a:pt x="307" y="403"/>
                  <a:pt x="319" y="396"/>
                  <a:pt x="330" y="389"/>
                </a:cubicBezTo>
                <a:cubicBezTo>
                  <a:pt x="342" y="381"/>
                  <a:pt x="353" y="372"/>
                  <a:pt x="362" y="362"/>
                </a:cubicBezTo>
                <a:cubicBezTo>
                  <a:pt x="372" y="353"/>
                  <a:pt x="381" y="342"/>
                  <a:pt x="389" y="330"/>
                </a:cubicBezTo>
                <a:cubicBezTo>
                  <a:pt x="397" y="319"/>
                  <a:pt x="403" y="307"/>
                  <a:pt x="408" y="294"/>
                </a:cubicBezTo>
                <a:cubicBezTo>
                  <a:pt x="414" y="281"/>
                  <a:pt x="418" y="268"/>
                  <a:pt x="420" y="254"/>
                </a:cubicBezTo>
                <a:cubicBezTo>
                  <a:pt x="423" y="240"/>
                  <a:pt x="424" y="227"/>
                  <a:pt x="424" y="213"/>
                </a:cubicBezTo>
                <a:cubicBezTo>
                  <a:pt x="424" y="199"/>
                  <a:pt x="423" y="185"/>
                  <a:pt x="420" y="171"/>
                </a:cubicBezTo>
                <a:cubicBezTo>
                  <a:pt x="418" y="158"/>
                  <a:pt x="414" y="144"/>
                  <a:pt x="408" y="131"/>
                </a:cubicBezTo>
                <a:cubicBezTo>
                  <a:pt x="403" y="118"/>
                  <a:pt x="397" y="106"/>
                  <a:pt x="389" y="94"/>
                </a:cubicBezTo>
                <a:cubicBezTo>
                  <a:pt x="381" y="83"/>
                  <a:pt x="372" y="72"/>
                  <a:pt x="362" y="62"/>
                </a:cubicBezTo>
                <a:cubicBezTo>
                  <a:pt x="353" y="52"/>
                  <a:pt x="342" y="43"/>
                  <a:pt x="330" y="36"/>
                </a:cubicBezTo>
                <a:cubicBezTo>
                  <a:pt x="319" y="28"/>
                  <a:pt x="307" y="22"/>
                  <a:pt x="294" y="16"/>
                </a:cubicBezTo>
                <a:cubicBezTo>
                  <a:pt x="281" y="11"/>
                  <a:pt x="267" y="7"/>
                  <a:pt x="253" y="4"/>
                </a:cubicBezTo>
                <a:cubicBezTo>
                  <a:pt x="239" y="1"/>
                  <a:pt x="226" y="0"/>
                  <a:pt x="212" y="0"/>
                </a:cubicBezTo>
                <a:cubicBezTo>
                  <a:pt x="198" y="0"/>
                  <a:pt x="184" y="1"/>
                  <a:pt x="170" y="4"/>
                </a:cubicBezTo>
                <a:cubicBezTo>
                  <a:pt x="157" y="7"/>
                  <a:pt x="144" y="11"/>
                  <a:pt x="131" y="16"/>
                </a:cubicBezTo>
                <a:cubicBezTo>
                  <a:pt x="118" y="22"/>
                  <a:pt x="106" y="28"/>
                  <a:pt x="94" y="36"/>
                </a:cubicBezTo>
                <a:cubicBezTo>
                  <a:pt x="83" y="43"/>
                  <a:pt x="72" y="52"/>
                  <a:pt x="62" y="62"/>
                </a:cubicBezTo>
                <a:cubicBezTo>
                  <a:pt x="52" y="72"/>
                  <a:pt x="44" y="83"/>
                  <a:pt x="36" y="94"/>
                </a:cubicBezTo>
                <a:cubicBezTo>
                  <a:pt x="28" y="106"/>
                  <a:pt x="22" y="118"/>
                  <a:pt x="16" y="131"/>
                </a:cubicBezTo>
                <a:cubicBezTo>
                  <a:pt x="11" y="144"/>
                  <a:pt x="7" y="158"/>
                  <a:pt x="4" y="171"/>
                </a:cubicBezTo>
                <a:cubicBezTo>
                  <a:pt x="1" y="185"/>
                  <a:pt x="0" y="199"/>
                  <a:pt x="0" y="213"/>
                </a:cubicBezTo>
                <a:cubicBezTo>
                  <a:pt x="0" y="227"/>
                  <a:pt x="1" y="240"/>
                  <a:pt x="4" y="254"/>
                </a:cubicBezTo>
                <a:cubicBezTo>
                  <a:pt x="7" y="268"/>
                  <a:pt x="11" y="281"/>
                  <a:pt x="16" y="294"/>
                </a:cubicBezTo>
                <a:cubicBezTo>
                  <a:pt x="22" y="307"/>
                  <a:pt x="28" y="319"/>
                  <a:pt x="36" y="330"/>
                </a:cubicBezTo>
                <a:cubicBezTo>
                  <a:pt x="44" y="342"/>
                  <a:pt x="52" y="353"/>
                  <a:pt x="62" y="362"/>
                </a:cubicBezTo>
                <a:cubicBezTo>
                  <a:pt x="72" y="372"/>
                  <a:pt x="83" y="381"/>
                  <a:pt x="94" y="389"/>
                </a:cubicBezTo>
                <a:cubicBezTo>
                  <a:pt x="106" y="396"/>
                  <a:pt x="118" y="403"/>
                  <a:pt x="131" y="408"/>
                </a:cubicBezTo>
                <a:cubicBezTo>
                  <a:pt x="144" y="414"/>
                  <a:pt x="157" y="418"/>
                  <a:pt x="170" y="420"/>
                </a:cubicBezTo>
                <a:cubicBezTo>
                  <a:pt x="184" y="423"/>
                  <a:pt x="198" y="424"/>
                  <a:pt x="212" y="424"/>
                </a:cubicBezTo>
                <a:moveTo>
                  <a:pt x="306" y="174"/>
                </a:moveTo>
                <a:lnTo>
                  <a:pt x="199" y="280"/>
                </a:lnTo>
                <a:cubicBezTo>
                  <a:pt x="192" y="287"/>
                  <a:pt x="179" y="287"/>
                  <a:pt x="171" y="280"/>
                </a:cubicBezTo>
                <a:lnTo>
                  <a:pt x="118" y="227"/>
                </a:lnTo>
                <a:cubicBezTo>
                  <a:pt x="111" y="219"/>
                  <a:pt x="111" y="206"/>
                  <a:pt x="118" y="199"/>
                </a:cubicBezTo>
                <a:cubicBezTo>
                  <a:pt x="126" y="191"/>
                  <a:pt x="139" y="191"/>
                  <a:pt x="146" y="199"/>
                </a:cubicBezTo>
                <a:lnTo>
                  <a:pt x="185" y="238"/>
                </a:lnTo>
                <a:lnTo>
                  <a:pt x="278" y="145"/>
                </a:lnTo>
                <a:cubicBezTo>
                  <a:pt x="286" y="137"/>
                  <a:pt x="298" y="137"/>
                  <a:pt x="306" y="145"/>
                </a:cubicBezTo>
                <a:cubicBezTo>
                  <a:pt x="314" y="153"/>
                  <a:pt x="314" y="166"/>
                  <a:pt x="306" y="174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5" name="文本框 414"/>
          <p:cNvSpPr txBox="1"/>
          <p:nvPr/>
        </p:nvSpPr>
        <p:spPr>
          <a:xfrm>
            <a:off x="7993440" y="2262960"/>
            <a:ext cx="13723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用户类别与用户代表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6" name="任意多边形 415"/>
          <p:cNvSpPr/>
          <p:nvPr/>
        </p:nvSpPr>
        <p:spPr>
          <a:xfrm>
            <a:off x="7743600" y="2933640"/>
            <a:ext cx="152640" cy="152640"/>
          </a:xfrm>
          <a:custGeom>
            <a:avLst/>
            <a:gdLst/>
            <a:ahLst/>
            <a:cxnLst/>
            <a:rect l="0" t="0" r="r" b="b"/>
            <a:pathLst>
              <a:path w="424" h="424">
                <a:moveTo>
                  <a:pt x="212" y="424"/>
                </a:moveTo>
                <a:cubicBezTo>
                  <a:pt x="226" y="424"/>
                  <a:pt x="239" y="423"/>
                  <a:pt x="253" y="420"/>
                </a:cubicBezTo>
                <a:cubicBezTo>
                  <a:pt x="267" y="417"/>
                  <a:pt x="281" y="413"/>
                  <a:pt x="294" y="408"/>
                </a:cubicBezTo>
                <a:cubicBezTo>
                  <a:pt x="307" y="403"/>
                  <a:pt x="319" y="396"/>
                  <a:pt x="330" y="388"/>
                </a:cubicBezTo>
                <a:cubicBezTo>
                  <a:pt x="342" y="381"/>
                  <a:pt x="353" y="372"/>
                  <a:pt x="362" y="362"/>
                </a:cubicBezTo>
                <a:cubicBezTo>
                  <a:pt x="372" y="352"/>
                  <a:pt x="381" y="341"/>
                  <a:pt x="389" y="330"/>
                </a:cubicBezTo>
                <a:cubicBezTo>
                  <a:pt x="397" y="318"/>
                  <a:pt x="403" y="306"/>
                  <a:pt x="408" y="293"/>
                </a:cubicBezTo>
                <a:cubicBezTo>
                  <a:pt x="414" y="280"/>
                  <a:pt x="418" y="267"/>
                  <a:pt x="420" y="254"/>
                </a:cubicBezTo>
                <a:cubicBezTo>
                  <a:pt x="423" y="240"/>
                  <a:pt x="424" y="226"/>
                  <a:pt x="424" y="212"/>
                </a:cubicBezTo>
                <a:cubicBezTo>
                  <a:pt x="424" y="198"/>
                  <a:pt x="423" y="185"/>
                  <a:pt x="420" y="171"/>
                </a:cubicBezTo>
                <a:cubicBezTo>
                  <a:pt x="418" y="157"/>
                  <a:pt x="414" y="144"/>
                  <a:pt x="408" y="131"/>
                </a:cubicBezTo>
                <a:cubicBezTo>
                  <a:pt x="403" y="118"/>
                  <a:pt x="397" y="106"/>
                  <a:pt x="389" y="94"/>
                </a:cubicBezTo>
                <a:cubicBezTo>
                  <a:pt x="381" y="82"/>
                  <a:pt x="372" y="71"/>
                  <a:pt x="362" y="62"/>
                </a:cubicBezTo>
                <a:cubicBezTo>
                  <a:pt x="353" y="52"/>
                  <a:pt x="342" y="43"/>
                  <a:pt x="330" y="35"/>
                </a:cubicBezTo>
                <a:cubicBezTo>
                  <a:pt x="319" y="28"/>
                  <a:pt x="307" y="21"/>
                  <a:pt x="294" y="16"/>
                </a:cubicBezTo>
                <a:cubicBezTo>
                  <a:pt x="281" y="10"/>
                  <a:pt x="267" y="6"/>
                  <a:pt x="253" y="4"/>
                </a:cubicBezTo>
                <a:cubicBezTo>
                  <a:pt x="239" y="1"/>
                  <a:pt x="226" y="0"/>
                  <a:pt x="212" y="0"/>
                </a:cubicBezTo>
                <a:cubicBezTo>
                  <a:pt x="198" y="0"/>
                  <a:pt x="184" y="1"/>
                  <a:pt x="170" y="4"/>
                </a:cubicBezTo>
                <a:cubicBezTo>
                  <a:pt x="157" y="6"/>
                  <a:pt x="144" y="10"/>
                  <a:pt x="131" y="16"/>
                </a:cubicBezTo>
                <a:cubicBezTo>
                  <a:pt x="118" y="21"/>
                  <a:pt x="106" y="28"/>
                  <a:pt x="94" y="35"/>
                </a:cubicBezTo>
                <a:cubicBezTo>
                  <a:pt x="83" y="43"/>
                  <a:pt x="72" y="52"/>
                  <a:pt x="62" y="62"/>
                </a:cubicBezTo>
                <a:cubicBezTo>
                  <a:pt x="52" y="71"/>
                  <a:pt x="44" y="82"/>
                  <a:pt x="36" y="94"/>
                </a:cubicBezTo>
                <a:cubicBezTo>
                  <a:pt x="28" y="106"/>
                  <a:pt x="22" y="118"/>
                  <a:pt x="16" y="131"/>
                </a:cubicBezTo>
                <a:cubicBezTo>
                  <a:pt x="11" y="144"/>
                  <a:pt x="7" y="157"/>
                  <a:pt x="4" y="171"/>
                </a:cubicBezTo>
                <a:cubicBezTo>
                  <a:pt x="1" y="185"/>
                  <a:pt x="0" y="198"/>
                  <a:pt x="0" y="212"/>
                </a:cubicBezTo>
                <a:cubicBezTo>
                  <a:pt x="0" y="226"/>
                  <a:pt x="1" y="240"/>
                  <a:pt x="4" y="254"/>
                </a:cubicBezTo>
                <a:cubicBezTo>
                  <a:pt x="7" y="267"/>
                  <a:pt x="11" y="280"/>
                  <a:pt x="16" y="293"/>
                </a:cubicBezTo>
                <a:cubicBezTo>
                  <a:pt x="22" y="306"/>
                  <a:pt x="28" y="318"/>
                  <a:pt x="36" y="330"/>
                </a:cubicBezTo>
                <a:cubicBezTo>
                  <a:pt x="44" y="341"/>
                  <a:pt x="52" y="352"/>
                  <a:pt x="62" y="362"/>
                </a:cubicBezTo>
                <a:cubicBezTo>
                  <a:pt x="72" y="372"/>
                  <a:pt x="83" y="381"/>
                  <a:pt x="94" y="388"/>
                </a:cubicBezTo>
                <a:cubicBezTo>
                  <a:pt x="106" y="396"/>
                  <a:pt x="118" y="403"/>
                  <a:pt x="131" y="408"/>
                </a:cubicBezTo>
                <a:cubicBezTo>
                  <a:pt x="144" y="413"/>
                  <a:pt x="157" y="417"/>
                  <a:pt x="170" y="420"/>
                </a:cubicBezTo>
                <a:cubicBezTo>
                  <a:pt x="184" y="423"/>
                  <a:pt x="198" y="424"/>
                  <a:pt x="212" y="424"/>
                </a:cubicBezTo>
                <a:moveTo>
                  <a:pt x="306" y="173"/>
                </a:moveTo>
                <a:lnTo>
                  <a:pt x="199" y="279"/>
                </a:lnTo>
                <a:cubicBezTo>
                  <a:pt x="192" y="287"/>
                  <a:pt x="179" y="287"/>
                  <a:pt x="171" y="279"/>
                </a:cubicBezTo>
                <a:lnTo>
                  <a:pt x="118" y="226"/>
                </a:lnTo>
                <a:cubicBezTo>
                  <a:pt x="111" y="219"/>
                  <a:pt x="111" y="206"/>
                  <a:pt x="118" y="198"/>
                </a:cubicBezTo>
                <a:cubicBezTo>
                  <a:pt x="126" y="191"/>
                  <a:pt x="139" y="191"/>
                  <a:pt x="146" y="198"/>
                </a:cubicBezTo>
                <a:lnTo>
                  <a:pt x="185" y="237"/>
                </a:lnTo>
                <a:lnTo>
                  <a:pt x="278" y="145"/>
                </a:lnTo>
                <a:cubicBezTo>
                  <a:pt x="286" y="138"/>
                  <a:pt x="298" y="138"/>
                  <a:pt x="306" y="145"/>
                </a:cubicBezTo>
                <a:cubicBezTo>
                  <a:pt x="314" y="153"/>
                  <a:pt x="314" y="166"/>
                  <a:pt x="306" y="173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7" name="文本框 416"/>
          <p:cNvSpPr txBox="1"/>
          <p:nvPr/>
        </p:nvSpPr>
        <p:spPr>
          <a:xfrm>
            <a:off x="7993440" y="2586960"/>
            <a:ext cx="61020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界面原型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8" name="任意多边形 417"/>
          <p:cNvSpPr/>
          <p:nvPr/>
        </p:nvSpPr>
        <p:spPr>
          <a:xfrm>
            <a:off x="7743600" y="3257280"/>
            <a:ext cx="152640" cy="153000"/>
          </a:xfrm>
          <a:custGeom>
            <a:avLst/>
            <a:gdLst/>
            <a:ahLst/>
            <a:cxnLst/>
            <a:rect l="0" t="0" r="r" b="b"/>
            <a:pathLst>
              <a:path w="424" h="425">
                <a:moveTo>
                  <a:pt x="212" y="425"/>
                </a:moveTo>
                <a:cubicBezTo>
                  <a:pt x="226" y="425"/>
                  <a:pt x="239" y="423"/>
                  <a:pt x="253" y="421"/>
                </a:cubicBezTo>
                <a:cubicBezTo>
                  <a:pt x="267" y="418"/>
                  <a:pt x="281" y="414"/>
                  <a:pt x="294" y="408"/>
                </a:cubicBezTo>
                <a:cubicBezTo>
                  <a:pt x="307" y="403"/>
                  <a:pt x="319" y="397"/>
                  <a:pt x="330" y="389"/>
                </a:cubicBezTo>
                <a:cubicBezTo>
                  <a:pt x="342" y="381"/>
                  <a:pt x="353" y="372"/>
                  <a:pt x="362" y="363"/>
                </a:cubicBezTo>
                <a:cubicBezTo>
                  <a:pt x="372" y="353"/>
                  <a:pt x="381" y="342"/>
                  <a:pt x="389" y="331"/>
                </a:cubicBezTo>
                <a:cubicBezTo>
                  <a:pt x="397" y="319"/>
                  <a:pt x="403" y="307"/>
                  <a:pt x="408" y="294"/>
                </a:cubicBezTo>
                <a:cubicBezTo>
                  <a:pt x="414" y="281"/>
                  <a:pt x="418" y="268"/>
                  <a:pt x="420" y="254"/>
                </a:cubicBezTo>
                <a:cubicBezTo>
                  <a:pt x="423" y="241"/>
                  <a:pt x="424" y="227"/>
                  <a:pt x="424" y="213"/>
                </a:cubicBezTo>
                <a:cubicBezTo>
                  <a:pt x="424" y="199"/>
                  <a:pt x="423" y="185"/>
                  <a:pt x="420" y="172"/>
                </a:cubicBezTo>
                <a:cubicBezTo>
                  <a:pt x="418" y="158"/>
                  <a:pt x="414" y="145"/>
                  <a:pt x="408" y="132"/>
                </a:cubicBezTo>
                <a:cubicBezTo>
                  <a:pt x="403" y="119"/>
                  <a:pt x="397" y="107"/>
                  <a:pt x="389" y="95"/>
                </a:cubicBezTo>
                <a:cubicBezTo>
                  <a:pt x="381" y="84"/>
                  <a:pt x="372" y="73"/>
                  <a:pt x="362" y="63"/>
                </a:cubicBezTo>
                <a:cubicBezTo>
                  <a:pt x="353" y="53"/>
                  <a:pt x="342" y="44"/>
                  <a:pt x="330" y="36"/>
                </a:cubicBezTo>
                <a:cubicBezTo>
                  <a:pt x="319" y="28"/>
                  <a:pt x="307" y="22"/>
                  <a:pt x="294" y="16"/>
                </a:cubicBezTo>
                <a:cubicBezTo>
                  <a:pt x="281" y="11"/>
                  <a:pt x="267" y="7"/>
                  <a:pt x="253" y="4"/>
                </a:cubicBezTo>
                <a:cubicBezTo>
                  <a:pt x="239" y="2"/>
                  <a:pt x="226" y="0"/>
                  <a:pt x="212" y="0"/>
                </a:cubicBezTo>
                <a:cubicBezTo>
                  <a:pt x="198" y="0"/>
                  <a:pt x="184" y="2"/>
                  <a:pt x="170" y="4"/>
                </a:cubicBezTo>
                <a:cubicBezTo>
                  <a:pt x="157" y="7"/>
                  <a:pt x="144" y="11"/>
                  <a:pt x="131" y="16"/>
                </a:cubicBezTo>
                <a:cubicBezTo>
                  <a:pt x="118" y="22"/>
                  <a:pt x="106" y="28"/>
                  <a:pt x="94" y="36"/>
                </a:cubicBezTo>
                <a:cubicBezTo>
                  <a:pt x="83" y="44"/>
                  <a:pt x="72" y="53"/>
                  <a:pt x="62" y="63"/>
                </a:cubicBezTo>
                <a:cubicBezTo>
                  <a:pt x="52" y="73"/>
                  <a:pt x="44" y="84"/>
                  <a:pt x="36" y="95"/>
                </a:cubicBezTo>
                <a:cubicBezTo>
                  <a:pt x="28" y="107"/>
                  <a:pt x="22" y="119"/>
                  <a:pt x="16" y="132"/>
                </a:cubicBezTo>
                <a:cubicBezTo>
                  <a:pt x="11" y="145"/>
                  <a:pt x="7" y="158"/>
                  <a:pt x="4" y="172"/>
                </a:cubicBezTo>
                <a:cubicBezTo>
                  <a:pt x="1" y="185"/>
                  <a:pt x="0" y="199"/>
                  <a:pt x="0" y="213"/>
                </a:cubicBezTo>
                <a:cubicBezTo>
                  <a:pt x="0" y="227"/>
                  <a:pt x="1" y="241"/>
                  <a:pt x="4" y="254"/>
                </a:cubicBezTo>
                <a:cubicBezTo>
                  <a:pt x="7" y="268"/>
                  <a:pt x="11" y="281"/>
                  <a:pt x="16" y="294"/>
                </a:cubicBezTo>
                <a:cubicBezTo>
                  <a:pt x="22" y="307"/>
                  <a:pt x="28" y="319"/>
                  <a:pt x="36" y="331"/>
                </a:cubicBezTo>
                <a:cubicBezTo>
                  <a:pt x="44" y="342"/>
                  <a:pt x="52" y="353"/>
                  <a:pt x="62" y="363"/>
                </a:cubicBezTo>
                <a:cubicBezTo>
                  <a:pt x="72" y="372"/>
                  <a:pt x="83" y="381"/>
                  <a:pt x="94" y="389"/>
                </a:cubicBezTo>
                <a:cubicBezTo>
                  <a:pt x="106" y="397"/>
                  <a:pt x="118" y="403"/>
                  <a:pt x="131" y="408"/>
                </a:cubicBezTo>
                <a:cubicBezTo>
                  <a:pt x="144" y="414"/>
                  <a:pt x="157" y="418"/>
                  <a:pt x="170" y="421"/>
                </a:cubicBezTo>
                <a:cubicBezTo>
                  <a:pt x="184" y="423"/>
                  <a:pt x="198" y="425"/>
                  <a:pt x="212" y="425"/>
                </a:cubicBezTo>
                <a:moveTo>
                  <a:pt x="306" y="174"/>
                </a:moveTo>
                <a:lnTo>
                  <a:pt x="199" y="280"/>
                </a:lnTo>
                <a:cubicBezTo>
                  <a:pt x="192" y="288"/>
                  <a:pt x="179" y="288"/>
                  <a:pt x="171" y="280"/>
                </a:cubicBezTo>
                <a:lnTo>
                  <a:pt x="118" y="227"/>
                </a:lnTo>
                <a:cubicBezTo>
                  <a:pt x="111" y="219"/>
                  <a:pt x="111" y="207"/>
                  <a:pt x="118" y="199"/>
                </a:cubicBezTo>
                <a:cubicBezTo>
                  <a:pt x="126" y="191"/>
                  <a:pt x="139" y="191"/>
                  <a:pt x="146" y="199"/>
                </a:cubicBezTo>
                <a:lnTo>
                  <a:pt x="185" y="238"/>
                </a:lnTo>
                <a:lnTo>
                  <a:pt x="278" y="146"/>
                </a:lnTo>
                <a:cubicBezTo>
                  <a:pt x="286" y="138"/>
                  <a:pt x="298" y="138"/>
                  <a:pt x="306" y="146"/>
                </a:cubicBezTo>
                <a:cubicBezTo>
                  <a:pt x="314" y="154"/>
                  <a:pt x="314" y="166"/>
                  <a:pt x="306" y="174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9" name="文本框 418"/>
          <p:cNvSpPr txBox="1"/>
          <p:nvPr/>
        </p:nvSpPr>
        <p:spPr>
          <a:xfrm>
            <a:off x="7993440" y="2910600"/>
            <a:ext cx="106740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用户确认与反馈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0" name="任意多边形 419"/>
          <p:cNvSpPr/>
          <p:nvPr/>
        </p:nvSpPr>
        <p:spPr>
          <a:xfrm>
            <a:off x="7743600" y="3581280"/>
            <a:ext cx="152640" cy="152640"/>
          </a:xfrm>
          <a:custGeom>
            <a:avLst/>
            <a:gdLst/>
            <a:ahLst/>
            <a:cxnLst/>
            <a:rect l="0" t="0" r="r" b="b"/>
            <a:pathLst>
              <a:path w="424" h="424">
                <a:moveTo>
                  <a:pt x="212" y="424"/>
                </a:moveTo>
                <a:cubicBezTo>
                  <a:pt x="226" y="424"/>
                  <a:pt x="239" y="423"/>
                  <a:pt x="253" y="420"/>
                </a:cubicBezTo>
                <a:cubicBezTo>
                  <a:pt x="267" y="417"/>
                  <a:pt x="281" y="412"/>
                  <a:pt x="294" y="407"/>
                </a:cubicBezTo>
                <a:cubicBezTo>
                  <a:pt x="307" y="402"/>
                  <a:pt x="319" y="395"/>
                  <a:pt x="330" y="387"/>
                </a:cubicBezTo>
                <a:cubicBezTo>
                  <a:pt x="342" y="380"/>
                  <a:pt x="353" y="371"/>
                  <a:pt x="362" y="361"/>
                </a:cubicBezTo>
                <a:cubicBezTo>
                  <a:pt x="372" y="351"/>
                  <a:pt x="381" y="341"/>
                  <a:pt x="389" y="329"/>
                </a:cubicBezTo>
                <a:cubicBezTo>
                  <a:pt x="397" y="318"/>
                  <a:pt x="403" y="305"/>
                  <a:pt x="408" y="293"/>
                </a:cubicBezTo>
                <a:cubicBezTo>
                  <a:pt x="414" y="280"/>
                  <a:pt x="418" y="266"/>
                  <a:pt x="420" y="253"/>
                </a:cubicBezTo>
                <a:cubicBezTo>
                  <a:pt x="423" y="239"/>
                  <a:pt x="424" y="225"/>
                  <a:pt x="424" y="211"/>
                </a:cubicBezTo>
                <a:cubicBezTo>
                  <a:pt x="424" y="198"/>
                  <a:pt x="423" y="184"/>
                  <a:pt x="420" y="170"/>
                </a:cubicBezTo>
                <a:cubicBezTo>
                  <a:pt x="418" y="157"/>
                  <a:pt x="414" y="143"/>
                  <a:pt x="408" y="130"/>
                </a:cubicBezTo>
                <a:cubicBezTo>
                  <a:pt x="403" y="118"/>
                  <a:pt x="397" y="105"/>
                  <a:pt x="389" y="94"/>
                </a:cubicBezTo>
                <a:cubicBezTo>
                  <a:pt x="381" y="82"/>
                  <a:pt x="372" y="72"/>
                  <a:pt x="362" y="62"/>
                </a:cubicBezTo>
                <a:cubicBezTo>
                  <a:pt x="353" y="52"/>
                  <a:pt x="342" y="43"/>
                  <a:pt x="330" y="36"/>
                </a:cubicBezTo>
                <a:cubicBezTo>
                  <a:pt x="319" y="28"/>
                  <a:pt x="307" y="21"/>
                  <a:pt x="294" y="16"/>
                </a:cubicBezTo>
                <a:cubicBezTo>
                  <a:pt x="281" y="11"/>
                  <a:pt x="267" y="7"/>
                  <a:pt x="253" y="4"/>
                </a:cubicBezTo>
                <a:cubicBezTo>
                  <a:pt x="239" y="1"/>
                  <a:pt x="226" y="0"/>
                  <a:pt x="212" y="0"/>
                </a:cubicBezTo>
                <a:cubicBezTo>
                  <a:pt x="198" y="0"/>
                  <a:pt x="184" y="1"/>
                  <a:pt x="170" y="4"/>
                </a:cubicBezTo>
                <a:cubicBezTo>
                  <a:pt x="157" y="7"/>
                  <a:pt x="144" y="11"/>
                  <a:pt x="131" y="16"/>
                </a:cubicBezTo>
                <a:cubicBezTo>
                  <a:pt x="118" y="21"/>
                  <a:pt x="106" y="28"/>
                  <a:pt x="94" y="36"/>
                </a:cubicBezTo>
                <a:cubicBezTo>
                  <a:pt x="83" y="43"/>
                  <a:pt x="72" y="52"/>
                  <a:pt x="62" y="62"/>
                </a:cubicBezTo>
                <a:cubicBezTo>
                  <a:pt x="52" y="72"/>
                  <a:pt x="44" y="82"/>
                  <a:pt x="36" y="94"/>
                </a:cubicBezTo>
                <a:cubicBezTo>
                  <a:pt x="28" y="105"/>
                  <a:pt x="22" y="118"/>
                  <a:pt x="16" y="130"/>
                </a:cubicBezTo>
                <a:cubicBezTo>
                  <a:pt x="11" y="143"/>
                  <a:pt x="7" y="157"/>
                  <a:pt x="4" y="170"/>
                </a:cubicBezTo>
                <a:cubicBezTo>
                  <a:pt x="1" y="184"/>
                  <a:pt x="0" y="198"/>
                  <a:pt x="0" y="211"/>
                </a:cubicBezTo>
                <a:cubicBezTo>
                  <a:pt x="0" y="225"/>
                  <a:pt x="1" y="239"/>
                  <a:pt x="4" y="253"/>
                </a:cubicBezTo>
                <a:cubicBezTo>
                  <a:pt x="7" y="266"/>
                  <a:pt x="11" y="280"/>
                  <a:pt x="16" y="293"/>
                </a:cubicBezTo>
                <a:cubicBezTo>
                  <a:pt x="22" y="305"/>
                  <a:pt x="28" y="318"/>
                  <a:pt x="36" y="329"/>
                </a:cubicBezTo>
                <a:cubicBezTo>
                  <a:pt x="44" y="341"/>
                  <a:pt x="52" y="351"/>
                  <a:pt x="62" y="361"/>
                </a:cubicBezTo>
                <a:cubicBezTo>
                  <a:pt x="72" y="371"/>
                  <a:pt x="83" y="380"/>
                  <a:pt x="94" y="387"/>
                </a:cubicBezTo>
                <a:cubicBezTo>
                  <a:pt x="106" y="395"/>
                  <a:pt x="118" y="402"/>
                  <a:pt x="131" y="407"/>
                </a:cubicBezTo>
                <a:cubicBezTo>
                  <a:pt x="144" y="412"/>
                  <a:pt x="157" y="417"/>
                  <a:pt x="170" y="420"/>
                </a:cubicBezTo>
                <a:cubicBezTo>
                  <a:pt x="184" y="423"/>
                  <a:pt x="198" y="424"/>
                  <a:pt x="212" y="424"/>
                </a:cubicBezTo>
                <a:moveTo>
                  <a:pt x="306" y="173"/>
                </a:moveTo>
                <a:lnTo>
                  <a:pt x="199" y="278"/>
                </a:lnTo>
                <a:cubicBezTo>
                  <a:pt x="192" y="286"/>
                  <a:pt x="179" y="286"/>
                  <a:pt x="171" y="278"/>
                </a:cubicBezTo>
                <a:lnTo>
                  <a:pt x="118" y="226"/>
                </a:lnTo>
                <a:cubicBezTo>
                  <a:pt x="111" y="218"/>
                  <a:pt x="111" y="205"/>
                  <a:pt x="118" y="198"/>
                </a:cubicBezTo>
                <a:cubicBezTo>
                  <a:pt x="126" y="190"/>
                  <a:pt x="139" y="190"/>
                  <a:pt x="146" y="198"/>
                </a:cubicBezTo>
                <a:lnTo>
                  <a:pt x="185" y="236"/>
                </a:lnTo>
                <a:lnTo>
                  <a:pt x="278" y="145"/>
                </a:lnTo>
                <a:cubicBezTo>
                  <a:pt x="286" y="137"/>
                  <a:pt x="298" y="137"/>
                  <a:pt x="306" y="145"/>
                </a:cubicBezTo>
                <a:cubicBezTo>
                  <a:pt x="314" y="152"/>
                  <a:pt x="314" y="165"/>
                  <a:pt x="306" y="173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1" name="文本框 420"/>
          <p:cNvSpPr txBox="1"/>
          <p:nvPr/>
        </p:nvSpPr>
        <p:spPr>
          <a:xfrm>
            <a:off x="7993440" y="3234600"/>
            <a:ext cx="9313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SRS</a:t>
            </a:r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需求规格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2" name="文本框 421"/>
          <p:cNvSpPr txBox="1"/>
          <p:nvPr/>
        </p:nvSpPr>
        <p:spPr>
          <a:xfrm>
            <a:off x="7993440" y="3558600"/>
            <a:ext cx="117108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数据字典与</a:t>
            </a:r>
            <a:r>
              <a:rPr lang="en-US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ER</a:t>
            </a:r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图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6" name="文本框 425"/>
          <p:cNvSpPr txBox="1"/>
          <p:nvPr/>
        </p:nvSpPr>
        <p:spPr>
          <a:xfrm>
            <a:off x="7907400" y="4510080"/>
            <a:ext cx="133350" cy="16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8" name="文本框 427"/>
          <p:cNvSpPr txBox="1"/>
          <p:nvPr/>
        </p:nvSpPr>
        <p:spPr>
          <a:xfrm>
            <a:off x="7907400" y="4776840"/>
            <a:ext cx="127000" cy="16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9" name="文本框 428"/>
          <p:cNvSpPr txBox="1"/>
          <p:nvPr/>
        </p:nvSpPr>
        <p:spPr>
          <a:xfrm>
            <a:off x="7907400" y="5043600"/>
            <a:ext cx="133350" cy="16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任意多边形 4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1" name="任意多边形 430"/>
          <p:cNvSpPr/>
          <p:nvPr/>
        </p:nvSpPr>
        <p:spPr>
          <a:xfrm>
            <a:off x="456840" y="1161720"/>
            <a:ext cx="5486760" cy="5239080"/>
          </a:xfrm>
          <a:custGeom>
            <a:avLst/>
            <a:gdLst/>
            <a:ahLst/>
            <a:cxnLst/>
            <a:rect l="0" t="0" r="r" b="b"/>
            <a:pathLst>
              <a:path w="15241" h="14553">
                <a:moveTo>
                  <a:pt x="0" y="14236"/>
                </a:moveTo>
                <a:lnTo>
                  <a:pt x="0" y="318"/>
                </a:lnTo>
                <a:cubicBezTo>
                  <a:pt x="0" y="297"/>
                  <a:pt x="3" y="276"/>
                  <a:pt x="7" y="256"/>
                </a:cubicBezTo>
                <a:cubicBezTo>
                  <a:pt x="11" y="236"/>
                  <a:pt x="17" y="216"/>
                  <a:pt x="25" y="196"/>
                </a:cubicBezTo>
                <a:cubicBezTo>
                  <a:pt x="33" y="177"/>
                  <a:pt x="42" y="159"/>
                  <a:pt x="54" y="142"/>
                </a:cubicBezTo>
                <a:cubicBezTo>
                  <a:pt x="66" y="124"/>
                  <a:pt x="79" y="108"/>
                  <a:pt x="93" y="93"/>
                </a:cubicBezTo>
                <a:cubicBezTo>
                  <a:pt x="108" y="79"/>
                  <a:pt x="124" y="66"/>
                  <a:pt x="142" y="54"/>
                </a:cubicBezTo>
                <a:cubicBezTo>
                  <a:pt x="159" y="42"/>
                  <a:pt x="177" y="33"/>
                  <a:pt x="196" y="25"/>
                </a:cubicBezTo>
                <a:cubicBezTo>
                  <a:pt x="216" y="17"/>
                  <a:pt x="236" y="11"/>
                  <a:pt x="256" y="7"/>
                </a:cubicBezTo>
                <a:cubicBezTo>
                  <a:pt x="277" y="2"/>
                  <a:pt x="297" y="0"/>
                  <a:pt x="318" y="0"/>
                </a:cubicBezTo>
                <a:lnTo>
                  <a:pt x="14924" y="0"/>
                </a:lnTo>
                <a:cubicBezTo>
                  <a:pt x="14945" y="0"/>
                  <a:pt x="14965" y="2"/>
                  <a:pt x="14986" y="7"/>
                </a:cubicBezTo>
                <a:cubicBezTo>
                  <a:pt x="15006" y="11"/>
                  <a:pt x="15026" y="17"/>
                  <a:pt x="15045" y="25"/>
                </a:cubicBezTo>
                <a:cubicBezTo>
                  <a:pt x="15065" y="33"/>
                  <a:pt x="15083" y="42"/>
                  <a:pt x="15100" y="54"/>
                </a:cubicBezTo>
                <a:cubicBezTo>
                  <a:pt x="15118" y="66"/>
                  <a:pt x="15134" y="79"/>
                  <a:pt x="15149" y="93"/>
                </a:cubicBezTo>
                <a:cubicBezTo>
                  <a:pt x="15163" y="108"/>
                  <a:pt x="15176" y="124"/>
                  <a:pt x="15188" y="142"/>
                </a:cubicBezTo>
                <a:cubicBezTo>
                  <a:pt x="15200" y="159"/>
                  <a:pt x="15209" y="177"/>
                  <a:pt x="15217" y="196"/>
                </a:cubicBezTo>
                <a:cubicBezTo>
                  <a:pt x="15225" y="216"/>
                  <a:pt x="15231" y="236"/>
                  <a:pt x="15235" y="256"/>
                </a:cubicBezTo>
                <a:cubicBezTo>
                  <a:pt x="15239" y="276"/>
                  <a:pt x="15241" y="297"/>
                  <a:pt x="15241" y="318"/>
                </a:cubicBezTo>
                <a:lnTo>
                  <a:pt x="15241" y="14236"/>
                </a:lnTo>
                <a:cubicBezTo>
                  <a:pt x="15241" y="14257"/>
                  <a:pt x="15239" y="14277"/>
                  <a:pt x="15235" y="14298"/>
                </a:cubicBezTo>
                <a:cubicBezTo>
                  <a:pt x="15231" y="14318"/>
                  <a:pt x="15225" y="14338"/>
                  <a:pt x="15217" y="14357"/>
                </a:cubicBezTo>
                <a:cubicBezTo>
                  <a:pt x="15209" y="14377"/>
                  <a:pt x="15200" y="14395"/>
                  <a:pt x="15188" y="14412"/>
                </a:cubicBezTo>
                <a:cubicBezTo>
                  <a:pt x="15176" y="14430"/>
                  <a:pt x="15163" y="14446"/>
                  <a:pt x="15149" y="14461"/>
                </a:cubicBezTo>
                <a:cubicBezTo>
                  <a:pt x="15134" y="14475"/>
                  <a:pt x="15118" y="14488"/>
                  <a:pt x="15100" y="14500"/>
                </a:cubicBezTo>
                <a:cubicBezTo>
                  <a:pt x="15083" y="14512"/>
                  <a:pt x="15065" y="14521"/>
                  <a:pt x="15045" y="14529"/>
                </a:cubicBezTo>
                <a:cubicBezTo>
                  <a:pt x="15026" y="14537"/>
                  <a:pt x="15006" y="14543"/>
                  <a:pt x="14986" y="14547"/>
                </a:cubicBezTo>
                <a:cubicBezTo>
                  <a:pt x="14965" y="14551"/>
                  <a:pt x="14945" y="14553"/>
                  <a:pt x="14924" y="14553"/>
                </a:cubicBezTo>
                <a:lnTo>
                  <a:pt x="318" y="14553"/>
                </a:lnTo>
                <a:cubicBezTo>
                  <a:pt x="297" y="14553"/>
                  <a:pt x="277" y="14551"/>
                  <a:pt x="256" y="14547"/>
                </a:cubicBezTo>
                <a:cubicBezTo>
                  <a:pt x="236" y="14543"/>
                  <a:pt x="216" y="14537"/>
                  <a:pt x="196" y="14529"/>
                </a:cubicBezTo>
                <a:cubicBezTo>
                  <a:pt x="177" y="14521"/>
                  <a:pt x="159" y="14512"/>
                  <a:pt x="142" y="14500"/>
                </a:cubicBezTo>
                <a:cubicBezTo>
                  <a:pt x="124" y="14488"/>
                  <a:pt x="108" y="14475"/>
                  <a:pt x="93" y="14461"/>
                </a:cubicBezTo>
                <a:cubicBezTo>
                  <a:pt x="79" y="14446"/>
                  <a:pt x="66" y="14430"/>
                  <a:pt x="54" y="14412"/>
                </a:cubicBezTo>
                <a:cubicBezTo>
                  <a:pt x="42" y="14395"/>
                  <a:pt x="33" y="14377"/>
                  <a:pt x="25" y="14357"/>
                </a:cubicBezTo>
                <a:cubicBezTo>
                  <a:pt x="17" y="14338"/>
                  <a:pt x="11" y="14318"/>
                  <a:pt x="7" y="14298"/>
                </a:cubicBezTo>
                <a:cubicBezTo>
                  <a:pt x="3" y="14277"/>
                  <a:pt x="0" y="14257"/>
                  <a:pt x="0" y="142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2" name="文本框 431"/>
          <p:cNvSpPr txBox="1"/>
          <p:nvPr/>
        </p:nvSpPr>
        <p:spPr>
          <a:xfrm>
            <a:off x="457200" y="486000"/>
            <a:ext cx="213444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四、设计阶段评审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3" name="任意多边形 432"/>
          <p:cNvSpPr/>
          <p:nvPr/>
        </p:nvSpPr>
        <p:spPr>
          <a:xfrm>
            <a:off x="4571640" y="1466640"/>
            <a:ext cx="1067400" cy="305280"/>
          </a:xfrm>
          <a:custGeom>
            <a:avLst/>
            <a:gdLst/>
            <a:ahLst/>
            <a:cxnLst/>
            <a:rect l="0" t="0" r="r" b="b"/>
            <a:pathLst>
              <a:path w="2965" h="848">
                <a:moveTo>
                  <a:pt x="0" y="423"/>
                </a:moveTo>
                <a:cubicBezTo>
                  <a:pt x="0" y="396"/>
                  <a:pt x="3" y="368"/>
                  <a:pt x="9" y="341"/>
                </a:cubicBezTo>
                <a:cubicBezTo>
                  <a:pt x="14" y="314"/>
                  <a:pt x="22" y="287"/>
                  <a:pt x="33" y="261"/>
                </a:cubicBezTo>
                <a:cubicBezTo>
                  <a:pt x="43" y="236"/>
                  <a:pt x="56" y="211"/>
                  <a:pt x="72" y="188"/>
                </a:cubicBezTo>
                <a:cubicBezTo>
                  <a:pt x="87" y="165"/>
                  <a:pt x="105" y="144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2"/>
                  <a:pt x="314" y="14"/>
                  <a:pt x="341" y="8"/>
                </a:cubicBezTo>
                <a:cubicBezTo>
                  <a:pt x="369" y="3"/>
                  <a:pt x="396" y="0"/>
                  <a:pt x="424" y="0"/>
                </a:cubicBezTo>
                <a:lnTo>
                  <a:pt x="2541" y="0"/>
                </a:lnTo>
                <a:cubicBezTo>
                  <a:pt x="2569" y="0"/>
                  <a:pt x="2597" y="3"/>
                  <a:pt x="2624" y="8"/>
                </a:cubicBezTo>
                <a:cubicBezTo>
                  <a:pt x="2651" y="14"/>
                  <a:pt x="2678" y="22"/>
                  <a:pt x="2704" y="32"/>
                </a:cubicBezTo>
                <a:cubicBezTo>
                  <a:pt x="2729" y="43"/>
                  <a:pt x="2754" y="56"/>
                  <a:pt x="2777" y="71"/>
                </a:cubicBezTo>
                <a:cubicBezTo>
                  <a:pt x="2800" y="87"/>
                  <a:pt x="2821" y="104"/>
                  <a:pt x="2841" y="124"/>
                </a:cubicBezTo>
                <a:cubicBezTo>
                  <a:pt x="2860" y="144"/>
                  <a:pt x="2878" y="165"/>
                  <a:pt x="2893" y="188"/>
                </a:cubicBezTo>
                <a:cubicBezTo>
                  <a:pt x="2909" y="211"/>
                  <a:pt x="2922" y="236"/>
                  <a:pt x="2933" y="261"/>
                </a:cubicBezTo>
                <a:cubicBezTo>
                  <a:pt x="2943" y="287"/>
                  <a:pt x="2951" y="314"/>
                  <a:pt x="2957" y="341"/>
                </a:cubicBezTo>
                <a:cubicBezTo>
                  <a:pt x="2962" y="368"/>
                  <a:pt x="2965" y="396"/>
                  <a:pt x="2965" y="423"/>
                </a:cubicBezTo>
                <a:cubicBezTo>
                  <a:pt x="2965" y="451"/>
                  <a:pt x="2962" y="479"/>
                  <a:pt x="2957" y="506"/>
                </a:cubicBezTo>
                <a:cubicBezTo>
                  <a:pt x="2951" y="533"/>
                  <a:pt x="2943" y="560"/>
                  <a:pt x="2933" y="586"/>
                </a:cubicBezTo>
                <a:cubicBezTo>
                  <a:pt x="2922" y="612"/>
                  <a:pt x="2909" y="636"/>
                  <a:pt x="2893" y="660"/>
                </a:cubicBezTo>
                <a:cubicBezTo>
                  <a:pt x="2878" y="683"/>
                  <a:pt x="2860" y="704"/>
                  <a:pt x="2841" y="724"/>
                </a:cubicBezTo>
                <a:cubicBezTo>
                  <a:pt x="2821" y="743"/>
                  <a:pt x="2800" y="761"/>
                  <a:pt x="2777" y="776"/>
                </a:cubicBezTo>
                <a:cubicBezTo>
                  <a:pt x="2754" y="792"/>
                  <a:pt x="2729" y="805"/>
                  <a:pt x="2704" y="816"/>
                </a:cubicBezTo>
                <a:cubicBezTo>
                  <a:pt x="2678" y="826"/>
                  <a:pt x="2651" y="834"/>
                  <a:pt x="2624" y="840"/>
                </a:cubicBezTo>
                <a:cubicBezTo>
                  <a:pt x="2597" y="845"/>
                  <a:pt x="2569" y="848"/>
                  <a:pt x="2541" y="848"/>
                </a:cubicBezTo>
                <a:lnTo>
                  <a:pt x="424" y="848"/>
                </a:lnTo>
                <a:cubicBezTo>
                  <a:pt x="396" y="848"/>
                  <a:pt x="369" y="845"/>
                  <a:pt x="341" y="840"/>
                </a:cubicBezTo>
                <a:cubicBezTo>
                  <a:pt x="314" y="834"/>
                  <a:pt x="288" y="826"/>
                  <a:pt x="262" y="816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4"/>
                </a:cubicBezTo>
                <a:cubicBezTo>
                  <a:pt x="105" y="704"/>
                  <a:pt x="87" y="683"/>
                  <a:pt x="72" y="660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60"/>
                  <a:pt x="14" y="533"/>
                  <a:pt x="9" y="506"/>
                </a:cubicBezTo>
                <a:cubicBezTo>
                  <a:pt x="3" y="479"/>
                  <a:pt x="0" y="451"/>
                  <a:pt x="0" y="423"/>
                </a:cubicBezTo>
                <a:close/>
              </a:path>
            </a:pathLst>
          </a:custGeom>
          <a:solidFill>
            <a:srgbClr val="00B42A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4" name="任意多边形 433"/>
          <p:cNvSpPr/>
          <p:nvPr/>
        </p:nvSpPr>
        <p:spPr>
          <a:xfrm>
            <a:off x="4686120" y="1542960"/>
            <a:ext cx="152640" cy="152640"/>
          </a:xfrm>
          <a:custGeom>
            <a:avLst/>
            <a:gdLst/>
            <a:ahLst/>
            <a:cxnLst/>
            <a:rect l="0" t="0" r="r" b="b"/>
            <a:pathLst>
              <a:path w="424" h="424">
                <a:moveTo>
                  <a:pt x="212" y="424"/>
                </a:moveTo>
                <a:cubicBezTo>
                  <a:pt x="226" y="424"/>
                  <a:pt x="239" y="423"/>
                  <a:pt x="253" y="420"/>
                </a:cubicBezTo>
                <a:cubicBezTo>
                  <a:pt x="267" y="417"/>
                  <a:pt x="280" y="413"/>
                  <a:pt x="293" y="408"/>
                </a:cubicBezTo>
                <a:cubicBezTo>
                  <a:pt x="306" y="403"/>
                  <a:pt x="319" y="396"/>
                  <a:pt x="330" y="388"/>
                </a:cubicBezTo>
                <a:cubicBezTo>
                  <a:pt x="342" y="381"/>
                  <a:pt x="353" y="372"/>
                  <a:pt x="362" y="362"/>
                </a:cubicBezTo>
                <a:cubicBezTo>
                  <a:pt x="372" y="352"/>
                  <a:pt x="381" y="342"/>
                  <a:pt x="389" y="330"/>
                </a:cubicBezTo>
                <a:cubicBezTo>
                  <a:pt x="396" y="318"/>
                  <a:pt x="403" y="306"/>
                  <a:pt x="408" y="293"/>
                </a:cubicBezTo>
                <a:cubicBezTo>
                  <a:pt x="414" y="281"/>
                  <a:pt x="418" y="267"/>
                  <a:pt x="420" y="254"/>
                </a:cubicBezTo>
                <a:cubicBezTo>
                  <a:pt x="423" y="240"/>
                  <a:pt x="424" y="226"/>
                  <a:pt x="424" y="212"/>
                </a:cubicBezTo>
                <a:cubicBezTo>
                  <a:pt x="424" y="199"/>
                  <a:pt x="423" y="185"/>
                  <a:pt x="420" y="171"/>
                </a:cubicBezTo>
                <a:cubicBezTo>
                  <a:pt x="418" y="157"/>
                  <a:pt x="414" y="143"/>
                  <a:pt x="408" y="130"/>
                </a:cubicBezTo>
                <a:cubicBezTo>
                  <a:pt x="403" y="118"/>
                  <a:pt x="396" y="105"/>
                  <a:pt x="389" y="94"/>
                </a:cubicBezTo>
                <a:cubicBezTo>
                  <a:pt x="381" y="82"/>
                  <a:pt x="372" y="72"/>
                  <a:pt x="362" y="62"/>
                </a:cubicBezTo>
                <a:cubicBezTo>
                  <a:pt x="353" y="52"/>
                  <a:pt x="342" y="43"/>
                  <a:pt x="330" y="35"/>
                </a:cubicBezTo>
                <a:cubicBezTo>
                  <a:pt x="319" y="28"/>
                  <a:pt x="306" y="21"/>
                  <a:pt x="293" y="16"/>
                </a:cubicBezTo>
                <a:cubicBezTo>
                  <a:pt x="280" y="11"/>
                  <a:pt x="267" y="7"/>
                  <a:pt x="253" y="4"/>
                </a:cubicBezTo>
                <a:cubicBezTo>
                  <a:pt x="239" y="1"/>
                  <a:pt x="226" y="0"/>
                  <a:pt x="212" y="0"/>
                </a:cubicBezTo>
                <a:cubicBezTo>
                  <a:pt x="198" y="0"/>
                  <a:pt x="184" y="1"/>
                  <a:pt x="170" y="4"/>
                </a:cubicBezTo>
                <a:cubicBezTo>
                  <a:pt x="157" y="7"/>
                  <a:pt x="144" y="11"/>
                  <a:pt x="131" y="16"/>
                </a:cubicBezTo>
                <a:cubicBezTo>
                  <a:pt x="118" y="21"/>
                  <a:pt x="106" y="28"/>
                  <a:pt x="94" y="35"/>
                </a:cubicBezTo>
                <a:cubicBezTo>
                  <a:pt x="83" y="43"/>
                  <a:pt x="72" y="52"/>
                  <a:pt x="62" y="62"/>
                </a:cubicBezTo>
                <a:cubicBezTo>
                  <a:pt x="52" y="72"/>
                  <a:pt x="43" y="82"/>
                  <a:pt x="36" y="94"/>
                </a:cubicBezTo>
                <a:cubicBezTo>
                  <a:pt x="28" y="105"/>
                  <a:pt x="21" y="118"/>
                  <a:pt x="16" y="130"/>
                </a:cubicBezTo>
                <a:cubicBezTo>
                  <a:pt x="11" y="143"/>
                  <a:pt x="7" y="157"/>
                  <a:pt x="4" y="171"/>
                </a:cubicBezTo>
                <a:cubicBezTo>
                  <a:pt x="1" y="185"/>
                  <a:pt x="0" y="199"/>
                  <a:pt x="0" y="212"/>
                </a:cubicBezTo>
                <a:cubicBezTo>
                  <a:pt x="0" y="226"/>
                  <a:pt x="1" y="240"/>
                  <a:pt x="4" y="254"/>
                </a:cubicBezTo>
                <a:cubicBezTo>
                  <a:pt x="7" y="267"/>
                  <a:pt x="11" y="281"/>
                  <a:pt x="16" y="293"/>
                </a:cubicBezTo>
                <a:cubicBezTo>
                  <a:pt x="21" y="306"/>
                  <a:pt x="28" y="318"/>
                  <a:pt x="36" y="330"/>
                </a:cubicBezTo>
                <a:cubicBezTo>
                  <a:pt x="43" y="342"/>
                  <a:pt x="52" y="352"/>
                  <a:pt x="62" y="362"/>
                </a:cubicBezTo>
                <a:cubicBezTo>
                  <a:pt x="72" y="372"/>
                  <a:pt x="83" y="381"/>
                  <a:pt x="94" y="388"/>
                </a:cubicBezTo>
                <a:cubicBezTo>
                  <a:pt x="106" y="396"/>
                  <a:pt x="118" y="403"/>
                  <a:pt x="131" y="408"/>
                </a:cubicBezTo>
                <a:cubicBezTo>
                  <a:pt x="144" y="413"/>
                  <a:pt x="157" y="417"/>
                  <a:pt x="170" y="420"/>
                </a:cubicBezTo>
                <a:cubicBezTo>
                  <a:pt x="184" y="423"/>
                  <a:pt x="198" y="424"/>
                  <a:pt x="212" y="424"/>
                </a:cubicBezTo>
                <a:moveTo>
                  <a:pt x="305" y="174"/>
                </a:moveTo>
                <a:lnTo>
                  <a:pt x="199" y="279"/>
                </a:lnTo>
                <a:cubicBezTo>
                  <a:pt x="191" y="287"/>
                  <a:pt x="179" y="287"/>
                  <a:pt x="171" y="279"/>
                </a:cubicBezTo>
                <a:lnTo>
                  <a:pt x="118" y="226"/>
                </a:lnTo>
                <a:cubicBezTo>
                  <a:pt x="111" y="219"/>
                  <a:pt x="111" y="206"/>
                  <a:pt x="118" y="198"/>
                </a:cubicBezTo>
                <a:cubicBezTo>
                  <a:pt x="126" y="191"/>
                  <a:pt x="139" y="191"/>
                  <a:pt x="146" y="198"/>
                </a:cubicBezTo>
                <a:lnTo>
                  <a:pt x="185" y="237"/>
                </a:lnTo>
                <a:lnTo>
                  <a:pt x="277" y="144"/>
                </a:lnTo>
                <a:cubicBezTo>
                  <a:pt x="285" y="137"/>
                  <a:pt x="297" y="137"/>
                  <a:pt x="305" y="144"/>
                </a:cubicBezTo>
                <a:cubicBezTo>
                  <a:pt x="314" y="152"/>
                  <a:pt x="314" y="166"/>
                  <a:pt x="305" y="173"/>
                </a:cubicBezTo>
                <a:lnTo>
                  <a:pt x="305" y="174"/>
                </a:ln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5" name="文本框 434"/>
          <p:cNvSpPr txBox="1"/>
          <p:nvPr/>
        </p:nvSpPr>
        <p:spPr>
          <a:xfrm>
            <a:off x="762120" y="1473840"/>
            <a:ext cx="2420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评审项目</a:t>
            </a:r>
            <a:r>
              <a:rPr lang="en-US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11</a:t>
            </a:r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：总体设计文件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6" name="任意多边形 435"/>
          <p:cNvSpPr/>
          <p:nvPr/>
        </p:nvSpPr>
        <p:spPr>
          <a:xfrm>
            <a:off x="776880" y="2046960"/>
            <a:ext cx="160920" cy="125640"/>
          </a:xfrm>
          <a:custGeom>
            <a:avLst/>
            <a:gdLst/>
            <a:ahLst/>
            <a:cxnLst/>
            <a:rect l="0" t="0" r="r" b="b"/>
            <a:pathLst>
              <a:path w="447" h="349">
                <a:moveTo>
                  <a:pt x="161" y="38"/>
                </a:moveTo>
                <a:cubicBezTo>
                  <a:pt x="161" y="17"/>
                  <a:pt x="177" y="0"/>
                  <a:pt x="198" y="0"/>
                </a:cubicBezTo>
                <a:lnTo>
                  <a:pt x="248" y="0"/>
                </a:lnTo>
                <a:cubicBezTo>
                  <a:pt x="268" y="0"/>
                  <a:pt x="285" y="17"/>
                  <a:pt x="285" y="38"/>
                </a:cubicBezTo>
                <a:lnTo>
                  <a:pt x="285" y="88"/>
                </a:lnTo>
                <a:cubicBezTo>
                  <a:pt x="285" y="109"/>
                  <a:pt x="268" y="125"/>
                  <a:pt x="248" y="125"/>
                </a:cubicBezTo>
                <a:lnTo>
                  <a:pt x="241" y="125"/>
                </a:lnTo>
                <a:lnTo>
                  <a:pt x="241" y="156"/>
                </a:lnTo>
                <a:lnTo>
                  <a:pt x="360" y="156"/>
                </a:lnTo>
                <a:cubicBezTo>
                  <a:pt x="384" y="156"/>
                  <a:pt x="404" y="176"/>
                  <a:pt x="404" y="200"/>
                </a:cubicBezTo>
                <a:lnTo>
                  <a:pt x="404" y="225"/>
                </a:lnTo>
                <a:lnTo>
                  <a:pt x="410" y="225"/>
                </a:lnTo>
                <a:cubicBezTo>
                  <a:pt x="430" y="225"/>
                  <a:pt x="447" y="241"/>
                  <a:pt x="447" y="262"/>
                </a:cubicBezTo>
                <a:lnTo>
                  <a:pt x="447" y="311"/>
                </a:lnTo>
                <a:cubicBezTo>
                  <a:pt x="447" y="332"/>
                  <a:pt x="430" y="349"/>
                  <a:pt x="410" y="349"/>
                </a:cubicBezTo>
                <a:lnTo>
                  <a:pt x="360" y="349"/>
                </a:lnTo>
                <a:cubicBezTo>
                  <a:pt x="340" y="349"/>
                  <a:pt x="323" y="332"/>
                  <a:pt x="323" y="311"/>
                </a:cubicBezTo>
                <a:lnTo>
                  <a:pt x="323" y="262"/>
                </a:lnTo>
                <a:cubicBezTo>
                  <a:pt x="323" y="241"/>
                  <a:pt x="340" y="225"/>
                  <a:pt x="360" y="225"/>
                </a:cubicBezTo>
                <a:lnTo>
                  <a:pt x="366" y="225"/>
                </a:lnTo>
                <a:lnTo>
                  <a:pt x="366" y="200"/>
                </a:lnTo>
                <a:cubicBezTo>
                  <a:pt x="366" y="196"/>
                  <a:pt x="364" y="194"/>
                  <a:pt x="360" y="194"/>
                </a:cubicBezTo>
                <a:lnTo>
                  <a:pt x="241" y="194"/>
                </a:lnTo>
                <a:lnTo>
                  <a:pt x="241" y="225"/>
                </a:lnTo>
                <a:lnTo>
                  <a:pt x="248" y="225"/>
                </a:lnTo>
                <a:cubicBezTo>
                  <a:pt x="268" y="225"/>
                  <a:pt x="285" y="241"/>
                  <a:pt x="285" y="262"/>
                </a:cubicBezTo>
                <a:lnTo>
                  <a:pt x="285" y="311"/>
                </a:lnTo>
                <a:cubicBezTo>
                  <a:pt x="285" y="332"/>
                  <a:pt x="268" y="349"/>
                  <a:pt x="248" y="349"/>
                </a:cubicBezTo>
                <a:lnTo>
                  <a:pt x="198" y="349"/>
                </a:lnTo>
                <a:cubicBezTo>
                  <a:pt x="177" y="349"/>
                  <a:pt x="161" y="332"/>
                  <a:pt x="161" y="311"/>
                </a:cubicBezTo>
                <a:lnTo>
                  <a:pt x="161" y="262"/>
                </a:lnTo>
                <a:cubicBezTo>
                  <a:pt x="161" y="241"/>
                  <a:pt x="177" y="225"/>
                  <a:pt x="198" y="225"/>
                </a:cubicBezTo>
                <a:lnTo>
                  <a:pt x="204" y="225"/>
                </a:lnTo>
                <a:lnTo>
                  <a:pt x="204" y="194"/>
                </a:lnTo>
                <a:lnTo>
                  <a:pt x="86" y="194"/>
                </a:lnTo>
                <a:cubicBezTo>
                  <a:pt x="83" y="194"/>
                  <a:pt x="80" y="196"/>
                  <a:pt x="80" y="200"/>
                </a:cubicBezTo>
                <a:lnTo>
                  <a:pt x="80" y="225"/>
                </a:lnTo>
                <a:lnTo>
                  <a:pt x="86" y="225"/>
                </a:lnTo>
                <a:cubicBezTo>
                  <a:pt x="107" y="225"/>
                  <a:pt x="124" y="241"/>
                  <a:pt x="124" y="262"/>
                </a:cubicBezTo>
                <a:lnTo>
                  <a:pt x="124" y="311"/>
                </a:lnTo>
                <a:cubicBezTo>
                  <a:pt x="124" y="332"/>
                  <a:pt x="107" y="349"/>
                  <a:pt x="86" y="349"/>
                </a:cubicBezTo>
                <a:lnTo>
                  <a:pt x="37" y="349"/>
                </a:lnTo>
                <a:cubicBezTo>
                  <a:pt x="16" y="349"/>
                  <a:pt x="0" y="332"/>
                  <a:pt x="0" y="311"/>
                </a:cubicBezTo>
                <a:lnTo>
                  <a:pt x="0" y="262"/>
                </a:lnTo>
                <a:cubicBezTo>
                  <a:pt x="0" y="241"/>
                  <a:pt x="16" y="225"/>
                  <a:pt x="37" y="225"/>
                </a:cubicBezTo>
                <a:lnTo>
                  <a:pt x="43" y="225"/>
                </a:lnTo>
                <a:lnTo>
                  <a:pt x="43" y="200"/>
                </a:lnTo>
                <a:cubicBezTo>
                  <a:pt x="43" y="176"/>
                  <a:pt x="62" y="156"/>
                  <a:pt x="86" y="156"/>
                </a:cubicBezTo>
                <a:lnTo>
                  <a:pt x="204" y="156"/>
                </a:lnTo>
                <a:lnTo>
                  <a:pt x="204" y="125"/>
                </a:lnTo>
                <a:lnTo>
                  <a:pt x="198" y="125"/>
                </a:lnTo>
                <a:cubicBezTo>
                  <a:pt x="177" y="125"/>
                  <a:pt x="161" y="109"/>
                  <a:pt x="161" y="88"/>
                </a:cubicBezTo>
                <a:lnTo>
                  <a:pt x="161" y="38"/>
                </a:ln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7" name="文本框 436"/>
          <p:cNvSpPr txBox="1"/>
          <p:nvPr/>
        </p:nvSpPr>
        <p:spPr>
          <a:xfrm>
            <a:off x="4914720" y="1520280"/>
            <a:ext cx="61020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符合要求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8" name="文本框 437"/>
          <p:cNvSpPr txBox="1"/>
          <p:nvPr/>
        </p:nvSpPr>
        <p:spPr>
          <a:xfrm>
            <a:off x="1028520" y="2014920"/>
            <a:ext cx="8604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系统架构设计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9" name="文本框 438"/>
          <p:cNvSpPr txBox="1"/>
          <p:nvPr/>
        </p:nvSpPr>
        <p:spPr>
          <a:xfrm>
            <a:off x="1028520" y="2310480"/>
            <a:ext cx="45849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采用前后端分离与微服务化设计，包含用户、商品、订单、支付等核心服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0" name="任意多边形 439"/>
          <p:cNvSpPr/>
          <p:nvPr/>
        </p:nvSpPr>
        <p:spPr>
          <a:xfrm>
            <a:off x="776880" y="2952000"/>
            <a:ext cx="160920" cy="125280"/>
          </a:xfrm>
          <a:custGeom>
            <a:avLst/>
            <a:gdLst/>
            <a:ahLst/>
            <a:cxnLst/>
            <a:rect l="0" t="0" r="r" b="b"/>
            <a:pathLst>
              <a:path w="447" h="348">
                <a:moveTo>
                  <a:pt x="161" y="37"/>
                </a:moveTo>
                <a:cubicBezTo>
                  <a:pt x="161" y="17"/>
                  <a:pt x="177" y="0"/>
                  <a:pt x="198" y="0"/>
                </a:cubicBezTo>
                <a:lnTo>
                  <a:pt x="248" y="0"/>
                </a:lnTo>
                <a:cubicBezTo>
                  <a:pt x="268" y="0"/>
                  <a:pt x="285" y="17"/>
                  <a:pt x="285" y="37"/>
                </a:cubicBezTo>
                <a:lnTo>
                  <a:pt x="285" y="87"/>
                </a:lnTo>
                <a:cubicBezTo>
                  <a:pt x="285" y="107"/>
                  <a:pt x="268" y="124"/>
                  <a:pt x="248" y="124"/>
                </a:cubicBezTo>
                <a:lnTo>
                  <a:pt x="241" y="124"/>
                </a:lnTo>
                <a:lnTo>
                  <a:pt x="241" y="155"/>
                </a:lnTo>
                <a:lnTo>
                  <a:pt x="360" y="155"/>
                </a:lnTo>
                <a:cubicBezTo>
                  <a:pt x="384" y="155"/>
                  <a:pt x="404" y="174"/>
                  <a:pt x="404" y="198"/>
                </a:cubicBezTo>
                <a:lnTo>
                  <a:pt x="404" y="223"/>
                </a:lnTo>
                <a:lnTo>
                  <a:pt x="410" y="223"/>
                </a:lnTo>
                <a:cubicBezTo>
                  <a:pt x="430" y="223"/>
                  <a:pt x="447" y="240"/>
                  <a:pt x="447" y="260"/>
                </a:cubicBezTo>
                <a:lnTo>
                  <a:pt x="447" y="311"/>
                </a:lnTo>
                <a:cubicBezTo>
                  <a:pt x="447" y="332"/>
                  <a:pt x="430" y="348"/>
                  <a:pt x="410" y="348"/>
                </a:cubicBezTo>
                <a:lnTo>
                  <a:pt x="360" y="348"/>
                </a:lnTo>
                <a:cubicBezTo>
                  <a:pt x="340" y="348"/>
                  <a:pt x="323" y="332"/>
                  <a:pt x="323" y="311"/>
                </a:cubicBezTo>
                <a:lnTo>
                  <a:pt x="323" y="260"/>
                </a:lnTo>
                <a:cubicBezTo>
                  <a:pt x="323" y="240"/>
                  <a:pt x="340" y="223"/>
                  <a:pt x="360" y="223"/>
                </a:cubicBezTo>
                <a:lnTo>
                  <a:pt x="366" y="223"/>
                </a:lnTo>
                <a:lnTo>
                  <a:pt x="366" y="198"/>
                </a:lnTo>
                <a:cubicBezTo>
                  <a:pt x="366" y="195"/>
                  <a:pt x="364" y="192"/>
                  <a:pt x="360" y="192"/>
                </a:cubicBezTo>
                <a:lnTo>
                  <a:pt x="241" y="192"/>
                </a:lnTo>
                <a:lnTo>
                  <a:pt x="241" y="223"/>
                </a:lnTo>
                <a:lnTo>
                  <a:pt x="248" y="223"/>
                </a:lnTo>
                <a:cubicBezTo>
                  <a:pt x="268" y="223"/>
                  <a:pt x="285" y="240"/>
                  <a:pt x="285" y="260"/>
                </a:cubicBezTo>
                <a:lnTo>
                  <a:pt x="285" y="311"/>
                </a:lnTo>
                <a:cubicBezTo>
                  <a:pt x="285" y="332"/>
                  <a:pt x="268" y="348"/>
                  <a:pt x="248" y="348"/>
                </a:cubicBezTo>
                <a:lnTo>
                  <a:pt x="198" y="348"/>
                </a:lnTo>
                <a:cubicBezTo>
                  <a:pt x="177" y="348"/>
                  <a:pt x="161" y="332"/>
                  <a:pt x="161" y="311"/>
                </a:cubicBezTo>
                <a:lnTo>
                  <a:pt x="161" y="260"/>
                </a:lnTo>
                <a:cubicBezTo>
                  <a:pt x="161" y="240"/>
                  <a:pt x="177" y="223"/>
                  <a:pt x="198" y="223"/>
                </a:cubicBezTo>
                <a:lnTo>
                  <a:pt x="204" y="223"/>
                </a:lnTo>
                <a:lnTo>
                  <a:pt x="204" y="192"/>
                </a:lnTo>
                <a:lnTo>
                  <a:pt x="86" y="192"/>
                </a:lnTo>
                <a:cubicBezTo>
                  <a:pt x="83" y="192"/>
                  <a:pt x="80" y="195"/>
                  <a:pt x="80" y="198"/>
                </a:cubicBezTo>
                <a:lnTo>
                  <a:pt x="80" y="223"/>
                </a:lnTo>
                <a:lnTo>
                  <a:pt x="86" y="223"/>
                </a:lnTo>
                <a:cubicBezTo>
                  <a:pt x="107" y="223"/>
                  <a:pt x="124" y="240"/>
                  <a:pt x="124" y="260"/>
                </a:cubicBezTo>
                <a:lnTo>
                  <a:pt x="124" y="311"/>
                </a:lnTo>
                <a:cubicBezTo>
                  <a:pt x="124" y="332"/>
                  <a:pt x="107" y="348"/>
                  <a:pt x="86" y="348"/>
                </a:cubicBezTo>
                <a:lnTo>
                  <a:pt x="37" y="348"/>
                </a:lnTo>
                <a:cubicBezTo>
                  <a:pt x="16" y="348"/>
                  <a:pt x="0" y="332"/>
                  <a:pt x="0" y="311"/>
                </a:cubicBezTo>
                <a:lnTo>
                  <a:pt x="0" y="260"/>
                </a:lnTo>
                <a:cubicBezTo>
                  <a:pt x="0" y="240"/>
                  <a:pt x="16" y="223"/>
                  <a:pt x="37" y="223"/>
                </a:cubicBezTo>
                <a:lnTo>
                  <a:pt x="43" y="223"/>
                </a:lnTo>
                <a:lnTo>
                  <a:pt x="43" y="198"/>
                </a:lnTo>
                <a:cubicBezTo>
                  <a:pt x="43" y="174"/>
                  <a:pt x="62" y="155"/>
                  <a:pt x="86" y="155"/>
                </a:cubicBezTo>
                <a:lnTo>
                  <a:pt x="204" y="155"/>
                </a:lnTo>
                <a:lnTo>
                  <a:pt x="204" y="124"/>
                </a:lnTo>
                <a:lnTo>
                  <a:pt x="198" y="124"/>
                </a:lnTo>
                <a:cubicBezTo>
                  <a:pt x="177" y="124"/>
                  <a:pt x="161" y="107"/>
                  <a:pt x="161" y="87"/>
                </a:cubicBezTo>
                <a:lnTo>
                  <a:pt x="161" y="37"/>
                </a:ln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1" name="文本框 440"/>
          <p:cNvSpPr txBox="1"/>
          <p:nvPr/>
        </p:nvSpPr>
        <p:spPr>
          <a:xfrm>
            <a:off x="1028520" y="2520000"/>
            <a:ext cx="28728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务。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2" name="文本框 441"/>
          <p:cNvSpPr txBox="1"/>
          <p:nvPr/>
        </p:nvSpPr>
        <p:spPr>
          <a:xfrm>
            <a:off x="1028520" y="2929320"/>
            <a:ext cx="12027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13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HIPO</a:t>
            </a:r>
            <a:r>
              <a:rPr lang="zh-CN" sz="113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图与模块结构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3" name="任意多边形 442"/>
          <p:cNvSpPr/>
          <p:nvPr/>
        </p:nvSpPr>
        <p:spPr>
          <a:xfrm>
            <a:off x="785520" y="3647160"/>
            <a:ext cx="143280" cy="125640"/>
          </a:xfrm>
          <a:custGeom>
            <a:avLst/>
            <a:gdLst/>
            <a:ahLst/>
            <a:cxnLst/>
            <a:rect l="0" t="0" r="r" b="b"/>
            <a:pathLst>
              <a:path w="398" h="349">
                <a:moveTo>
                  <a:pt x="313" y="2"/>
                </a:moveTo>
                <a:cubicBezTo>
                  <a:pt x="323" y="-2"/>
                  <a:pt x="333" y="1"/>
                  <a:pt x="340" y="8"/>
                </a:cubicBezTo>
                <a:lnTo>
                  <a:pt x="390" y="57"/>
                </a:lnTo>
                <a:cubicBezTo>
                  <a:pt x="396" y="62"/>
                  <a:pt x="398" y="68"/>
                  <a:pt x="398" y="75"/>
                </a:cubicBezTo>
                <a:cubicBezTo>
                  <a:pt x="398" y="81"/>
                  <a:pt x="396" y="88"/>
                  <a:pt x="390" y="92"/>
                </a:cubicBezTo>
                <a:lnTo>
                  <a:pt x="340" y="143"/>
                </a:lnTo>
                <a:cubicBezTo>
                  <a:pt x="333" y="150"/>
                  <a:pt x="323" y="152"/>
                  <a:pt x="313" y="148"/>
                </a:cubicBezTo>
                <a:cubicBezTo>
                  <a:pt x="304" y="144"/>
                  <a:pt x="298" y="135"/>
                  <a:pt x="298" y="125"/>
                </a:cubicBezTo>
                <a:lnTo>
                  <a:pt x="298" y="99"/>
                </a:lnTo>
                <a:lnTo>
                  <a:pt x="273" y="99"/>
                </a:lnTo>
                <a:cubicBezTo>
                  <a:pt x="265" y="99"/>
                  <a:pt x="258" y="103"/>
                  <a:pt x="253" y="110"/>
                </a:cubicBezTo>
                <a:lnTo>
                  <a:pt x="220" y="154"/>
                </a:lnTo>
                <a:lnTo>
                  <a:pt x="189" y="113"/>
                </a:lnTo>
                <a:lnTo>
                  <a:pt x="214" y="80"/>
                </a:lnTo>
                <a:cubicBezTo>
                  <a:pt x="228" y="61"/>
                  <a:pt x="250" y="50"/>
                  <a:pt x="273" y="50"/>
                </a:cubicBezTo>
                <a:lnTo>
                  <a:pt x="298" y="50"/>
                </a:lnTo>
                <a:lnTo>
                  <a:pt x="298" y="25"/>
                </a:lnTo>
                <a:cubicBezTo>
                  <a:pt x="298" y="15"/>
                  <a:pt x="304" y="6"/>
                  <a:pt x="313" y="2"/>
                </a:cubicBezTo>
                <a:moveTo>
                  <a:pt x="127" y="196"/>
                </a:moveTo>
                <a:lnTo>
                  <a:pt x="158" y="237"/>
                </a:lnTo>
                <a:lnTo>
                  <a:pt x="134" y="269"/>
                </a:lnTo>
                <a:cubicBezTo>
                  <a:pt x="120" y="288"/>
                  <a:pt x="98" y="299"/>
                  <a:pt x="75" y="299"/>
                </a:cubicBezTo>
                <a:lnTo>
                  <a:pt x="25" y="299"/>
                </a:lnTo>
                <a:cubicBezTo>
                  <a:pt x="11" y="299"/>
                  <a:pt x="0" y="288"/>
                  <a:pt x="0" y="274"/>
                </a:cubicBezTo>
                <a:cubicBezTo>
                  <a:pt x="0" y="261"/>
                  <a:pt x="11" y="249"/>
                  <a:pt x="25" y="249"/>
                </a:cubicBezTo>
                <a:lnTo>
                  <a:pt x="75" y="249"/>
                </a:lnTo>
                <a:cubicBezTo>
                  <a:pt x="83" y="249"/>
                  <a:pt x="90" y="246"/>
                  <a:pt x="95" y="240"/>
                </a:cubicBezTo>
                <a:lnTo>
                  <a:pt x="127" y="196"/>
                </a:lnTo>
                <a:moveTo>
                  <a:pt x="340" y="341"/>
                </a:moveTo>
                <a:cubicBezTo>
                  <a:pt x="333" y="349"/>
                  <a:pt x="323" y="351"/>
                  <a:pt x="313" y="347"/>
                </a:cubicBezTo>
                <a:cubicBezTo>
                  <a:pt x="304" y="343"/>
                  <a:pt x="298" y="334"/>
                  <a:pt x="298" y="324"/>
                </a:cubicBezTo>
                <a:lnTo>
                  <a:pt x="298" y="299"/>
                </a:lnTo>
                <a:lnTo>
                  <a:pt x="273" y="299"/>
                </a:lnTo>
                <a:cubicBezTo>
                  <a:pt x="250" y="299"/>
                  <a:pt x="228" y="288"/>
                  <a:pt x="214" y="269"/>
                </a:cubicBezTo>
                <a:lnTo>
                  <a:pt x="95" y="111"/>
                </a:lnTo>
                <a:cubicBezTo>
                  <a:pt x="90" y="103"/>
                  <a:pt x="83" y="100"/>
                  <a:pt x="75" y="100"/>
                </a:cubicBezTo>
                <a:lnTo>
                  <a:pt x="25" y="100"/>
                </a:lnTo>
                <a:cubicBezTo>
                  <a:pt x="11" y="100"/>
                  <a:pt x="0" y="89"/>
                  <a:pt x="0" y="75"/>
                </a:cubicBezTo>
                <a:cubicBezTo>
                  <a:pt x="0" y="61"/>
                  <a:pt x="11" y="50"/>
                  <a:pt x="25" y="50"/>
                </a:cubicBezTo>
                <a:lnTo>
                  <a:pt x="75" y="50"/>
                </a:lnTo>
                <a:cubicBezTo>
                  <a:pt x="98" y="50"/>
                  <a:pt x="120" y="61"/>
                  <a:pt x="134" y="80"/>
                </a:cubicBezTo>
                <a:lnTo>
                  <a:pt x="253" y="240"/>
                </a:lnTo>
                <a:cubicBezTo>
                  <a:pt x="258" y="246"/>
                  <a:pt x="265" y="249"/>
                  <a:pt x="273" y="249"/>
                </a:cubicBezTo>
                <a:lnTo>
                  <a:pt x="298" y="249"/>
                </a:lnTo>
                <a:lnTo>
                  <a:pt x="298" y="225"/>
                </a:lnTo>
                <a:cubicBezTo>
                  <a:pt x="298" y="215"/>
                  <a:pt x="304" y="206"/>
                  <a:pt x="313" y="202"/>
                </a:cubicBezTo>
                <a:cubicBezTo>
                  <a:pt x="323" y="198"/>
                  <a:pt x="333" y="200"/>
                  <a:pt x="340" y="207"/>
                </a:cubicBezTo>
                <a:lnTo>
                  <a:pt x="390" y="257"/>
                </a:lnTo>
                <a:cubicBezTo>
                  <a:pt x="396" y="261"/>
                  <a:pt x="398" y="268"/>
                  <a:pt x="398" y="274"/>
                </a:cubicBezTo>
                <a:cubicBezTo>
                  <a:pt x="398" y="281"/>
                  <a:pt x="396" y="287"/>
                  <a:pt x="390" y="292"/>
                </a:cubicBezTo>
                <a:lnTo>
                  <a:pt x="340" y="341"/>
                </a:ln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4" name="文本框 443"/>
          <p:cNvSpPr txBox="1"/>
          <p:nvPr/>
        </p:nvSpPr>
        <p:spPr>
          <a:xfrm>
            <a:off x="1028520" y="3215160"/>
            <a:ext cx="42984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覆盖系统顶层及用户、商品、订单等子系统的模块结构与功能分解。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5" name="文本框 444"/>
          <p:cNvSpPr txBox="1"/>
          <p:nvPr/>
        </p:nvSpPr>
        <p:spPr>
          <a:xfrm>
            <a:off x="1028520" y="3624840"/>
            <a:ext cx="8604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主要业务流图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6" name="任意多边形 445"/>
          <p:cNvSpPr/>
          <p:nvPr/>
        </p:nvSpPr>
        <p:spPr>
          <a:xfrm>
            <a:off x="6248160" y="1161720"/>
            <a:ext cx="5486760" cy="5239080"/>
          </a:xfrm>
          <a:custGeom>
            <a:avLst/>
            <a:gdLst/>
            <a:ahLst/>
            <a:cxnLst/>
            <a:rect l="0" t="0" r="r" b="b"/>
            <a:pathLst>
              <a:path w="15241" h="14553">
                <a:moveTo>
                  <a:pt x="0" y="14236"/>
                </a:moveTo>
                <a:lnTo>
                  <a:pt x="0" y="318"/>
                </a:lnTo>
                <a:cubicBezTo>
                  <a:pt x="0" y="297"/>
                  <a:pt x="2" y="276"/>
                  <a:pt x="6" y="256"/>
                </a:cubicBezTo>
                <a:cubicBezTo>
                  <a:pt x="10" y="236"/>
                  <a:pt x="16" y="216"/>
                  <a:pt x="24" y="196"/>
                </a:cubicBezTo>
                <a:cubicBezTo>
                  <a:pt x="32" y="177"/>
                  <a:pt x="42" y="159"/>
                  <a:pt x="54" y="142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9"/>
                  <a:pt x="124" y="66"/>
                  <a:pt x="141" y="54"/>
                </a:cubicBezTo>
                <a:cubicBezTo>
                  <a:pt x="159" y="42"/>
                  <a:pt x="177" y="33"/>
                  <a:pt x="196" y="25"/>
                </a:cubicBezTo>
                <a:cubicBezTo>
                  <a:pt x="215" y="17"/>
                  <a:pt x="235" y="11"/>
                  <a:pt x="256" y="7"/>
                </a:cubicBezTo>
                <a:cubicBezTo>
                  <a:pt x="276" y="2"/>
                  <a:pt x="297" y="0"/>
                  <a:pt x="318" y="0"/>
                </a:cubicBezTo>
                <a:lnTo>
                  <a:pt x="14924" y="0"/>
                </a:lnTo>
                <a:cubicBezTo>
                  <a:pt x="14945" y="0"/>
                  <a:pt x="14965" y="2"/>
                  <a:pt x="14986" y="7"/>
                </a:cubicBezTo>
                <a:cubicBezTo>
                  <a:pt x="15006" y="11"/>
                  <a:pt x="15026" y="17"/>
                  <a:pt x="15045" y="25"/>
                </a:cubicBezTo>
                <a:cubicBezTo>
                  <a:pt x="15064" y="33"/>
                  <a:pt x="15083" y="42"/>
                  <a:pt x="15100" y="54"/>
                </a:cubicBezTo>
                <a:cubicBezTo>
                  <a:pt x="15117" y="66"/>
                  <a:pt x="15133" y="79"/>
                  <a:pt x="15148" y="93"/>
                </a:cubicBezTo>
                <a:cubicBezTo>
                  <a:pt x="15163" y="108"/>
                  <a:pt x="15176" y="124"/>
                  <a:pt x="15188" y="142"/>
                </a:cubicBezTo>
                <a:cubicBezTo>
                  <a:pt x="15199" y="159"/>
                  <a:pt x="15209" y="177"/>
                  <a:pt x="15217" y="196"/>
                </a:cubicBezTo>
                <a:cubicBezTo>
                  <a:pt x="15225" y="216"/>
                  <a:pt x="15231" y="236"/>
                  <a:pt x="15235" y="256"/>
                </a:cubicBezTo>
                <a:cubicBezTo>
                  <a:pt x="15239" y="276"/>
                  <a:pt x="15241" y="297"/>
                  <a:pt x="15241" y="318"/>
                </a:cubicBezTo>
                <a:lnTo>
                  <a:pt x="15241" y="14236"/>
                </a:lnTo>
                <a:cubicBezTo>
                  <a:pt x="15241" y="14257"/>
                  <a:pt x="15239" y="14277"/>
                  <a:pt x="15235" y="14298"/>
                </a:cubicBezTo>
                <a:cubicBezTo>
                  <a:pt x="15231" y="14318"/>
                  <a:pt x="15225" y="14338"/>
                  <a:pt x="15217" y="14357"/>
                </a:cubicBezTo>
                <a:cubicBezTo>
                  <a:pt x="15209" y="14377"/>
                  <a:pt x="15199" y="14395"/>
                  <a:pt x="15188" y="14412"/>
                </a:cubicBezTo>
                <a:cubicBezTo>
                  <a:pt x="15176" y="14430"/>
                  <a:pt x="15163" y="14446"/>
                  <a:pt x="15148" y="14461"/>
                </a:cubicBezTo>
                <a:cubicBezTo>
                  <a:pt x="15133" y="14475"/>
                  <a:pt x="15117" y="14488"/>
                  <a:pt x="15100" y="14500"/>
                </a:cubicBezTo>
                <a:cubicBezTo>
                  <a:pt x="15083" y="14512"/>
                  <a:pt x="15064" y="14521"/>
                  <a:pt x="15045" y="14529"/>
                </a:cubicBezTo>
                <a:cubicBezTo>
                  <a:pt x="15026" y="14537"/>
                  <a:pt x="15006" y="14543"/>
                  <a:pt x="14986" y="14547"/>
                </a:cubicBezTo>
                <a:cubicBezTo>
                  <a:pt x="14965" y="14551"/>
                  <a:pt x="14945" y="14553"/>
                  <a:pt x="14924" y="14553"/>
                </a:cubicBezTo>
                <a:lnTo>
                  <a:pt x="318" y="14553"/>
                </a:lnTo>
                <a:cubicBezTo>
                  <a:pt x="297" y="14553"/>
                  <a:pt x="276" y="14551"/>
                  <a:pt x="256" y="14547"/>
                </a:cubicBezTo>
                <a:cubicBezTo>
                  <a:pt x="235" y="14543"/>
                  <a:pt x="215" y="14537"/>
                  <a:pt x="196" y="14529"/>
                </a:cubicBezTo>
                <a:cubicBezTo>
                  <a:pt x="177" y="14521"/>
                  <a:pt x="159" y="14512"/>
                  <a:pt x="141" y="14500"/>
                </a:cubicBezTo>
                <a:cubicBezTo>
                  <a:pt x="124" y="14488"/>
                  <a:pt x="108" y="14475"/>
                  <a:pt x="93" y="14461"/>
                </a:cubicBezTo>
                <a:cubicBezTo>
                  <a:pt x="78" y="14446"/>
                  <a:pt x="65" y="14430"/>
                  <a:pt x="54" y="14412"/>
                </a:cubicBezTo>
                <a:cubicBezTo>
                  <a:pt x="42" y="14395"/>
                  <a:pt x="32" y="14377"/>
                  <a:pt x="24" y="14357"/>
                </a:cubicBezTo>
                <a:cubicBezTo>
                  <a:pt x="16" y="14338"/>
                  <a:pt x="10" y="14318"/>
                  <a:pt x="6" y="14298"/>
                </a:cubicBezTo>
                <a:cubicBezTo>
                  <a:pt x="2" y="14277"/>
                  <a:pt x="0" y="14257"/>
                  <a:pt x="0" y="142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7" name="文本框 446"/>
          <p:cNvSpPr txBox="1"/>
          <p:nvPr/>
        </p:nvSpPr>
        <p:spPr>
          <a:xfrm>
            <a:off x="1028520" y="3910680"/>
            <a:ext cx="42984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详细设计了用户认证、商品购买、订单配送及支付等核心业务流程。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8" name="任意多边形 447"/>
          <p:cNvSpPr/>
          <p:nvPr/>
        </p:nvSpPr>
        <p:spPr>
          <a:xfrm>
            <a:off x="10362960" y="1466640"/>
            <a:ext cx="1067040" cy="305280"/>
          </a:xfrm>
          <a:custGeom>
            <a:avLst/>
            <a:gdLst/>
            <a:ahLst/>
            <a:cxnLst/>
            <a:rect l="0" t="0" r="r" b="b"/>
            <a:pathLst>
              <a:path w="2964" h="848">
                <a:moveTo>
                  <a:pt x="0" y="423"/>
                </a:moveTo>
                <a:cubicBezTo>
                  <a:pt x="0" y="396"/>
                  <a:pt x="3" y="368"/>
                  <a:pt x="8" y="341"/>
                </a:cubicBezTo>
                <a:cubicBezTo>
                  <a:pt x="14" y="314"/>
                  <a:pt x="22" y="287"/>
                  <a:pt x="32" y="261"/>
                </a:cubicBezTo>
                <a:cubicBezTo>
                  <a:pt x="43" y="236"/>
                  <a:pt x="56" y="211"/>
                  <a:pt x="72" y="188"/>
                </a:cubicBezTo>
                <a:cubicBezTo>
                  <a:pt x="87" y="165"/>
                  <a:pt x="104" y="144"/>
                  <a:pt x="124" y="124"/>
                </a:cubicBezTo>
                <a:cubicBezTo>
                  <a:pt x="144" y="104"/>
                  <a:pt x="165" y="87"/>
                  <a:pt x="188" y="71"/>
                </a:cubicBezTo>
                <a:cubicBezTo>
                  <a:pt x="211" y="56"/>
                  <a:pt x="236" y="43"/>
                  <a:pt x="261" y="32"/>
                </a:cubicBezTo>
                <a:cubicBezTo>
                  <a:pt x="287" y="22"/>
                  <a:pt x="314" y="14"/>
                  <a:pt x="341" y="8"/>
                </a:cubicBezTo>
                <a:cubicBezTo>
                  <a:pt x="368" y="3"/>
                  <a:pt x="396" y="0"/>
                  <a:pt x="423" y="0"/>
                </a:cubicBezTo>
                <a:lnTo>
                  <a:pt x="2541" y="0"/>
                </a:lnTo>
                <a:cubicBezTo>
                  <a:pt x="2569" y="0"/>
                  <a:pt x="2596" y="3"/>
                  <a:pt x="2624" y="8"/>
                </a:cubicBezTo>
                <a:cubicBezTo>
                  <a:pt x="2651" y="14"/>
                  <a:pt x="2677" y="22"/>
                  <a:pt x="2703" y="32"/>
                </a:cubicBezTo>
                <a:cubicBezTo>
                  <a:pt x="2729" y="43"/>
                  <a:pt x="2753" y="56"/>
                  <a:pt x="2776" y="71"/>
                </a:cubicBezTo>
                <a:cubicBezTo>
                  <a:pt x="2799" y="87"/>
                  <a:pt x="2821" y="104"/>
                  <a:pt x="2841" y="124"/>
                </a:cubicBezTo>
                <a:cubicBezTo>
                  <a:pt x="2860" y="144"/>
                  <a:pt x="2878" y="165"/>
                  <a:pt x="2893" y="188"/>
                </a:cubicBezTo>
                <a:cubicBezTo>
                  <a:pt x="2909" y="211"/>
                  <a:pt x="2922" y="236"/>
                  <a:pt x="2932" y="261"/>
                </a:cubicBezTo>
                <a:cubicBezTo>
                  <a:pt x="2943" y="287"/>
                  <a:pt x="2951" y="314"/>
                  <a:pt x="2956" y="341"/>
                </a:cubicBezTo>
                <a:cubicBezTo>
                  <a:pt x="2962" y="368"/>
                  <a:pt x="2964" y="396"/>
                  <a:pt x="2964" y="423"/>
                </a:cubicBezTo>
                <a:cubicBezTo>
                  <a:pt x="2964" y="451"/>
                  <a:pt x="2962" y="479"/>
                  <a:pt x="2956" y="506"/>
                </a:cubicBezTo>
                <a:cubicBezTo>
                  <a:pt x="2951" y="533"/>
                  <a:pt x="2943" y="560"/>
                  <a:pt x="2932" y="586"/>
                </a:cubicBezTo>
                <a:cubicBezTo>
                  <a:pt x="2922" y="612"/>
                  <a:pt x="2909" y="636"/>
                  <a:pt x="2893" y="660"/>
                </a:cubicBezTo>
                <a:cubicBezTo>
                  <a:pt x="2878" y="683"/>
                  <a:pt x="2860" y="704"/>
                  <a:pt x="2841" y="724"/>
                </a:cubicBezTo>
                <a:cubicBezTo>
                  <a:pt x="2821" y="743"/>
                  <a:pt x="2799" y="761"/>
                  <a:pt x="2776" y="776"/>
                </a:cubicBezTo>
                <a:cubicBezTo>
                  <a:pt x="2753" y="792"/>
                  <a:pt x="2729" y="805"/>
                  <a:pt x="2703" y="816"/>
                </a:cubicBezTo>
                <a:cubicBezTo>
                  <a:pt x="2677" y="826"/>
                  <a:pt x="2651" y="834"/>
                  <a:pt x="2624" y="840"/>
                </a:cubicBezTo>
                <a:cubicBezTo>
                  <a:pt x="2596" y="845"/>
                  <a:pt x="2569" y="848"/>
                  <a:pt x="2541" y="848"/>
                </a:cubicBezTo>
                <a:lnTo>
                  <a:pt x="423" y="848"/>
                </a:lnTo>
                <a:cubicBezTo>
                  <a:pt x="396" y="848"/>
                  <a:pt x="368" y="845"/>
                  <a:pt x="341" y="840"/>
                </a:cubicBezTo>
                <a:cubicBezTo>
                  <a:pt x="314" y="834"/>
                  <a:pt x="287" y="826"/>
                  <a:pt x="261" y="816"/>
                </a:cubicBezTo>
                <a:cubicBezTo>
                  <a:pt x="236" y="805"/>
                  <a:pt x="211" y="792"/>
                  <a:pt x="188" y="776"/>
                </a:cubicBezTo>
                <a:cubicBezTo>
                  <a:pt x="165" y="761"/>
                  <a:pt x="144" y="743"/>
                  <a:pt x="124" y="724"/>
                </a:cubicBezTo>
                <a:cubicBezTo>
                  <a:pt x="104" y="704"/>
                  <a:pt x="87" y="683"/>
                  <a:pt x="72" y="660"/>
                </a:cubicBezTo>
                <a:cubicBezTo>
                  <a:pt x="56" y="636"/>
                  <a:pt x="43" y="612"/>
                  <a:pt x="32" y="586"/>
                </a:cubicBezTo>
                <a:cubicBezTo>
                  <a:pt x="22" y="560"/>
                  <a:pt x="14" y="533"/>
                  <a:pt x="8" y="506"/>
                </a:cubicBezTo>
                <a:cubicBezTo>
                  <a:pt x="3" y="479"/>
                  <a:pt x="0" y="451"/>
                  <a:pt x="0" y="423"/>
                </a:cubicBezTo>
                <a:close/>
              </a:path>
            </a:pathLst>
          </a:custGeom>
          <a:solidFill>
            <a:srgbClr val="00B42A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9" name="任意多边形 448"/>
          <p:cNvSpPr/>
          <p:nvPr/>
        </p:nvSpPr>
        <p:spPr>
          <a:xfrm>
            <a:off x="10477440" y="1542960"/>
            <a:ext cx="152640" cy="152640"/>
          </a:xfrm>
          <a:custGeom>
            <a:avLst/>
            <a:gdLst/>
            <a:ahLst/>
            <a:cxnLst/>
            <a:rect l="0" t="0" r="r" b="b"/>
            <a:pathLst>
              <a:path w="424" h="424">
                <a:moveTo>
                  <a:pt x="211" y="424"/>
                </a:moveTo>
                <a:cubicBezTo>
                  <a:pt x="225" y="424"/>
                  <a:pt x="239" y="423"/>
                  <a:pt x="253" y="420"/>
                </a:cubicBezTo>
                <a:cubicBezTo>
                  <a:pt x="266" y="417"/>
                  <a:pt x="279" y="413"/>
                  <a:pt x="292" y="408"/>
                </a:cubicBezTo>
                <a:cubicBezTo>
                  <a:pt x="306" y="403"/>
                  <a:pt x="318" y="396"/>
                  <a:pt x="330" y="388"/>
                </a:cubicBezTo>
                <a:cubicBezTo>
                  <a:pt x="341" y="381"/>
                  <a:pt x="352" y="372"/>
                  <a:pt x="362" y="362"/>
                </a:cubicBezTo>
                <a:cubicBezTo>
                  <a:pt x="372" y="352"/>
                  <a:pt x="381" y="342"/>
                  <a:pt x="388" y="330"/>
                </a:cubicBezTo>
                <a:cubicBezTo>
                  <a:pt x="396" y="318"/>
                  <a:pt x="403" y="306"/>
                  <a:pt x="408" y="293"/>
                </a:cubicBezTo>
                <a:cubicBezTo>
                  <a:pt x="413" y="281"/>
                  <a:pt x="417" y="267"/>
                  <a:pt x="420" y="254"/>
                </a:cubicBezTo>
                <a:cubicBezTo>
                  <a:pt x="423" y="240"/>
                  <a:pt x="424" y="226"/>
                  <a:pt x="424" y="212"/>
                </a:cubicBezTo>
                <a:cubicBezTo>
                  <a:pt x="424" y="199"/>
                  <a:pt x="423" y="185"/>
                  <a:pt x="420" y="171"/>
                </a:cubicBezTo>
                <a:cubicBezTo>
                  <a:pt x="417" y="157"/>
                  <a:pt x="413" y="143"/>
                  <a:pt x="408" y="130"/>
                </a:cubicBezTo>
                <a:cubicBezTo>
                  <a:pt x="403" y="118"/>
                  <a:pt x="396" y="105"/>
                  <a:pt x="388" y="94"/>
                </a:cubicBezTo>
                <a:cubicBezTo>
                  <a:pt x="381" y="82"/>
                  <a:pt x="372" y="72"/>
                  <a:pt x="362" y="62"/>
                </a:cubicBezTo>
                <a:cubicBezTo>
                  <a:pt x="352" y="52"/>
                  <a:pt x="341" y="43"/>
                  <a:pt x="330" y="35"/>
                </a:cubicBezTo>
                <a:cubicBezTo>
                  <a:pt x="318" y="28"/>
                  <a:pt x="306" y="21"/>
                  <a:pt x="292" y="16"/>
                </a:cubicBezTo>
                <a:cubicBezTo>
                  <a:pt x="279" y="11"/>
                  <a:pt x="266" y="7"/>
                  <a:pt x="253" y="4"/>
                </a:cubicBezTo>
                <a:cubicBezTo>
                  <a:pt x="239" y="1"/>
                  <a:pt x="225" y="0"/>
                  <a:pt x="211" y="0"/>
                </a:cubicBezTo>
                <a:cubicBezTo>
                  <a:pt x="197" y="0"/>
                  <a:pt x="184" y="1"/>
                  <a:pt x="170" y="4"/>
                </a:cubicBezTo>
                <a:cubicBezTo>
                  <a:pt x="156" y="7"/>
                  <a:pt x="143" y="11"/>
                  <a:pt x="130" y="16"/>
                </a:cubicBezTo>
                <a:cubicBezTo>
                  <a:pt x="117" y="21"/>
                  <a:pt x="105" y="28"/>
                  <a:pt x="94" y="35"/>
                </a:cubicBezTo>
                <a:cubicBezTo>
                  <a:pt x="82" y="43"/>
                  <a:pt x="71" y="52"/>
                  <a:pt x="62" y="62"/>
                </a:cubicBezTo>
                <a:cubicBezTo>
                  <a:pt x="52" y="72"/>
                  <a:pt x="43" y="82"/>
                  <a:pt x="35" y="94"/>
                </a:cubicBezTo>
                <a:cubicBezTo>
                  <a:pt x="28" y="105"/>
                  <a:pt x="21" y="118"/>
                  <a:pt x="16" y="130"/>
                </a:cubicBezTo>
                <a:cubicBezTo>
                  <a:pt x="10" y="143"/>
                  <a:pt x="6" y="157"/>
                  <a:pt x="4" y="171"/>
                </a:cubicBezTo>
                <a:cubicBezTo>
                  <a:pt x="1" y="185"/>
                  <a:pt x="0" y="199"/>
                  <a:pt x="0" y="212"/>
                </a:cubicBezTo>
                <a:cubicBezTo>
                  <a:pt x="0" y="226"/>
                  <a:pt x="1" y="240"/>
                  <a:pt x="4" y="254"/>
                </a:cubicBezTo>
                <a:cubicBezTo>
                  <a:pt x="6" y="267"/>
                  <a:pt x="10" y="281"/>
                  <a:pt x="16" y="293"/>
                </a:cubicBezTo>
                <a:cubicBezTo>
                  <a:pt x="21" y="306"/>
                  <a:pt x="28" y="318"/>
                  <a:pt x="35" y="330"/>
                </a:cubicBezTo>
                <a:cubicBezTo>
                  <a:pt x="43" y="342"/>
                  <a:pt x="52" y="352"/>
                  <a:pt x="62" y="362"/>
                </a:cubicBezTo>
                <a:cubicBezTo>
                  <a:pt x="71" y="372"/>
                  <a:pt x="82" y="381"/>
                  <a:pt x="94" y="388"/>
                </a:cubicBezTo>
                <a:cubicBezTo>
                  <a:pt x="105" y="396"/>
                  <a:pt x="117" y="403"/>
                  <a:pt x="130" y="408"/>
                </a:cubicBezTo>
                <a:cubicBezTo>
                  <a:pt x="143" y="413"/>
                  <a:pt x="156" y="417"/>
                  <a:pt x="170" y="420"/>
                </a:cubicBezTo>
                <a:cubicBezTo>
                  <a:pt x="184" y="423"/>
                  <a:pt x="197" y="424"/>
                  <a:pt x="211" y="424"/>
                </a:cubicBezTo>
                <a:moveTo>
                  <a:pt x="306" y="174"/>
                </a:moveTo>
                <a:lnTo>
                  <a:pt x="199" y="279"/>
                </a:lnTo>
                <a:cubicBezTo>
                  <a:pt x="191" y="287"/>
                  <a:pt x="179" y="287"/>
                  <a:pt x="171" y="279"/>
                </a:cubicBezTo>
                <a:lnTo>
                  <a:pt x="118" y="226"/>
                </a:lnTo>
                <a:cubicBezTo>
                  <a:pt x="110" y="219"/>
                  <a:pt x="110" y="206"/>
                  <a:pt x="118" y="198"/>
                </a:cubicBezTo>
                <a:cubicBezTo>
                  <a:pt x="126" y="191"/>
                  <a:pt x="138" y="191"/>
                  <a:pt x="146" y="198"/>
                </a:cubicBezTo>
                <a:lnTo>
                  <a:pt x="185" y="237"/>
                </a:lnTo>
                <a:lnTo>
                  <a:pt x="277" y="144"/>
                </a:lnTo>
                <a:cubicBezTo>
                  <a:pt x="284" y="137"/>
                  <a:pt x="298" y="137"/>
                  <a:pt x="306" y="144"/>
                </a:cubicBezTo>
                <a:cubicBezTo>
                  <a:pt x="313" y="152"/>
                  <a:pt x="313" y="166"/>
                  <a:pt x="306" y="173"/>
                </a:cubicBezTo>
                <a:lnTo>
                  <a:pt x="306" y="174"/>
                </a:ln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0" name="文本框 449"/>
          <p:cNvSpPr txBox="1"/>
          <p:nvPr/>
        </p:nvSpPr>
        <p:spPr>
          <a:xfrm>
            <a:off x="6553080" y="1473840"/>
            <a:ext cx="2420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评审项目</a:t>
            </a:r>
            <a:r>
              <a:rPr lang="en-US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12</a:t>
            </a:r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：详细设计文件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1" name="任意多边形 450"/>
          <p:cNvSpPr/>
          <p:nvPr/>
        </p:nvSpPr>
        <p:spPr>
          <a:xfrm>
            <a:off x="6567840" y="2038320"/>
            <a:ext cx="161280" cy="142920"/>
          </a:xfrm>
          <a:custGeom>
            <a:avLst/>
            <a:gdLst/>
            <a:ahLst/>
            <a:cxnLst/>
            <a:rect l="0" t="0" r="r" b="b"/>
            <a:pathLst>
              <a:path w="448" h="397">
                <a:moveTo>
                  <a:pt x="50" y="0"/>
                </a:moveTo>
                <a:cubicBezTo>
                  <a:pt x="22" y="0"/>
                  <a:pt x="0" y="22"/>
                  <a:pt x="0" y="49"/>
                </a:cubicBezTo>
                <a:lnTo>
                  <a:pt x="0" y="273"/>
                </a:lnTo>
                <a:cubicBezTo>
                  <a:pt x="0" y="301"/>
                  <a:pt x="22" y="323"/>
                  <a:pt x="50" y="323"/>
                </a:cubicBezTo>
                <a:lnTo>
                  <a:pt x="186" y="323"/>
                </a:lnTo>
                <a:lnTo>
                  <a:pt x="178" y="348"/>
                </a:lnTo>
                <a:lnTo>
                  <a:pt x="124" y="348"/>
                </a:lnTo>
                <a:cubicBezTo>
                  <a:pt x="110" y="348"/>
                  <a:pt x="99" y="359"/>
                  <a:pt x="99" y="373"/>
                </a:cubicBezTo>
                <a:cubicBezTo>
                  <a:pt x="99" y="386"/>
                  <a:pt x="110" y="397"/>
                  <a:pt x="124" y="397"/>
                </a:cubicBezTo>
                <a:lnTo>
                  <a:pt x="324" y="397"/>
                </a:lnTo>
                <a:cubicBezTo>
                  <a:pt x="337" y="397"/>
                  <a:pt x="348" y="386"/>
                  <a:pt x="348" y="373"/>
                </a:cubicBezTo>
                <a:cubicBezTo>
                  <a:pt x="348" y="359"/>
                  <a:pt x="337" y="348"/>
                  <a:pt x="324" y="348"/>
                </a:cubicBezTo>
                <a:lnTo>
                  <a:pt x="270" y="348"/>
                </a:lnTo>
                <a:lnTo>
                  <a:pt x="261" y="323"/>
                </a:lnTo>
                <a:lnTo>
                  <a:pt x="398" y="323"/>
                </a:lnTo>
                <a:cubicBezTo>
                  <a:pt x="425" y="323"/>
                  <a:pt x="448" y="301"/>
                  <a:pt x="448" y="273"/>
                </a:cubicBezTo>
                <a:lnTo>
                  <a:pt x="448" y="49"/>
                </a:lnTo>
                <a:cubicBezTo>
                  <a:pt x="448" y="22"/>
                  <a:pt x="425" y="0"/>
                  <a:pt x="398" y="0"/>
                </a:cubicBezTo>
                <a:lnTo>
                  <a:pt x="50" y="0"/>
                </a:lnTo>
                <a:moveTo>
                  <a:pt x="398" y="49"/>
                </a:moveTo>
                <a:lnTo>
                  <a:pt x="398" y="224"/>
                </a:lnTo>
                <a:lnTo>
                  <a:pt x="50" y="224"/>
                </a:lnTo>
                <a:lnTo>
                  <a:pt x="50" y="49"/>
                </a:lnTo>
                <a:lnTo>
                  <a:pt x="398" y="49"/>
                </a:ln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2" name="文本框 451"/>
          <p:cNvSpPr txBox="1"/>
          <p:nvPr/>
        </p:nvSpPr>
        <p:spPr>
          <a:xfrm>
            <a:off x="10706040" y="1520280"/>
            <a:ext cx="61020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符合要求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3" name="文本框 452"/>
          <p:cNvSpPr txBox="1"/>
          <p:nvPr/>
        </p:nvSpPr>
        <p:spPr>
          <a:xfrm>
            <a:off x="6819840" y="2014920"/>
            <a:ext cx="11466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界面与数据库设计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4" name="文本框 453"/>
          <p:cNvSpPr txBox="1"/>
          <p:nvPr/>
        </p:nvSpPr>
        <p:spPr>
          <a:xfrm>
            <a:off x="6819840" y="2310480"/>
            <a:ext cx="45849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遵循小程序设计规范，定义了完整的数据库表结构、索引、存储过程及触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5" name="任意多边形 454"/>
          <p:cNvSpPr/>
          <p:nvPr/>
        </p:nvSpPr>
        <p:spPr>
          <a:xfrm>
            <a:off x="6559920" y="2945160"/>
            <a:ext cx="175680" cy="140040"/>
          </a:xfrm>
          <a:custGeom>
            <a:avLst/>
            <a:gdLst/>
            <a:ahLst/>
            <a:cxnLst/>
            <a:rect l="0" t="0" r="r" b="b"/>
            <a:pathLst>
              <a:path w="488" h="389">
                <a:moveTo>
                  <a:pt x="238" y="99"/>
                </a:moveTo>
                <a:cubicBezTo>
                  <a:pt x="243" y="94"/>
                  <a:pt x="245" y="86"/>
                  <a:pt x="242" y="80"/>
                </a:cubicBezTo>
                <a:cubicBezTo>
                  <a:pt x="241" y="76"/>
                  <a:pt x="239" y="71"/>
                  <a:pt x="236" y="68"/>
                </a:cubicBezTo>
                <a:lnTo>
                  <a:pt x="234" y="63"/>
                </a:lnTo>
                <a:cubicBezTo>
                  <a:pt x="232" y="60"/>
                  <a:pt x="229" y="56"/>
                  <a:pt x="226" y="52"/>
                </a:cubicBezTo>
                <a:cubicBezTo>
                  <a:pt x="222" y="46"/>
                  <a:pt x="214" y="44"/>
                  <a:pt x="207" y="47"/>
                </a:cubicBezTo>
                <a:lnTo>
                  <a:pt x="185" y="54"/>
                </a:lnTo>
                <a:cubicBezTo>
                  <a:pt x="177" y="47"/>
                  <a:pt x="168" y="41"/>
                  <a:pt x="157" y="38"/>
                </a:cubicBezTo>
                <a:lnTo>
                  <a:pt x="153" y="15"/>
                </a:lnTo>
                <a:cubicBezTo>
                  <a:pt x="151" y="8"/>
                  <a:pt x="146" y="2"/>
                  <a:pt x="138" y="1"/>
                </a:cubicBezTo>
                <a:cubicBezTo>
                  <a:pt x="133" y="1"/>
                  <a:pt x="128" y="0"/>
                  <a:pt x="123" y="0"/>
                </a:cubicBezTo>
                <a:lnTo>
                  <a:pt x="122" y="0"/>
                </a:lnTo>
                <a:cubicBezTo>
                  <a:pt x="117" y="0"/>
                  <a:pt x="112" y="1"/>
                  <a:pt x="107" y="1"/>
                </a:cubicBezTo>
                <a:cubicBezTo>
                  <a:pt x="99" y="2"/>
                  <a:pt x="94" y="8"/>
                  <a:pt x="92" y="15"/>
                </a:cubicBezTo>
                <a:lnTo>
                  <a:pt x="88" y="38"/>
                </a:lnTo>
                <a:cubicBezTo>
                  <a:pt x="77" y="41"/>
                  <a:pt x="68" y="47"/>
                  <a:pt x="59" y="54"/>
                </a:cubicBezTo>
                <a:lnTo>
                  <a:pt x="37" y="47"/>
                </a:lnTo>
                <a:cubicBezTo>
                  <a:pt x="30" y="44"/>
                  <a:pt x="22" y="46"/>
                  <a:pt x="17" y="52"/>
                </a:cubicBezTo>
                <a:cubicBezTo>
                  <a:pt x="15" y="56"/>
                  <a:pt x="12" y="60"/>
                  <a:pt x="10" y="64"/>
                </a:cubicBezTo>
                <a:lnTo>
                  <a:pt x="7" y="68"/>
                </a:lnTo>
                <a:cubicBezTo>
                  <a:pt x="5" y="71"/>
                  <a:pt x="3" y="76"/>
                  <a:pt x="1" y="80"/>
                </a:cubicBezTo>
                <a:cubicBezTo>
                  <a:pt x="-1" y="86"/>
                  <a:pt x="1" y="94"/>
                  <a:pt x="6" y="99"/>
                </a:cubicBezTo>
                <a:lnTo>
                  <a:pt x="23" y="114"/>
                </a:lnTo>
                <a:cubicBezTo>
                  <a:pt x="23" y="120"/>
                  <a:pt x="22" y="125"/>
                  <a:pt x="22" y="131"/>
                </a:cubicBezTo>
                <a:cubicBezTo>
                  <a:pt x="22" y="136"/>
                  <a:pt x="23" y="142"/>
                  <a:pt x="23" y="148"/>
                </a:cubicBezTo>
                <a:lnTo>
                  <a:pt x="6" y="163"/>
                </a:lnTo>
                <a:cubicBezTo>
                  <a:pt x="1" y="168"/>
                  <a:pt x="-1" y="176"/>
                  <a:pt x="1" y="182"/>
                </a:cubicBezTo>
                <a:cubicBezTo>
                  <a:pt x="3" y="187"/>
                  <a:pt x="5" y="191"/>
                  <a:pt x="7" y="195"/>
                </a:cubicBezTo>
                <a:lnTo>
                  <a:pt x="10" y="199"/>
                </a:lnTo>
                <a:cubicBezTo>
                  <a:pt x="12" y="203"/>
                  <a:pt x="15" y="206"/>
                  <a:pt x="17" y="210"/>
                </a:cubicBezTo>
                <a:cubicBezTo>
                  <a:pt x="22" y="216"/>
                  <a:pt x="30" y="218"/>
                  <a:pt x="37" y="215"/>
                </a:cubicBezTo>
                <a:lnTo>
                  <a:pt x="59" y="208"/>
                </a:lnTo>
                <a:cubicBezTo>
                  <a:pt x="68" y="215"/>
                  <a:pt x="77" y="221"/>
                  <a:pt x="87" y="224"/>
                </a:cubicBezTo>
                <a:lnTo>
                  <a:pt x="92" y="247"/>
                </a:lnTo>
                <a:cubicBezTo>
                  <a:pt x="94" y="254"/>
                  <a:pt x="99" y="260"/>
                  <a:pt x="107" y="261"/>
                </a:cubicBezTo>
                <a:cubicBezTo>
                  <a:pt x="112" y="261"/>
                  <a:pt x="117" y="262"/>
                  <a:pt x="122" y="262"/>
                </a:cubicBezTo>
                <a:cubicBezTo>
                  <a:pt x="128" y="262"/>
                  <a:pt x="133" y="261"/>
                  <a:pt x="138" y="261"/>
                </a:cubicBezTo>
                <a:cubicBezTo>
                  <a:pt x="145" y="260"/>
                  <a:pt x="151" y="254"/>
                  <a:pt x="152" y="247"/>
                </a:cubicBezTo>
                <a:lnTo>
                  <a:pt x="157" y="224"/>
                </a:lnTo>
                <a:cubicBezTo>
                  <a:pt x="168" y="221"/>
                  <a:pt x="177" y="215"/>
                  <a:pt x="185" y="208"/>
                </a:cubicBezTo>
                <a:lnTo>
                  <a:pt x="207" y="215"/>
                </a:lnTo>
                <a:cubicBezTo>
                  <a:pt x="214" y="218"/>
                  <a:pt x="222" y="216"/>
                  <a:pt x="226" y="210"/>
                </a:cubicBezTo>
                <a:cubicBezTo>
                  <a:pt x="229" y="206"/>
                  <a:pt x="232" y="203"/>
                  <a:pt x="234" y="199"/>
                </a:cubicBezTo>
                <a:lnTo>
                  <a:pt x="236" y="194"/>
                </a:lnTo>
                <a:cubicBezTo>
                  <a:pt x="238" y="191"/>
                  <a:pt x="240" y="187"/>
                  <a:pt x="242" y="182"/>
                </a:cubicBezTo>
                <a:cubicBezTo>
                  <a:pt x="245" y="176"/>
                  <a:pt x="243" y="168"/>
                  <a:pt x="237" y="163"/>
                </a:cubicBezTo>
                <a:lnTo>
                  <a:pt x="220" y="148"/>
                </a:lnTo>
                <a:cubicBezTo>
                  <a:pt x="221" y="142"/>
                  <a:pt x="221" y="136"/>
                  <a:pt x="221" y="130"/>
                </a:cubicBezTo>
                <a:cubicBezTo>
                  <a:pt x="221" y="125"/>
                  <a:pt x="221" y="120"/>
                  <a:pt x="220" y="114"/>
                </a:cubicBezTo>
                <a:lnTo>
                  <a:pt x="237" y="99"/>
                </a:lnTo>
                <a:lnTo>
                  <a:pt x="238" y="99"/>
                </a:lnTo>
                <a:moveTo>
                  <a:pt x="85" y="131"/>
                </a:moveTo>
                <a:cubicBezTo>
                  <a:pt x="85" y="126"/>
                  <a:pt x="86" y="121"/>
                  <a:pt x="88" y="116"/>
                </a:cubicBezTo>
                <a:cubicBezTo>
                  <a:pt x="90" y="112"/>
                  <a:pt x="93" y="108"/>
                  <a:pt x="96" y="104"/>
                </a:cubicBezTo>
                <a:cubicBezTo>
                  <a:pt x="100" y="101"/>
                  <a:pt x="104" y="98"/>
                  <a:pt x="108" y="96"/>
                </a:cubicBezTo>
                <a:cubicBezTo>
                  <a:pt x="113" y="94"/>
                  <a:pt x="117" y="93"/>
                  <a:pt x="122" y="93"/>
                </a:cubicBezTo>
                <a:cubicBezTo>
                  <a:pt x="127" y="93"/>
                  <a:pt x="132" y="94"/>
                  <a:pt x="137" y="96"/>
                </a:cubicBezTo>
                <a:cubicBezTo>
                  <a:pt x="141" y="98"/>
                  <a:pt x="145" y="101"/>
                  <a:pt x="149" y="104"/>
                </a:cubicBezTo>
                <a:cubicBezTo>
                  <a:pt x="152" y="108"/>
                  <a:pt x="155" y="112"/>
                  <a:pt x="157" y="116"/>
                </a:cubicBezTo>
                <a:cubicBezTo>
                  <a:pt x="159" y="121"/>
                  <a:pt x="160" y="126"/>
                  <a:pt x="160" y="131"/>
                </a:cubicBezTo>
                <a:cubicBezTo>
                  <a:pt x="160" y="135"/>
                  <a:pt x="159" y="141"/>
                  <a:pt x="157" y="146"/>
                </a:cubicBezTo>
                <a:cubicBezTo>
                  <a:pt x="155" y="150"/>
                  <a:pt x="152" y="154"/>
                  <a:pt x="149" y="158"/>
                </a:cubicBezTo>
                <a:cubicBezTo>
                  <a:pt x="145" y="161"/>
                  <a:pt x="141" y="164"/>
                  <a:pt x="137" y="166"/>
                </a:cubicBezTo>
                <a:cubicBezTo>
                  <a:pt x="132" y="168"/>
                  <a:pt x="127" y="169"/>
                  <a:pt x="122" y="169"/>
                </a:cubicBezTo>
                <a:cubicBezTo>
                  <a:pt x="117" y="169"/>
                  <a:pt x="113" y="168"/>
                  <a:pt x="108" y="166"/>
                </a:cubicBezTo>
                <a:cubicBezTo>
                  <a:pt x="104" y="164"/>
                  <a:pt x="100" y="161"/>
                  <a:pt x="96" y="158"/>
                </a:cubicBezTo>
                <a:cubicBezTo>
                  <a:pt x="93" y="154"/>
                  <a:pt x="90" y="150"/>
                  <a:pt x="88" y="146"/>
                </a:cubicBezTo>
                <a:cubicBezTo>
                  <a:pt x="86" y="141"/>
                  <a:pt x="85" y="135"/>
                  <a:pt x="85" y="131"/>
                </a:cubicBezTo>
                <a:moveTo>
                  <a:pt x="390" y="383"/>
                </a:moveTo>
                <a:cubicBezTo>
                  <a:pt x="394" y="389"/>
                  <a:pt x="402" y="391"/>
                  <a:pt x="409" y="388"/>
                </a:cubicBezTo>
                <a:cubicBezTo>
                  <a:pt x="413" y="386"/>
                  <a:pt x="417" y="384"/>
                  <a:pt x="421" y="382"/>
                </a:cubicBezTo>
                <a:lnTo>
                  <a:pt x="425" y="380"/>
                </a:lnTo>
                <a:cubicBezTo>
                  <a:pt x="429" y="377"/>
                  <a:pt x="433" y="375"/>
                  <a:pt x="436" y="372"/>
                </a:cubicBezTo>
                <a:cubicBezTo>
                  <a:pt x="442" y="368"/>
                  <a:pt x="444" y="360"/>
                  <a:pt x="442" y="353"/>
                </a:cubicBezTo>
                <a:lnTo>
                  <a:pt x="435" y="331"/>
                </a:lnTo>
                <a:cubicBezTo>
                  <a:pt x="442" y="323"/>
                  <a:pt x="447" y="313"/>
                  <a:pt x="451" y="303"/>
                </a:cubicBezTo>
                <a:lnTo>
                  <a:pt x="474" y="298"/>
                </a:lnTo>
                <a:cubicBezTo>
                  <a:pt x="481" y="297"/>
                  <a:pt x="486" y="291"/>
                  <a:pt x="487" y="284"/>
                </a:cubicBezTo>
                <a:cubicBezTo>
                  <a:pt x="488" y="279"/>
                  <a:pt x="488" y="273"/>
                  <a:pt x="488" y="268"/>
                </a:cubicBezTo>
                <a:cubicBezTo>
                  <a:pt x="488" y="263"/>
                  <a:pt x="488" y="257"/>
                  <a:pt x="487" y="252"/>
                </a:cubicBezTo>
                <a:cubicBezTo>
                  <a:pt x="486" y="245"/>
                  <a:pt x="481" y="239"/>
                  <a:pt x="474" y="238"/>
                </a:cubicBezTo>
                <a:lnTo>
                  <a:pt x="451" y="233"/>
                </a:lnTo>
                <a:cubicBezTo>
                  <a:pt x="447" y="223"/>
                  <a:pt x="442" y="213"/>
                  <a:pt x="435" y="205"/>
                </a:cubicBezTo>
                <a:lnTo>
                  <a:pt x="442" y="183"/>
                </a:lnTo>
                <a:cubicBezTo>
                  <a:pt x="444" y="176"/>
                  <a:pt x="442" y="168"/>
                  <a:pt x="436" y="164"/>
                </a:cubicBezTo>
                <a:cubicBezTo>
                  <a:pt x="433" y="161"/>
                  <a:pt x="429" y="159"/>
                  <a:pt x="425" y="156"/>
                </a:cubicBezTo>
                <a:lnTo>
                  <a:pt x="421" y="154"/>
                </a:lnTo>
                <a:cubicBezTo>
                  <a:pt x="417" y="152"/>
                  <a:pt x="413" y="150"/>
                  <a:pt x="409" y="148"/>
                </a:cubicBezTo>
                <a:cubicBezTo>
                  <a:pt x="402" y="145"/>
                  <a:pt x="395" y="147"/>
                  <a:pt x="390" y="153"/>
                </a:cubicBezTo>
                <a:lnTo>
                  <a:pt x="374" y="170"/>
                </a:lnTo>
                <a:cubicBezTo>
                  <a:pt x="369" y="169"/>
                  <a:pt x="364" y="169"/>
                  <a:pt x="358" y="169"/>
                </a:cubicBezTo>
                <a:cubicBezTo>
                  <a:pt x="353" y="169"/>
                  <a:pt x="347" y="169"/>
                  <a:pt x="342" y="170"/>
                </a:cubicBezTo>
                <a:lnTo>
                  <a:pt x="326" y="153"/>
                </a:lnTo>
                <a:cubicBezTo>
                  <a:pt x="322" y="147"/>
                  <a:pt x="314" y="145"/>
                  <a:pt x="307" y="148"/>
                </a:cubicBezTo>
                <a:cubicBezTo>
                  <a:pt x="303" y="150"/>
                  <a:pt x="299" y="152"/>
                  <a:pt x="295" y="154"/>
                </a:cubicBezTo>
                <a:lnTo>
                  <a:pt x="291" y="156"/>
                </a:lnTo>
                <a:cubicBezTo>
                  <a:pt x="287" y="159"/>
                  <a:pt x="283" y="161"/>
                  <a:pt x="280" y="164"/>
                </a:cubicBezTo>
                <a:cubicBezTo>
                  <a:pt x="274" y="168"/>
                  <a:pt x="272" y="176"/>
                  <a:pt x="274" y="183"/>
                </a:cubicBezTo>
                <a:lnTo>
                  <a:pt x="281" y="205"/>
                </a:lnTo>
                <a:cubicBezTo>
                  <a:pt x="275" y="213"/>
                  <a:pt x="269" y="223"/>
                  <a:pt x="265" y="233"/>
                </a:cubicBezTo>
                <a:lnTo>
                  <a:pt x="243" y="238"/>
                </a:lnTo>
                <a:cubicBezTo>
                  <a:pt x="235" y="239"/>
                  <a:pt x="230" y="245"/>
                  <a:pt x="229" y="252"/>
                </a:cubicBezTo>
                <a:cubicBezTo>
                  <a:pt x="228" y="257"/>
                  <a:pt x="228" y="263"/>
                  <a:pt x="228" y="268"/>
                </a:cubicBezTo>
                <a:cubicBezTo>
                  <a:pt x="228" y="273"/>
                  <a:pt x="228" y="279"/>
                  <a:pt x="229" y="284"/>
                </a:cubicBezTo>
                <a:cubicBezTo>
                  <a:pt x="230" y="291"/>
                  <a:pt x="235" y="297"/>
                  <a:pt x="243" y="298"/>
                </a:cubicBezTo>
                <a:lnTo>
                  <a:pt x="265" y="303"/>
                </a:lnTo>
                <a:cubicBezTo>
                  <a:pt x="269" y="313"/>
                  <a:pt x="275" y="323"/>
                  <a:pt x="281" y="331"/>
                </a:cubicBezTo>
                <a:lnTo>
                  <a:pt x="274" y="353"/>
                </a:lnTo>
                <a:cubicBezTo>
                  <a:pt x="272" y="360"/>
                  <a:pt x="274" y="367"/>
                  <a:pt x="280" y="372"/>
                </a:cubicBezTo>
                <a:cubicBezTo>
                  <a:pt x="283" y="375"/>
                  <a:pt x="287" y="377"/>
                  <a:pt x="291" y="379"/>
                </a:cubicBezTo>
                <a:lnTo>
                  <a:pt x="295" y="382"/>
                </a:lnTo>
                <a:cubicBezTo>
                  <a:pt x="299" y="384"/>
                  <a:pt x="303" y="386"/>
                  <a:pt x="307" y="388"/>
                </a:cubicBezTo>
                <a:cubicBezTo>
                  <a:pt x="314" y="391"/>
                  <a:pt x="322" y="388"/>
                  <a:pt x="327" y="383"/>
                </a:cubicBezTo>
                <a:lnTo>
                  <a:pt x="342" y="366"/>
                </a:lnTo>
                <a:cubicBezTo>
                  <a:pt x="347" y="367"/>
                  <a:pt x="353" y="367"/>
                  <a:pt x="358" y="367"/>
                </a:cubicBezTo>
                <a:cubicBezTo>
                  <a:pt x="364" y="367"/>
                  <a:pt x="369" y="367"/>
                  <a:pt x="374" y="366"/>
                </a:cubicBezTo>
                <a:lnTo>
                  <a:pt x="390" y="383"/>
                </a:lnTo>
                <a:moveTo>
                  <a:pt x="358" y="231"/>
                </a:moveTo>
                <a:cubicBezTo>
                  <a:pt x="363" y="231"/>
                  <a:pt x="368" y="232"/>
                  <a:pt x="372" y="234"/>
                </a:cubicBezTo>
                <a:cubicBezTo>
                  <a:pt x="377" y="235"/>
                  <a:pt x="381" y="238"/>
                  <a:pt x="384" y="242"/>
                </a:cubicBezTo>
                <a:cubicBezTo>
                  <a:pt x="388" y="245"/>
                  <a:pt x="391" y="249"/>
                  <a:pt x="392" y="254"/>
                </a:cubicBezTo>
                <a:cubicBezTo>
                  <a:pt x="394" y="258"/>
                  <a:pt x="395" y="263"/>
                  <a:pt x="395" y="268"/>
                </a:cubicBezTo>
                <a:cubicBezTo>
                  <a:pt x="395" y="273"/>
                  <a:pt x="394" y="278"/>
                  <a:pt x="392" y="282"/>
                </a:cubicBezTo>
                <a:cubicBezTo>
                  <a:pt x="391" y="287"/>
                  <a:pt x="388" y="291"/>
                  <a:pt x="384" y="294"/>
                </a:cubicBezTo>
                <a:cubicBezTo>
                  <a:pt x="381" y="298"/>
                  <a:pt x="377" y="300"/>
                  <a:pt x="372" y="302"/>
                </a:cubicBezTo>
                <a:cubicBezTo>
                  <a:pt x="368" y="304"/>
                  <a:pt x="363" y="305"/>
                  <a:pt x="358" y="305"/>
                </a:cubicBezTo>
                <a:cubicBezTo>
                  <a:pt x="353" y="305"/>
                  <a:pt x="348" y="304"/>
                  <a:pt x="344" y="302"/>
                </a:cubicBezTo>
                <a:cubicBezTo>
                  <a:pt x="339" y="300"/>
                  <a:pt x="335" y="298"/>
                  <a:pt x="332" y="294"/>
                </a:cubicBezTo>
                <a:cubicBezTo>
                  <a:pt x="328" y="291"/>
                  <a:pt x="326" y="287"/>
                  <a:pt x="324" y="282"/>
                </a:cubicBezTo>
                <a:cubicBezTo>
                  <a:pt x="322" y="278"/>
                  <a:pt x="321" y="273"/>
                  <a:pt x="321" y="268"/>
                </a:cubicBezTo>
                <a:cubicBezTo>
                  <a:pt x="321" y="263"/>
                  <a:pt x="322" y="258"/>
                  <a:pt x="324" y="254"/>
                </a:cubicBezTo>
                <a:cubicBezTo>
                  <a:pt x="326" y="249"/>
                  <a:pt x="328" y="245"/>
                  <a:pt x="332" y="242"/>
                </a:cubicBezTo>
                <a:cubicBezTo>
                  <a:pt x="335" y="238"/>
                  <a:pt x="339" y="235"/>
                  <a:pt x="344" y="234"/>
                </a:cubicBezTo>
                <a:cubicBezTo>
                  <a:pt x="348" y="232"/>
                  <a:pt x="353" y="231"/>
                  <a:pt x="358" y="231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6" name="文本框 455"/>
          <p:cNvSpPr txBox="1"/>
          <p:nvPr/>
        </p:nvSpPr>
        <p:spPr>
          <a:xfrm>
            <a:off x="6819840" y="2520000"/>
            <a:ext cx="4305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发器。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7" name="文本框 456"/>
          <p:cNvSpPr txBox="1"/>
          <p:nvPr/>
        </p:nvSpPr>
        <p:spPr>
          <a:xfrm>
            <a:off x="6819840" y="2929320"/>
            <a:ext cx="8604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关键算法设计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8" name="任意多边形 457"/>
          <p:cNvSpPr/>
          <p:nvPr/>
        </p:nvSpPr>
        <p:spPr>
          <a:xfrm>
            <a:off x="6585840" y="3638520"/>
            <a:ext cx="125640" cy="143280"/>
          </a:xfrm>
          <a:custGeom>
            <a:avLst/>
            <a:gdLst/>
            <a:ahLst/>
            <a:cxnLst/>
            <a:rect l="0" t="0" r="r" b="b"/>
            <a:pathLst>
              <a:path w="349" h="398">
                <a:moveTo>
                  <a:pt x="342" y="117"/>
                </a:moveTo>
                <a:cubicBezTo>
                  <a:pt x="351" y="108"/>
                  <a:pt x="351" y="92"/>
                  <a:pt x="342" y="82"/>
                </a:cubicBezTo>
                <a:lnTo>
                  <a:pt x="266" y="8"/>
                </a:lnTo>
                <a:cubicBezTo>
                  <a:pt x="257" y="-2"/>
                  <a:pt x="241" y="-2"/>
                  <a:pt x="231" y="8"/>
                </a:cubicBezTo>
                <a:cubicBezTo>
                  <a:pt x="222" y="17"/>
                  <a:pt x="222" y="33"/>
                  <a:pt x="231" y="43"/>
                </a:cubicBezTo>
                <a:lnTo>
                  <a:pt x="263" y="75"/>
                </a:lnTo>
                <a:lnTo>
                  <a:pt x="26" y="75"/>
                </a:lnTo>
                <a:cubicBezTo>
                  <a:pt x="12" y="75"/>
                  <a:pt x="1" y="86"/>
                  <a:pt x="1" y="100"/>
                </a:cubicBezTo>
                <a:cubicBezTo>
                  <a:pt x="1" y="114"/>
                  <a:pt x="12" y="125"/>
                  <a:pt x="26" y="125"/>
                </a:cubicBezTo>
                <a:lnTo>
                  <a:pt x="263" y="125"/>
                </a:lnTo>
                <a:lnTo>
                  <a:pt x="231" y="157"/>
                </a:lnTo>
                <a:cubicBezTo>
                  <a:pt x="222" y="166"/>
                  <a:pt x="222" y="182"/>
                  <a:pt x="231" y="192"/>
                </a:cubicBezTo>
                <a:cubicBezTo>
                  <a:pt x="241" y="202"/>
                  <a:pt x="257" y="202"/>
                  <a:pt x="266" y="192"/>
                </a:cubicBezTo>
                <a:lnTo>
                  <a:pt x="342" y="117"/>
                </a:lnTo>
                <a:moveTo>
                  <a:pt x="82" y="391"/>
                </a:moveTo>
                <a:cubicBezTo>
                  <a:pt x="92" y="401"/>
                  <a:pt x="108" y="401"/>
                  <a:pt x="118" y="391"/>
                </a:cubicBezTo>
                <a:cubicBezTo>
                  <a:pt x="127" y="380"/>
                  <a:pt x="127" y="365"/>
                  <a:pt x="118" y="355"/>
                </a:cubicBezTo>
                <a:lnTo>
                  <a:pt x="86" y="323"/>
                </a:lnTo>
                <a:lnTo>
                  <a:pt x="324" y="323"/>
                </a:lnTo>
                <a:cubicBezTo>
                  <a:pt x="338" y="323"/>
                  <a:pt x="349" y="312"/>
                  <a:pt x="349" y="298"/>
                </a:cubicBezTo>
                <a:cubicBezTo>
                  <a:pt x="349" y="285"/>
                  <a:pt x="338" y="273"/>
                  <a:pt x="324" y="273"/>
                </a:cubicBezTo>
                <a:lnTo>
                  <a:pt x="86" y="273"/>
                </a:lnTo>
                <a:lnTo>
                  <a:pt x="118" y="241"/>
                </a:lnTo>
                <a:cubicBezTo>
                  <a:pt x="127" y="232"/>
                  <a:pt x="127" y="216"/>
                  <a:pt x="118" y="206"/>
                </a:cubicBezTo>
                <a:cubicBezTo>
                  <a:pt x="108" y="197"/>
                  <a:pt x="92" y="197"/>
                  <a:pt x="82" y="206"/>
                </a:cubicBezTo>
                <a:lnTo>
                  <a:pt x="8" y="281"/>
                </a:lnTo>
                <a:cubicBezTo>
                  <a:pt x="-2" y="290"/>
                  <a:pt x="-2" y="306"/>
                  <a:pt x="8" y="316"/>
                </a:cubicBezTo>
                <a:lnTo>
                  <a:pt x="82" y="391"/>
                </a:ln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9" name="文本框 458"/>
          <p:cNvSpPr txBox="1"/>
          <p:nvPr/>
        </p:nvSpPr>
        <p:spPr>
          <a:xfrm>
            <a:off x="6819840" y="3215160"/>
            <a:ext cx="1148080" cy="1733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实现了</a:t>
            </a:r>
            <a:r>
              <a:rPr lang="zh-CN" sz="113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关键算法。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0" name="文本框 459"/>
          <p:cNvSpPr txBox="1"/>
          <p:nvPr/>
        </p:nvSpPr>
        <p:spPr>
          <a:xfrm>
            <a:off x="6819840" y="3624840"/>
            <a:ext cx="57384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接口设计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1" name="文本框 460"/>
          <p:cNvSpPr txBox="1"/>
          <p:nvPr/>
        </p:nvSpPr>
        <p:spPr>
          <a:xfrm>
            <a:off x="6819840" y="3910680"/>
            <a:ext cx="48798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采用</a:t>
            </a:r>
            <a:r>
              <a:rPr lang="en-US" sz="113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RESTful</a:t>
            </a:r>
            <a:r>
              <a:rPr lang="zh-CN" sz="113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风格</a:t>
            </a:r>
            <a:r>
              <a:rPr lang="en-US" sz="113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API</a:t>
            </a:r>
            <a:r>
              <a:rPr lang="zh-CN" sz="113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，提供</a:t>
            </a:r>
            <a:r>
              <a:rPr lang="en-US" sz="113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Swagger</a:t>
            </a:r>
            <a:r>
              <a:rPr lang="zh-CN" sz="113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文档，并实现</a:t>
            </a:r>
            <a:r>
              <a:rPr lang="en-US" sz="113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Token</a:t>
            </a:r>
            <a:r>
              <a:rPr lang="zh-CN" sz="113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验证、参数校验等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2" name="文本框 461"/>
          <p:cNvSpPr txBox="1"/>
          <p:nvPr/>
        </p:nvSpPr>
        <p:spPr>
          <a:xfrm>
            <a:off x="6819840" y="4129560"/>
            <a:ext cx="71712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安全机制。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任意多边形 46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4" name="任意多边形 463"/>
          <p:cNvSpPr/>
          <p:nvPr/>
        </p:nvSpPr>
        <p:spPr>
          <a:xfrm>
            <a:off x="380880" y="1009440"/>
            <a:ext cx="5562720" cy="5515200"/>
          </a:xfrm>
          <a:custGeom>
            <a:avLst/>
            <a:gdLst/>
            <a:ahLst/>
            <a:cxnLst/>
            <a:rect l="0" t="0" r="r" b="b"/>
            <a:pathLst>
              <a:path w="15452" h="15320">
                <a:moveTo>
                  <a:pt x="24" y="196"/>
                </a:moveTo>
                <a:cubicBezTo>
                  <a:pt x="40" y="157"/>
                  <a:pt x="63" y="123"/>
                  <a:pt x="93" y="93"/>
                </a:cubicBezTo>
                <a:cubicBezTo>
                  <a:pt x="123" y="63"/>
                  <a:pt x="157" y="40"/>
                  <a:pt x="196" y="24"/>
                </a:cubicBezTo>
                <a:cubicBezTo>
                  <a:pt x="235" y="8"/>
                  <a:pt x="275" y="0"/>
                  <a:pt x="317" y="0"/>
                </a:cubicBezTo>
                <a:lnTo>
                  <a:pt x="15135" y="0"/>
                </a:lnTo>
                <a:cubicBezTo>
                  <a:pt x="15177" y="0"/>
                  <a:pt x="15218" y="8"/>
                  <a:pt x="15256" y="24"/>
                </a:cubicBezTo>
                <a:cubicBezTo>
                  <a:pt x="15295" y="40"/>
                  <a:pt x="15330" y="63"/>
                  <a:pt x="15360" y="93"/>
                </a:cubicBezTo>
                <a:cubicBezTo>
                  <a:pt x="15389" y="123"/>
                  <a:pt x="15412" y="157"/>
                  <a:pt x="15428" y="196"/>
                </a:cubicBezTo>
                <a:cubicBezTo>
                  <a:pt x="15444" y="235"/>
                  <a:pt x="15452" y="275"/>
                  <a:pt x="15452" y="318"/>
                </a:cubicBezTo>
                <a:lnTo>
                  <a:pt x="15452" y="15003"/>
                </a:lnTo>
                <a:cubicBezTo>
                  <a:pt x="15452" y="15045"/>
                  <a:pt x="15444" y="15086"/>
                  <a:pt x="15428" y="15124"/>
                </a:cubicBezTo>
                <a:cubicBezTo>
                  <a:pt x="15412" y="15163"/>
                  <a:pt x="15389" y="15198"/>
                  <a:pt x="15360" y="15227"/>
                </a:cubicBezTo>
                <a:cubicBezTo>
                  <a:pt x="15330" y="15257"/>
                  <a:pt x="15295" y="15280"/>
                  <a:pt x="15256" y="15296"/>
                </a:cubicBezTo>
                <a:cubicBezTo>
                  <a:pt x="15218" y="15312"/>
                  <a:pt x="15177" y="15320"/>
                  <a:pt x="15135" y="15320"/>
                </a:cubicBezTo>
                <a:lnTo>
                  <a:pt x="317" y="15320"/>
                </a:lnTo>
                <a:cubicBezTo>
                  <a:pt x="275" y="15320"/>
                  <a:pt x="235" y="15312"/>
                  <a:pt x="196" y="15296"/>
                </a:cubicBezTo>
                <a:cubicBezTo>
                  <a:pt x="157" y="15280"/>
                  <a:pt x="123" y="15257"/>
                  <a:pt x="93" y="15227"/>
                </a:cubicBezTo>
                <a:cubicBezTo>
                  <a:pt x="63" y="15198"/>
                  <a:pt x="40" y="15163"/>
                  <a:pt x="24" y="15124"/>
                </a:cubicBezTo>
                <a:cubicBezTo>
                  <a:pt x="8" y="15086"/>
                  <a:pt x="0" y="15045"/>
                  <a:pt x="0" y="15003"/>
                </a:cubicBezTo>
                <a:lnTo>
                  <a:pt x="0" y="318"/>
                </a:lnTo>
                <a:cubicBezTo>
                  <a:pt x="0" y="275"/>
                  <a:pt x="8" y="235"/>
                  <a:pt x="24" y="19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5" name="任意多边形 464"/>
          <p:cNvSpPr/>
          <p:nvPr/>
        </p:nvSpPr>
        <p:spPr>
          <a:xfrm>
            <a:off x="390240" y="1019160"/>
            <a:ext cx="5544000" cy="5496120"/>
          </a:xfrm>
          <a:custGeom>
            <a:avLst/>
            <a:gdLst/>
            <a:ahLst/>
            <a:cxnLst/>
            <a:rect l="0" t="0" r="r" b="b"/>
            <a:pathLst>
              <a:path w="15400" h="15267">
                <a:moveTo>
                  <a:pt x="0" y="291"/>
                </a:moveTo>
                <a:lnTo>
                  <a:pt x="0" y="14976"/>
                </a:lnTo>
                <a:cubicBezTo>
                  <a:pt x="0" y="14995"/>
                  <a:pt x="2" y="15014"/>
                  <a:pt x="6" y="15033"/>
                </a:cubicBezTo>
                <a:cubicBezTo>
                  <a:pt x="10" y="15051"/>
                  <a:pt x="15" y="15070"/>
                  <a:pt x="22" y="15087"/>
                </a:cubicBezTo>
                <a:cubicBezTo>
                  <a:pt x="30" y="15105"/>
                  <a:pt x="39" y="15122"/>
                  <a:pt x="49" y="15138"/>
                </a:cubicBezTo>
                <a:cubicBezTo>
                  <a:pt x="60" y="15154"/>
                  <a:pt x="72" y="15168"/>
                  <a:pt x="86" y="15182"/>
                </a:cubicBezTo>
                <a:cubicBezTo>
                  <a:pt x="99" y="15195"/>
                  <a:pt x="114" y="15207"/>
                  <a:pt x="130" y="15218"/>
                </a:cubicBezTo>
                <a:cubicBezTo>
                  <a:pt x="146" y="15229"/>
                  <a:pt x="162" y="15238"/>
                  <a:pt x="180" y="15245"/>
                </a:cubicBezTo>
                <a:cubicBezTo>
                  <a:pt x="198" y="15252"/>
                  <a:pt x="216" y="15258"/>
                  <a:pt x="235" y="15261"/>
                </a:cubicBezTo>
                <a:cubicBezTo>
                  <a:pt x="253" y="15265"/>
                  <a:pt x="272" y="15267"/>
                  <a:pt x="291" y="15267"/>
                </a:cubicBezTo>
                <a:lnTo>
                  <a:pt x="15109" y="15267"/>
                </a:lnTo>
                <a:cubicBezTo>
                  <a:pt x="15128" y="15267"/>
                  <a:pt x="15147" y="15265"/>
                  <a:pt x="15166" y="15261"/>
                </a:cubicBezTo>
                <a:cubicBezTo>
                  <a:pt x="15185" y="15258"/>
                  <a:pt x="15203" y="15252"/>
                  <a:pt x="15220" y="15245"/>
                </a:cubicBezTo>
                <a:cubicBezTo>
                  <a:pt x="15238" y="15238"/>
                  <a:pt x="15255" y="15229"/>
                  <a:pt x="15271" y="15218"/>
                </a:cubicBezTo>
                <a:cubicBezTo>
                  <a:pt x="15287" y="15207"/>
                  <a:pt x="15301" y="15195"/>
                  <a:pt x="15315" y="15182"/>
                </a:cubicBezTo>
                <a:cubicBezTo>
                  <a:pt x="15328" y="15168"/>
                  <a:pt x="15340" y="15154"/>
                  <a:pt x="15351" y="15138"/>
                </a:cubicBezTo>
                <a:cubicBezTo>
                  <a:pt x="15362" y="15122"/>
                  <a:pt x="15371" y="15105"/>
                  <a:pt x="15378" y="15087"/>
                </a:cubicBezTo>
                <a:cubicBezTo>
                  <a:pt x="15385" y="15070"/>
                  <a:pt x="15391" y="15051"/>
                  <a:pt x="15394" y="15033"/>
                </a:cubicBezTo>
                <a:cubicBezTo>
                  <a:pt x="15398" y="15014"/>
                  <a:pt x="15400" y="14995"/>
                  <a:pt x="15400" y="14976"/>
                </a:cubicBezTo>
                <a:lnTo>
                  <a:pt x="15400" y="291"/>
                </a:lnTo>
                <a:cubicBezTo>
                  <a:pt x="15400" y="271"/>
                  <a:pt x="15398" y="253"/>
                  <a:pt x="15394" y="234"/>
                </a:cubicBezTo>
                <a:cubicBezTo>
                  <a:pt x="15391" y="215"/>
                  <a:pt x="15385" y="197"/>
                  <a:pt x="15378" y="179"/>
                </a:cubicBezTo>
                <a:cubicBezTo>
                  <a:pt x="15371" y="162"/>
                  <a:pt x="15362" y="145"/>
                  <a:pt x="15351" y="129"/>
                </a:cubicBezTo>
                <a:cubicBezTo>
                  <a:pt x="15340" y="113"/>
                  <a:pt x="15328" y="98"/>
                  <a:pt x="15315" y="85"/>
                </a:cubicBezTo>
                <a:cubicBezTo>
                  <a:pt x="15301" y="71"/>
                  <a:pt x="15287" y="59"/>
                  <a:pt x="15271" y="49"/>
                </a:cubicBezTo>
                <a:cubicBezTo>
                  <a:pt x="15255" y="38"/>
                  <a:pt x="15238" y="29"/>
                  <a:pt x="15220" y="22"/>
                </a:cubicBezTo>
                <a:cubicBezTo>
                  <a:pt x="15203" y="14"/>
                  <a:pt x="15185" y="9"/>
                  <a:pt x="15166" y="5"/>
                </a:cubicBezTo>
                <a:cubicBezTo>
                  <a:pt x="15147" y="1"/>
                  <a:pt x="15128" y="0"/>
                  <a:pt x="15109" y="0"/>
                </a:cubicBezTo>
                <a:lnTo>
                  <a:pt x="291" y="0"/>
                </a:lnTo>
                <a:cubicBezTo>
                  <a:pt x="272" y="0"/>
                  <a:pt x="253" y="1"/>
                  <a:pt x="235" y="5"/>
                </a:cubicBezTo>
                <a:cubicBezTo>
                  <a:pt x="216" y="9"/>
                  <a:pt x="198" y="14"/>
                  <a:pt x="180" y="22"/>
                </a:cubicBezTo>
                <a:cubicBezTo>
                  <a:pt x="162" y="29"/>
                  <a:pt x="146" y="38"/>
                  <a:pt x="130" y="49"/>
                </a:cubicBezTo>
                <a:cubicBezTo>
                  <a:pt x="114" y="59"/>
                  <a:pt x="99" y="71"/>
                  <a:pt x="86" y="85"/>
                </a:cubicBezTo>
                <a:cubicBezTo>
                  <a:pt x="72" y="98"/>
                  <a:pt x="60" y="113"/>
                  <a:pt x="49" y="129"/>
                </a:cubicBezTo>
                <a:cubicBezTo>
                  <a:pt x="39" y="145"/>
                  <a:pt x="30" y="162"/>
                  <a:pt x="22" y="179"/>
                </a:cubicBezTo>
                <a:cubicBezTo>
                  <a:pt x="15" y="197"/>
                  <a:pt x="10" y="215"/>
                  <a:pt x="6" y="234"/>
                </a:cubicBezTo>
                <a:cubicBezTo>
                  <a:pt x="2" y="253"/>
                  <a:pt x="0" y="271"/>
                  <a:pt x="0" y="291"/>
                </a:cubicBezTo>
                <a:close/>
              </a:path>
            </a:pathLst>
          </a:custGeom>
          <a:solidFill>
            <a:srgbClr val="E5E7EB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6" name="文本框 465"/>
          <p:cNvSpPr txBox="1"/>
          <p:nvPr/>
        </p:nvSpPr>
        <p:spPr>
          <a:xfrm>
            <a:off x="380880" y="410040"/>
            <a:ext cx="213444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四、设计阶段评审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7" name="任意多边形 466"/>
          <p:cNvSpPr/>
          <p:nvPr/>
        </p:nvSpPr>
        <p:spPr>
          <a:xfrm>
            <a:off x="4657680" y="1247760"/>
            <a:ext cx="1047960" cy="304920"/>
          </a:xfrm>
          <a:custGeom>
            <a:avLst/>
            <a:gdLst/>
            <a:ahLst/>
            <a:cxnLst/>
            <a:rect l="0" t="0" r="r" b="b"/>
            <a:pathLst>
              <a:path w="2911" h="847">
                <a:moveTo>
                  <a:pt x="0" y="424"/>
                </a:moveTo>
                <a:cubicBezTo>
                  <a:pt x="0" y="396"/>
                  <a:pt x="2" y="369"/>
                  <a:pt x="8" y="340"/>
                </a:cubicBezTo>
                <a:cubicBezTo>
                  <a:pt x="13" y="313"/>
                  <a:pt x="21" y="287"/>
                  <a:pt x="32" y="261"/>
                </a:cubicBezTo>
                <a:cubicBezTo>
                  <a:pt x="42" y="235"/>
                  <a:pt x="56" y="211"/>
                  <a:pt x="71" y="188"/>
                </a:cubicBezTo>
                <a:cubicBezTo>
                  <a:pt x="86" y="165"/>
                  <a:pt x="104" y="143"/>
                  <a:pt x="124" y="124"/>
                </a:cubicBezTo>
                <a:cubicBezTo>
                  <a:pt x="143" y="104"/>
                  <a:pt x="166" y="86"/>
                  <a:pt x="189" y="71"/>
                </a:cubicBezTo>
                <a:cubicBezTo>
                  <a:pt x="212" y="55"/>
                  <a:pt x="236" y="42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2488" y="0"/>
                </a:lnTo>
                <a:cubicBezTo>
                  <a:pt x="2516" y="0"/>
                  <a:pt x="2543" y="2"/>
                  <a:pt x="2570" y="8"/>
                </a:cubicBezTo>
                <a:cubicBezTo>
                  <a:pt x="2598" y="13"/>
                  <a:pt x="2624" y="21"/>
                  <a:pt x="2650" y="32"/>
                </a:cubicBezTo>
                <a:cubicBezTo>
                  <a:pt x="2675" y="42"/>
                  <a:pt x="2700" y="55"/>
                  <a:pt x="2723" y="71"/>
                </a:cubicBezTo>
                <a:cubicBezTo>
                  <a:pt x="2746" y="86"/>
                  <a:pt x="2767" y="104"/>
                  <a:pt x="2787" y="124"/>
                </a:cubicBezTo>
                <a:cubicBezTo>
                  <a:pt x="2807" y="143"/>
                  <a:pt x="2824" y="165"/>
                  <a:pt x="2840" y="188"/>
                </a:cubicBezTo>
                <a:cubicBezTo>
                  <a:pt x="2855" y="211"/>
                  <a:pt x="2868" y="235"/>
                  <a:pt x="2879" y="261"/>
                </a:cubicBezTo>
                <a:cubicBezTo>
                  <a:pt x="2889" y="287"/>
                  <a:pt x="2897" y="313"/>
                  <a:pt x="2903" y="340"/>
                </a:cubicBezTo>
                <a:cubicBezTo>
                  <a:pt x="2908" y="369"/>
                  <a:pt x="2911" y="396"/>
                  <a:pt x="2911" y="424"/>
                </a:cubicBezTo>
                <a:cubicBezTo>
                  <a:pt x="2911" y="452"/>
                  <a:pt x="2908" y="479"/>
                  <a:pt x="2903" y="506"/>
                </a:cubicBezTo>
                <a:cubicBezTo>
                  <a:pt x="2897" y="534"/>
                  <a:pt x="2889" y="560"/>
                  <a:pt x="2879" y="586"/>
                </a:cubicBezTo>
                <a:cubicBezTo>
                  <a:pt x="2868" y="612"/>
                  <a:pt x="2855" y="636"/>
                  <a:pt x="2840" y="659"/>
                </a:cubicBezTo>
                <a:cubicBezTo>
                  <a:pt x="2824" y="682"/>
                  <a:pt x="2807" y="704"/>
                  <a:pt x="2787" y="723"/>
                </a:cubicBezTo>
                <a:cubicBezTo>
                  <a:pt x="2767" y="743"/>
                  <a:pt x="2746" y="760"/>
                  <a:pt x="2723" y="776"/>
                </a:cubicBezTo>
                <a:cubicBezTo>
                  <a:pt x="2700" y="791"/>
                  <a:pt x="2675" y="804"/>
                  <a:pt x="2650" y="815"/>
                </a:cubicBezTo>
                <a:cubicBezTo>
                  <a:pt x="2624" y="826"/>
                  <a:pt x="2598" y="834"/>
                  <a:pt x="2570" y="839"/>
                </a:cubicBezTo>
                <a:cubicBezTo>
                  <a:pt x="2543" y="844"/>
                  <a:pt x="2516" y="847"/>
                  <a:pt x="2488" y="847"/>
                </a:cubicBezTo>
                <a:lnTo>
                  <a:pt x="424" y="847"/>
                </a:lnTo>
                <a:cubicBezTo>
                  <a:pt x="396" y="847"/>
                  <a:pt x="369" y="844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4"/>
                  <a:pt x="212" y="791"/>
                  <a:pt x="189" y="776"/>
                </a:cubicBezTo>
                <a:cubicBezTo>
                  <a:pt x="166" y="760"/>
                  <a:pt x="143" y="743"/>
                  <a:pt x="124" y="723"/>
                </a:cubicBezTo>
                <a:cubicBezTo>
                  <a:pt x="104" y="704"/>
                  <a:pt x="86" y="682"/>
                  <a:pt x="71" y="659"/>
                </a:cubicBezTo>
                <a:cubicBezTo>
                  <a:pt x="56" y="636"/>
                  <a:pt x="42" y="612"/>
                  <a:pt x="32" y="586"/>
                </a:cubicBezTo>
                <a:cubicBezTo>
                  <a:pt x="21" y="560"/>
                  <a:pt x="13" y="534"/>
                  <a:pt x="8" y="506"/>
                </a:cubicBezTo>
                <a:cubicBezTo>
                  <a:pt x="2" y="479"/>
                  <a:pt x="0" y="452"/>
                  <a:pt x="0" y="424"/>
                </a:cubicBezTo>
                <a:close/>
              </a:path>
            </a:pathLst>
          </a:custGeom>
          <a:solidFill>
            <a:srgbClr val="00B42A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8" name="任意多边形 467"/>
          <p:cNvSpPr/>
          <p:nvPr/>
        </p:nvSpPr>
        <p:spPr>
          <a:xfrm>
            <a:off x="4809960" y="1333440"/>
            <a:ext cx="133560" cy="133560"/>
          </a:xfrm>
          <a:custGeom>
            <a:avLst/>
            <a:gdLst/>
            <a:ahLst/>
            <a:cxnLst/>
            <a:rect l="0" t="0" r="r" b="b"/>
            <a:pathLst>
              <a:path w="371" h="371">
                <a:moveTo>
                  <a:pt x="186" y="371"/>
                </a:moveTo>
                <a:cubicBezTo>
                  <a:pt x="198" y="371"/>
                  <a:pt x="210" y="370"/>
                  <a:pt x="222" y="368"/>
                </a:cubicBezTo>
                <a:cubicBezTo>
                  <a:pt x="234" y="365"/>
                  <a:pt x="246" y="362"/>
                  <a:pt x="257" y="357"/>
                </a:cubicBezTo>
                <a:cubicBezTo>
                  <a:pt x="268" y="352"/>
                  <a:pt x="279" y="347"/>
                  <a:pt x="289" y="340"/>
                </a:cubicBezTo>
                <a:cubicBezTo>
                  <a:pt x="299" y="333"/>
                  <a:pt x="309" y="325"/>
                  <a:pt x="317" y="317"/>
                </a:cubicBezTo>
                <a:cubicBezTo>
                  <a:pt x="326" y="308"/>
                  <a:pt x="333" y="299"/>
                  <a:pt x="340" y="289"/>
                </a:cubicBezTo>
                <a:cubicBezTo>
                  <a:pt x="347" y="279"/>
                  <a:pt x="353" y="268"/>
                  <a:pt x="357" y="257"/>
                </a:cubicBezTo>
                <a:cubicBezTo>
                  <a:pt x="362" y="246"/>
                  <a:pt x="365" y="234"/>
                  <a:pt x="368" y="222"/>
                </a:cubicBezTo>
                <a:cubicBezTo>
                  <a:pt x="370" y="210"/>
                  <a:pt x="371" y="198"/>
                  <a:pt x="371" y="186"/>
                </a:cubicBezTo>
                <a:cubicBezTo>
                  <a:pt x="371" y="173"/>
                  <a:pt x="370" y="161"/>
                  <a:pt x="368" y="149"/>
                </a:cubicBezTo>
                <a:cubicBezTo>
                  <a:pt x="365" y="137"/>
                  <a:pt x="362" y="125"/>
                  <a:pt x="357" y="114"/>
                </a:cubicBezTo>
                <a:cubicBezTo>
                  <a:pt x="353" y="103"/>
                  <a:pt x="347" y="92"/>
                  <a:pt x="340" y="82"/>
                </a:cubicBezTo>
                <a:cubicBezTo>
                  <a:pt x="333" y="72"/>
                  <a:pt x="326" y="63"/>
                  <a:pt x="317" y="54"/>
                </a:cubicBezTo>
                <a:cubicBezTo>
                  <a:pt x="309" y="45"/>
                  <a:pt x="299" y="38"/>
                  <a:pt x="289" y="31"/>
                </a:cubicBezTo>
                <a:cubicBezTo>
                  <a:pt x="279" y="24"/>
                  <a:pt x="268" y="18"/>
                  <a:pt x="257" y="14"/>
                </a:cubicBezTo>
                <a:cubicBezTo>
                  <a:pt x="246" y="9"/>
                  <a:pt x="234" y="6"/>
                  <a:pt x="222" y="3"/>
                </a:cubicBezTo>
                <a:cubicBezTo>
                  <a:pt x="210" y="1"/>
                  <a:pt x="198" y="0"/>
                  <a:pt x="186" y="0"/>
                </a:cubicBezTo>
                <a:cubicBezTo>
                  <a:pt x="174" y="0"/>
                  <a:pt x="162" y="1"/>
                  <a:pt x="150" y="3"/>
                </a:cubicBezTo>
                <a:cubicBezTo>
                  <a:pt x="137" y="6"/>
                  <a:pt x="126" y="9"/>
                  <a:pt x="114" y="14"/>
                </a:cubicBezTo>
                <a:cubicBezTo>
                  <a:pt x="103" y="18"/>
                  <a:pt x="92" y="24"/>
                  <a:pt x="82" y="31"/>
                </a:cubicBezTo>
                <a:cubicBezTo>
                  <a:pt x="72" y="38"/>
                  <a:pt x="63" y="45"/>
                  <a:pt x="54" y="54"/>
                </a:cubicBezTo>
                <a:cubicBezTo>
                  <a:pt x="46" y="63"/>
                  <a:pt x="38" y="72"/>
                  <a:pt x="31" y="82"/>
                </a:cubicBezTo>
                <a:cubicBezTo>
                  <a:pt x="24" y="92"/>
                  <a:pt x="19" y="103"/>
                  <a:pt x="14" y="114"/>
                </a:cubicBezTo>
                <a:cubicBezTo>
                  <a:pt x="9" y="125"/>
                  <a:pt x="6" y="137"/>
                  <a:pt x="4" y="149"/>
                </a:cubicBezTo>
                <a:cubicBezTo>
                  <a:pt x="1" y="161"/>
                  <a:pt x="0" y="173"/>
                  <a:pt x="0" y="186"/>
                </a:cubicBezTo>
                <a:cubicBezTo>
                  <a:pt x="0" y="198"/>
                  <a:pt x="1" y="210"/>
                  <a:pt x="4" y="222"/>
                </a:cubicBezTo>
                <a:cubicBezTo>
                  <a:pt x="6" y="234"/>
                  <a:pt x="9" y="246"/>
                  <a:pt x="14" y="257"/>
                </a:cubicBezTo>
                <a:cubicBezTo>
                  <a:pt x="19" y="268"/>
                  <a:pt x="24" y="279"/>
                  <a:pt x="31" y="289"/>
                </a:cubicBezTo>
                <a:cubicBezTo>
                  <a:pt x="38" y="299"/>
                  <a:pt x="46" y="308"/>
                  <a:pt x="54" y="317"/>
                </a:cubicBezTo>
                <a:cubicBezTo>
                  <a:pt x="63" y="325"/>
                  <a:pt x="72" y="333"/>
                  <a:pt x="82" y="340"/>
                </a:cubicBezTo>
                <a:cubicBezTo>
                  <a:pt x="92" y="347"/>
                  <a:pt x="103" y="352"/>
                  <a:pt x="114" y="357"/>
                </a:cubicBezTo>
                <a:cubicBezTo>
                  <a:pt x="126" y="362"/>
                  <a:pt x="137" y="365"/>
                  <a:pt x="150" y="368"/>
                </a:cubicBezTo>
                <a:cubicBezTo>
                  <a:pt x="162" y="370"/>
                  <a:pt x="174" y="371"/>
                  <a:pt x="186" y="371"/>
                </a:cubicBezTo>
                <a:moveTo>
                  <a:pt x="268" y="151"/>
                </a:moveTo>
                <a:lnTo>
                  <a:pt x="175" y="244"/>
                </a:lnTo>
                <a:cubicBezTo>
                  <a:pt x="169" y="251"/>
                  <a:pt x="158" y="251"/>
                  <a:pt x="151" y="244"/>
                </a:cubicBezTo>
                <a:lnTo>
                  <a:pt x="103" y="198"/>
                </a:lnTo>
                <a:cubicBezTo>
                  <a:pt x="97" y="191"/>
                  <a:pt x="97" y="179"/>
                  <a:pt x="103" y="173"/>
                </a:cubicBezTo>
                <a:cubicBezTo>
                  <a:pt x="110" y="166"/>
                  <a:pt x="121" y="166"/>
                  <a:pt x="128" y="173"/>
                </a:cubicBezTo>
                <a:lnTo>
                  <a:pt x="163" y="208"/>
                </a:lnTo>
                <a:lnTo>
                  <a:pt x="243" y="126"/>
                </a:lnTo>
                <a:cubicBezTo>
                  <a:pt x="250" y="119"/>
                  <a:pt x="261" y="119"/>
                  <a:pt x="268" y="126"/>
                </a:cubicBezTo>
                <a:cubicBezTo>
                  <a:pt x="275" y="133"/>
                  <a:pt x="275" y="144"/>
                  <a:pt x="268" y="151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9" name="文本框 468"/>
          <p:cNvSpPr txBox="1"/>
          <p:nvPr/>
        </p:nvSpPr>
        <p:spPr>
          <a:xfrm>
            <a:off x="619200" y="1274040"/>
            <a:ext cx="2463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评审项目</a:t>
            </a:r>
            <a:r>
              <a:rPr lang="en-US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13</a:t>
            </a:r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：</a:t>
            </a:r>
            <a:r>
              <a:rPr lang="en-US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PDL</a:t>
            </a:r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详细设计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0" name="任意多边形 469"/>
          <p:cNvSpPr/>
          <p:nvPr/>
        </p:nvSpPr>
        <p:spPr>
          <a:xfrm>
            <a:off x="618840" y="2323800"/>
            <a:ext cx="5086800" cy="2095920"/>
          </a:xfrm>
          <a:custGeom>
            <a:avLst/>
            <a:gdLst/>
            <a:ahLst/>
            <a:cxnLst/>
            <a:rect l="0" t="0" r="r" b="b"/>
            <a:pathLst>
              <a:path w="14130" h="5822">
                <a:moveTo>
                  <a:pt x="16" y="131"/>
                </a:moveTo>
                <a:cubicBezTo>
                  <a:pt x="27" y="105"/>
                  <a:pt x="42" y="82"/>
                  <a:pt x="62" y="62"/>
                </a:cubicBezTo>
                <a:cubicBezTo>
                  <a:pt x="82" y="42"/>
                  <a:pt x="105" y="27"/>
                  <a:pt x="131" y="16"/>
                </a:cubicBezTo>
                <a:cubicBezTo>
                  <a:pt x="157" y="6"/>
                  <a:pt x="184" y="0"/>
                  <a:pt x="212" y="0"/>
                </a:cubicBezTo>
                <a:lnTo>
                  <a:pt x="13918" y="0"/>
                </a:lnTo>
                <a:cubicBezTo>
                  <a:pt x="13946" y="0"/>
                  <a:pt x="13973" y="6"/>
                  <a:pt x="13999" y="16"/>
                </a:cubicBezTo>
                <a:cubicBezTo>
                  <a:pt x="14025" y="27"/>
                  <a:pt x="14048" y="42"/>
                  <a:pt x="14068" y="62"/>
                </a:cubicBezTo>
                <a:cubicBezTo>
                  <a:pt x="14088" y="82"/>
                  <a:pt x="14103" y="105"/>
                  <a:pt x="14114" y="131"/>
                </a:cubicBezTo>
                <a:cubicBezTo>
                  <a:pt x="14125" y="157"/>
                  <a:pt x="14130" y="184"/>
                  <a:pt x="14130" y="212"/>
                </a:cubicBezTo>
                <a:lnTo>
                  <a:pt x="14130" y="5610"/>
                </a:lnTo>
                <a:cubicBezTo>
                  <a:pt x="14130" y="5639"/>
                  <a:pt x="14125" y="5666"/>
                  <a:pt x="14114" y="5691"/>
                </a:cubicBezTo>
                <a:cubicBezTo>
                  <a:pt x="14103" y="5717"/>
                  <a:pt x="14088" y="5740"/>
                  <a:pt x="14068" y="5760"/>
                </a:cubicBezTo>
                <a:cubicBezTo>
                  <a:pt x="14048" y="5780"/>
                  <a:pt x="14025" y="5795"/>
                  <a:pt x="13999" y="5806"/>
                </a:cubicBezTo>
                <a:cubicBezTo>
                  <a:pt x="13973" y="5817"/>
                  <a:pt x="13946" y="5822"/>
                  <a:pt x="13918" y="5822"/>
                </a:cubicBezTo>
                <a:lnTo>
                  <a:pt x="212" y="5822"/>
                </a:lnTo>
                <a:cubicBezTo>
                  <a:pt x="184" y="5822"/>
                  <a:pt x="157" y="5817"/>
                  <a:pt x="131" y="5806"/>
                </a:cubicBezTo>
                <a:cubicBezTo>
                  <a:pt x="105" y="5795"/>
                  <a:pt x="82" y="5780"/>
                  <a:pt x="62" y="5760"/>
                </a:cubicBezTo>
                <a:cubicBezTo>
                  <a:pt x="42" y="5740"/>
                  <a:pt x="27" y="5717"/>
                  <a:pt x="16" y="5691"/>
                </a:cubicBezTo>
                <a:cubicBezTo>
                  <a:pt x="6" y="5666"/>
                  <a:pt x="0" y="5639"/>
                  <a:pt x="0" y="5610"/>
                </a:cubicBezTo>
                <a:lnTo>
                  <a:pt x="0" y="212"/>
                </a:lnTo>
                <a:cubicBezTo>
                  <a:pt x="0" y="184"/>
                  <a:pt x="6" y="157"/>
                  <a:pt x="16" y="131"/>
                </a:cubicBez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1" name="任意多边形 470"/>
          <p:cNvSpPr/>
          <p:nvPr/>
        </p:nvSpPr>
        <p:spPr>
          <a:xfrm>
            <a:off x="618840" y="4571640"/>
            <a:ext cx="5086800" cy="1715040"/>
          </a:xfrm>
          <a:custGeom>
            <a:avLst/>
            <a:gdLst/>
            <a:ahLst/>
            <a:cxnLst/>
            <a:rect l="0" t="0" r="r" b="b"/>
            <a:pathLst>
              <a:path w="14130" h="4764">
                <a:moveTo>
                  <a:pt x="16" y="131"/>
                </a:moveTo>
                <a:cubicBezTo>
                  <a:pt x="27" y="105"/>
                  <a:pt x="42" y="82"/>
                  <a:pt x="62" y="62"/>
                </a:cubicBezTo>
                <a:cubicBezTo>
                  <a:pt x="82" y="43"/>
                  <a:pt x="105" y="27"/>
                  <a:pt x="131" y="17"/>
                </a:cubicBezTo>
                <a:cubicBezTo>
                  <a:pt x="157" y="6"/>
                  <a:pt x="184" y="0"/>
                  <a:pt x="212" y="0"/>
                </a:cubicBezTo>
                <a:lnTo>
                  <a:pt x="13918" y="0"/>
                </a:lnTo>
                <a:cubicBezTo>
                  <a:pt x="13946" y="0"/>
                  <a:pt x="13973" y="6"/>
                  <a:pt x="13999" y="17"/>
                </a:cubicBezTo>
                <a:cubicBezTo>
                  <a:pt x="14025" y="27"/>
                  <a:pt x="14048" y="43"/>
                  <a:pt x="14068" y="62"/>
                </a:cubicBezTo>
                <a:cubicBezTo>
                  <a:pt x="14088" y="82"/>
                  <a:pt x="14103" y="105"/>
                  <a:pt x="14114" y="131"/>
                </a:cubicBezTo>
                <a:cubicBezTo>
                  <a:pt x="14125" y="157"/>
                  <a:pt x="14130" y="184"/>
                  <a:pt x="14130" y="212"/>
                </a:cubicBezTo>
                <a:lnTo>
                  <a:pt x="14130" y="4552"/>
                </a:lnTo>
                <a:cubicBezTo>
                  <a:pt x="14130" y="4580"/>
                  <a:pt x="14125" y="4607"/>
                  <a:pt x="14114" y="4633"/>
                </a:cubicBezTo>
                <a:cubicBezTo>
                  <a:pt x="14103" y="4659"/>
                  <a:pt x="14088" y="4682"/>
                  <a:pt x="14068" y="4702"/>
                </a:cubicBezTo>
                <a:cubicBezTo>
                  <a:pt x="14048" y="4722"/>
                  <a:pt x="14025" y="4737"/>
                  <a:pt x="13999" y="4748"/>
                </a:cubicBezTo>
                <a:cubicBezTo>
                  <a:pt x="13973" y="4759"/>
                  <a:pt x="13946" y="4764"/>
                  <a:pt x="13918" y="4764"/>
                </a:cubicBezTo>
                <a:lnTo>
                  <a:pt x="212" y="4764"/>
                </a:lnTo>
                <a:cubicBezTo>
                  <a:pt x="184" y="4764"/>
                  <a:pt x="157" y="4759"/>
                  <a:pt x="131" y="4748"/>
                </a:cubicBezTo>
                <a:cubicBezTo>
                  <a:pt x="105" y="4737"/>
                  <a:pt x="82" y="4722"/>
                  <a:pt x="62" y="4702"/>
                </a:cubicBezTo>
                <a:cubicBezTo>
                  <a:pt x="42" y="4682"/>
                  <a:pt x="27" y="4659"/>
                  <a:pt x="16" y="4633"/>
                </a:cubicBezTo>
                <a:cubicBezTo>
                  <a:pt x="6" y="4607"/>
                  <a:pt x="0" y="4580"/>
                  <a:pt x="0" y="4552"/>
                </a:cubicBezTo>
                <a:lnTo>
                  <a:pt x="0" y="212"/>
                </a:lnTo>
                <a:cubicBezTo>
                  <a:pt x="0" y="184"/>
                  <a:pt x="6" y="157"/>
                  <a:pt x="16" y="131"/>
                </a:cubicBez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2" name="文本框 471"/>
          <p:cNvSpPr txBox="1"/>
          <p:nvPr/>
        </p:nvSpPr>
        <p:spPr>
          <a:xfrm>
            <a:off x="5019840" y="1309680"/>
            <a:ext cx="531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符合要求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3" name="文本框 472"/>
          <p:cNvSpPr txBox="1"/>
          <p:nvPr/>
        </p:nvSpPr>
        <p:spPr>
          <a:xfrm>
            <a:off x="619200" y="1729440"/>
            <a:ext cx="50745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采用类</a:t>
            </a:r>
            <a:r>
              <a:rPr lang="en-US" sz="113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Python</a:t>
            </a:r>
            <a:r>
              <a:rPr lang="zh-CN" sz="113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伪代码进行模块详细设计，覆盖核心业务逻辑，逻辑清晰，易于理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4" name="文本框 473"/>
          <p:cNvSpPr txBox="1"/>
          <p:nvPr/>
        </p:nvSpPr>
        <p:spPr>
          <a:xfrm>
            <a:off x="619200" y="1958040"/>
            <a:ext cx="28728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解。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5" name="文本框 474"/>
          <p:cNvSpPr txBox="1"/>
          <p:nvPr/>
        </p:nvSpPr>
        <p:spPr>
          <a:xfrm>
            <a:off x="771480" y="2498760"/>
            <a:ext cx="796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1" u="none" strike="noStrike">
                <a:solidFill>
                  <a:srgbClr val="165DFF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PROCEDURE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6" name="文本框 475"/>
          <p:cNvSpPr txBox="1"/>
          <p:nvPr/>
        </p:nvSpPr>
        <p:spPr>
          <a:xfrm>
            <a:off x="1571760" y="2481480"/>
            <a:ext cx="531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65DFF"/>
                </a:solidFill>
                <a:effectLst/>
                <a:uFillTx/>
                <a:latin typeface="WenQuanYiZenHeiMono"/>
                <a:ea typeface="WenQuanYiZenHeiMono"/>
              </a:rPr>
              <a:t>用户登录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7" name="文本框 476"/>
          <p:cNvSpPr txBox="1"/>
          <p:nvPr/>
        </p:nvSpPr>
        <p:spPr>
          <a:xfrm>
            <a:off x="2105280" y="2498760"/>
            <a:ext cx="20692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1" u="none" strike="noStrike">
                <a:solidFill>
                  <a:srgbClr val="165DFF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(openid, username, phone):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8" name="文本框 477"/>
          <p:cNvSpPr txBox="1"/>
          <p:nvPr/>
        </p:nvSpPr>
        <p:spPr>
          <a:xfrm>
            <a:off x="923760" y="2765520"/>
            <a:ext cx="239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1F2937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1.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9" name="文本框 478"/>
          <p:cNvSpPr txBox="1"/>
          <p:nvPr/>
        </p:nvSpPr>
        <p:spPr>
          <a:xfrm>
            <a:off x="1163880" y="2748240"/>
            <a:ext cx="1194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F2937"/>
                </a:solidFill>
                <a:effectLst/>
                <a:uFillTx/>
                <a:latin typeface="WenQuanYiZenHeiMono"/>
                <a:ea typeface="WenQuanYiZenHeiMono"/>
              </a:rPr>
              <a:t>检查用户是否已存在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0" name="文本框 479"/>
          <p:cNvSpPr txBox="1"/>
          <p:nvPr/>
        </p:nvSpPr>
        <p:spPr>
          <a:xfrm>
            <a:off x="1076400" y="2955960"/>
            <a:ext cx="32630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1F2937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SELECT * FROM users WHERE openid = openid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1" name="文本框 480"/>
          <p:cNvSpPr txBox="1"/>
          <p:nvPr/>
        </p:nvSpPr>
        <p:spPr>
          <a:xfrm>
            <a:off x="923760" y="3222720"/>
            <a:ext cx="239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1F2937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2.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2" name="文本框 481"/>
          <p:cNvSpPr txBox="1"/>
          <p:nvPr/>
        </p:nvSpPr>
        <p:spPr>
          <a:xfrm>
            <a:off x="1163880" y="3205440"/>
            <a:ext cx="796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F2937"/>
                </a:solidFill>
                <a:effectLst/>
                <a:uFillTx/>
                <a:latin typeface="WenQuanYiZenHeiMono"/>
                <a:ea typeface="WenQuanYiZenHeiMono"/>
              </a:rPr>
              <a:t>如果用户存在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3" name="文本框 482"/>
          <p:cNvSpPr txBox="1"/>
          <p:nvPr/>
        </p:nvSpPr>
        <p:spPr>
          <a:xfrm>
            <a:off x="1964160" y="3222720"/>
            <a:ext cx="1328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1F2937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4" name="文本框 483"/>
          <p:cNvSpPr txBox="1"/>
          <p:nvPr/>
        </p:nvSpPr>
        <p:spPr>
          <a:xfrm>
            <a:off x="1076400" y="3413160"/>
            <a:ext cx="239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1F2937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a.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5" name="文本框 484"/>
          <p:cNvSpPr txBox="1"/>
          <p:nvPr/>
        </p:nvSpPr>
        <p:spPr>
          <a:xfrm>
            <a:off x="1316520" y="3395880"/>
            <a:ext cx="13266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F2937"/>
                </a:solidFill>
                <a:effectLst/>
                <a:uFillTx/>
                <a:latin typeface="WenQuanYiZenHeiMono"/>
                <a:ea typeface="WenQuanYiZenHeiMono"/>
              </a:rPr>
              <a:t>更新用户最后登录时间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6" name="文本框 485"/>
          <p:cNvSpPr txBox="1"/>
          <p:nvPr/>
        </p:nvSpPr>
        <p:spPr>
          <a:xfrm>
            <a:off x="1076400" y="3603600"/>
            <a:ext cx="239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1F2937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b.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7" name="文本框 486"/>
          <p:cNvSpPr txBox="1"/>
          <p:nvPr/>
        </p:nvSpPr>
        <p:spPr>
          <a:xfrm>
            <a:off x="1316520" y="3586320"/>
            <a:ext cx="266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F2937"/>
                </a:solidFill>
                <a:effectLst/>
                <a:uFillTx/>
                <a:latin typeface="WenQuanYiZenHeiMono"/>
                <a:ea typeface="WenQuanYiZenHeiMono"/>
              </a:rPr>
              <a:t>生成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8" name="文本框 487"/>
          <p:cNvSpPr txBox="1"/>
          <p:nvPr/>
        </p:nvSpPr>
        <p:spPr>
          <a:xfrm>
            <a:off x="1582920" y="3603600"/>
            <a:ext cx="7167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1F2937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JWT Token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9" name="文本框 488"/>
          <p:cNvSpPr txBox="1"/>
          <p:nvPr/>
        </p:nvSpPr>
        <p:spPr>
          <a:xfrm>
            <a:off x="1076400" y="3794040"/>
            <a:ext cx="239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1F2937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c.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0" name="文本框 489"/>
          <p:cNvSpPr txBox="1"/>
          <p:nvPr/>
        </p:nvSpPr>
        <p:spPr>
          <a:xfrm>
            <a:off x="1316520" y="3776760"/>
            <a:ext cx="928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F2937"/>
                </a:solidFill>
                <a:effectLst/>
                <a:uFillTx/>
                <a:latin typeface="WenQuanYiZenHeiMono"/>
                <a:ea typeface="WenQuanYiZenHeiMono"/>
              </a:rPr>
              <a:t>返回用户信息和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1" name="文本框 490"/>
          <p:cNvSpPr txBox="1"/>
          <p:nvPr/>
        </p:nvSpPr>
        <p:spPr>
          <a:xfrm>
            <a:off x="2250000" y="3794040"/>
            <a:ext cx="3985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1F2937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Token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2" name="文本框 491"/>
          <p:cNvSpPr txBox="1"/>
          <p:nvPr/>
        </p:nvSpPr>
        <p:spPr>
          <a:xfrm>
            <a:off x="923760" y="4060800"/>
            <a:ext cx="239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1F2937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3.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3" name="文本框 492"/>
          <p:cNvSpPr txBox="1"/>
          <p:nvPr/>
        </p:nvSpPr>
        <p:spPr>
          <a:xfrm>
            <a:off x="1163880" y="4043520"/>
            <a:ext cx="928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F2937"/>
                </a:solidFill>
                <a:effectLst/>
                <a:uFillTx/>
                <a:latin typeface="WenQuanYiZenHeiMono"/>
                <a:ea typeface="WenQuanYiZenHeiMono"/>
              </a:rPr>
              <a:t>如果用户不存在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4" name="文本框 493"/>
          <p:cNvSpPr txBox="1"/>
          <p:nvPr/>
        </p:nvSpPr>
        <p:spPr>
          <a:xfrm>
            <a:off x="2097360" y="4060800"/>
            <a:ext cx="1328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1F2937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5" name="文本框 494"/>
          <p:cNvSpPr txBox="1"/>
          <p:nvPr/>
        </p:nvSpPr>
        <p:spPr>
          <a:xfrm>
            <a:off x="1076400" y="4251240"/>
            <a:ext cx="239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1F2937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a.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6" name="文本框 495"/>
          <p:cNvSpPr txBox="1"/>
          <p:nvPr/>
        </p:nvSpPr>
        <p:spPr>
          <a:xfrm>
            <a:off x="1316520" y="4233960"/>
            <a:ext cx="928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F2937"/>
                </a:solidFill>
                <a:effectLst/>
                <a:uFillTx/>
                <a:latin typeface="WenQuanYiZenHeiMono"/>
                <a:ea typeface="WenQuanYiZenHeiMono"/>
              </a:rPr>
              <a:t>插入新用户记录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7" name="文本框 496"/>
          <p:cNvSpPr txBox="1"/>
          <p:nvPr/>
        </p:nvSpPr>
        <p:spPr>
          <a:xfrm>
            <a:off x="771480" y="4746600"/>
            <a:ext cx="796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1" u="none" strike="noStrike">
                <a:solidFill>
                  <a:srgbClr val="165DFF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PROCEDURE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8" name="文本框 497"/>
          <p:cNvSpPr txBox="1"/>
          <p:nvPr/>
        </p:nvSpPr>
        <p:spPr>
          <a:xfrm>
            <a:off x="1571760" y="4729320"/>
            <a:ext cx="531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65DFF"/>
                </a:solidFill>
                <a:effectLst/>
                <a:uFillTx/>
                <a:latin typeface="WenQuanYiZenHeiMono"/>
                <a:ea typeface="WenQuanYiZenHeiMono"/>
              </a:rPr>
              <a:t>商品购买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9" name="文本框 498"/>
          <p:cNvSpPr txBox="1"/>
          <p:nvPr/>
        </p:nvSpPr>
        <p:spPr>
          <a:xfrm>
            <a:off x="2105280" y="4746600"/>
            <a:ext cx="23875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1" u="none" strike="noStrike">
                <a:solidFill>
                  <a:srgbClr val="165DFF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(user_id, goods_id, quantity):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0" name="文本框 499"/>
          <p:cNvSpPr txBox="1"/>
          <p:nvPr/>
        </p:nvSpPr>
        <p:spPr>
          <a:xfrm>
            <a:off x="923760" y="5013360"/>
            <a:ext cx="239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1F2937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1.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1" name="文本框 500"/>
          <p:cNvSpPr txBox="1"/>
          <p:nvPr/>
        </p:nvSpPr>
        <p:spPr>
          <a:xfrm>
            <a:off x="1163880" y="4996080"/>
            <a:ext cx="796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F2937"/>
                </a:solidFill>
                <a:effectLst/>
                <a:uFillTx/>
                <a:latin typeface="WenQuanYiZenHeiMono"/>
                <a:ea typeface="WenQuanYiZenHeiMono"/>
              </a:rPr>
              <a:t>验证用户状态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2" name="文本框 501"/>
          <p:cNvSpPr txBox="1"/>
          <p:nvPr/>
        </p:nvSpPr>
        <p:spPr>
          <a:xfrm>
            <a:off x="923760" y="5203800"/>
            <a:ext cx="239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1F2937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2.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3" name="文本框 502"/>
          <p:cNvSpPr txBox="1"/>
          <p:nvPr/>
        </p:nvSpPr>
        <p:spPr>
          <a:xfrm>
            <a:off x="1163880" y="5186520"/>
            <a:ext cx="796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F2937"/>
                </a:solidFill>
                <a:effectLst/>
                <a:uFillTx/>
                <a:latin typeface="WenQuanYiZenHeiMono"/>
                <a:ea typeface="WenQuanYiZenHeiMono"/>
              </a:rPr>
              <a:t>验证商品库存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4" name="文本框 503"/>
          <p:cNvSpPr txBox="1"/>
          <p:nvPr/>
        </p:nvSpPr>
        <p:spPr>
          <a:xfrm>
            <a:off x="923760" y="5394240"/>
            <a:ext cx="239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1F2937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3.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5" name="文本框 504"/>
          <p:cNvSpPr txBox="1"/>
          <p:nvPr/>
        </p:nvSpPr>
        <p:spPr>
          <a:xfrm>
            <a:off x="1163880" y="5376960"/>
            <a:ext cx="928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F2937"/>
                </a:solidFill>
                <a:effectLst/>
                <a:uFillTx/>
                <a:latin typeface="WenQuanYiZenHeiMono"/>
                <a:ea typeface="WenQuanYiZenHeiMono"/>
              </a:rPr>
              <a:t>开启数据库事务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6" name="文本框 505"/>
          <p:cNvSpPr txBox="1"/>
          <p:nvPr/>
        </p:nvSpPr>
        <p:spPr>
          <a:xfrm>
            <a:off x="2097360" y="5394240"/>
            <a:ext cx="1328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1F2937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7" name="文本框 506"/>
          <p:cNvSpPr txBox="1"/>
          <p:nvPr/>
        </p:nvSpPr>
        <p:spPr>
          <a:xfrm>
            <a:off x="1076400" y="5585040"/>
            <a:ext cx="239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1F2937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a.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8" name="文本框 507"/>
          <p:cNvSpPr txBox="1"/>
          <p:nvPr/>
        </p:nvSpPr>
        <p:spPr>
          <a:xfrm>
            <a:off x="1316520" y="5567400"/>
            <a:ext cx="796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F2937"/>
                </a:solidFill>
                <a:effectLst/>
                <a:uFillTx/>
                <a:latin typeface="WenQuanYiZenHeiMono"/>
                <a:ea typeface="WenQuanYiZenHeiMono"/>
              </a:rPr>
              <a:t>扣减商品库存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9" name="文本框 508"/>
          <p:cNvSpPr txBox="1"/>
          <p:nvPr/>
        </p:nvSpPr>
        <p:spPr>
          <a:xfrm>
            <a:off x="1076400" y="5775480"/>
            <a:ext cx="239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1F2937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b.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0" name="文本框 509"/>
          <p:cNvSpPr txBox="1"/>
          <p:nvPr/>
        </p:nvSpPr>
        <p:spPr>
          <a:xfrm>
            <a:off x="1316520" y="5758200"/>
            <a:ext cx="796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F2937"/>
                </a:solidFill>
                <a:effectLst/>
                <a:uFillTx/>
                <a:latin typeface="WenQuanYiZenHeiMono"/>
                <a:ea typeface="WenQuanYiZenHeiMono"/>
              </a:rPr>
              <a:t>创建订单记录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1" name="文本框 510"/>
          <p:cNvSpPr txBox="1"/>
          <p:nvPr/>
        </p:nvSpPr>
        <p:spPr>
          <a:xfrm>
            <a:off x="1076400" y="5965920"/>
            <a:ext cx="239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1F2937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c.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2" name="文本框 511"/>
          <p:cNvSpPr txBox="1"/>
          <p:nvPr/>
        </p:nvSpPr>
        <p:spPr>
          <a:xfrm>
            <a:off x="1316520" y="5948640"/>
            <a:ext cx="928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F2937"/>
                </a:solidFill>
                <a:effectLst/>
                <a:uFillTx/>
                <a:latin typeface="WenQuanYiZenHeiMono"/>
                <a:ea typeface="WenQuanYiZenHeiMono"/>
              </a:rPr>
              <a:t>创建订单项记录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3" name="文本框 512"/>
          <p:cNvSpPr txBox="1"/>
          <p:nvPr/>
        </p:nvSpPr>
        <p:spPr>
          <a:xfrm>
            <a:off x="1076400" y="6156360"/>
            <a:ext cx="239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1F2937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d.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4" name="任意多边形 513"/>
          <p:cNvSpPr/>
          <p:nvPr/>
        </p:nvSpPr>
        <p:spPr>
          <a:xfrm>
            <a:off x="6248160" y="1009440"/>
            <a:ext cx="5563080" cy="5515200"/>
          </a:xfrm>
          <a:custGeom>
            <a:avLst/>
            <a:gdLst/>
            <a:ahLst/>
            <a:cxnLst/>
            <a:rect l="0" t="0" r="r" b="b"/>
            <a:pathLst>
              <a:path w="15453" h="15320">
                <a:moveTo>
                  <a:pt x="24" y="196"/>
                </a:moveTo>
                <a:cubicBezTo>
                  <a:pt x="40" y="157"/>
                  <a:pt x="63" y="123"/>
                  <a:pt x="93" y="93"/>
                </a:cubicBezTo>
                <a:cubicBezTo>
                  <a:pt x="123" y="63"/>
                  <a:pt x="157" y="40"/>
                  <a:pt x="196" y="24"/>
                </a:cubicBezTo>
                <a:cubicBezTo>
                  <a:pt x="235" y="8"/>
                  <a:pt x="276" y="0"/>
                  <a:pt x="318" y="0"/>
                </a:cubicBezTo>
                <a:lnTo>
                  <a:pt x="15135" y="0"/>
                </a:lnTo>
                <a:cubicBezTo>
                  <a:pt x="15177" y="0"/>
                  <a:pt x="15218" y="8"/>
                  <a:pt x="15257" y="24"/>
                </a:cubicBezTo>
                <a:cubicBezTo>
                  <a:pt x="15296" y="40"/>
                  <a:pt x="15330" y="63"/>
                  <a:pt x="15360" y="93"/>
                </a:cubicBezTo>
                <a:cubicBezTo>
                  <a:pt x="15390" y="123"/>
                  <a:pt x="15413" y="157"/>
                  <a:pt x="15429" y="196"/>
                </a:cubicBezTo>
                <a:cubicBezTo>
                  <a:pt x="15445" y="235"/>
                  <a:pt x="15453" y="275"/>
                  <a:pt x="15453" y="318"/>
                </a:cubicBezTo>
                <a:lnTo>
                  <a:pt x="15453" y="15003"/>
                </a:lnTo>
                <a:cubicBezTo>
                  <a:pt x="15453" y="15045"/>
                  <a:pt x="15445" y="15086"/>
                  <a:pt x="15429" y="15124"/>
                </a:cubicBezTo>
                <a:cubicBezTo>
                  <a:pt x="15413" y="15163"/>
                  <a:pt x="15390" y="15198"/>
                  <a:pt x="15360" y="15227"/>
                </a:cubicBezTo>
                <a:cubicBezTo>
                  <a:pt x="15330" y="15257"/>
                  <a:pt x="15296" y="15280"/>
                  <a:pt x="15257" y="15296"/>
                </a:cubicBezTo>
                <a:cubicBezTo>
                  <a:pt x="15218" y="15312"/>
                  <a:pt x="15177" y="15320"/>
                  <a:pt x="15135" y="15320"/>
                </a:cubicBezTo>
                <a:lnTo>
                  <a:pt x="318" y="15320"/>
                </a:lnTo>
                <a:cubicBezTo>
                  <a:pt x="276" y="15320"/>
                  <a:pt x="235" y="15312"/>
                  <a:pt x="196" y="15296"/>
                </a:cubicBezTo>
                <a:cubicBezTo>
                  <a:pt x="157" y="15280"/>
                  <a:pt x="123" y="15257"/>
                  <a:pt x="93" y="15227"/>
                </a:cubicBezTo>
                <a:cubicBezTo>
                  <a:pt x="63" y="15198"/>
                  <a:pt x="40" y="15163"/>
                  <a:pt x="24" y="15124"/>
                </a:cubicBezTo>
                <a:cubicBezTo>
                  <a:pt x="8" y="15086"/>
                  <a:pt x="0" y="15045"/>
                  <a:pt x="0" y="15003"/>
                </a:cubicBezTo>
                <a:lnTo>
                  <a:pt x="0" y="318"/>
                </a:lnTo>
                <a:cubicBezTo>
                  <a:pt x="0" y="275"/>
                  <a:pt x="8" y="235"/>
                  <a:pt x="24" y="19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6" name="文本框 515"/>
          <p:cNvSpPr txBox="1"/>
          <p:nvPr/>
        </p:nvSpPr>
        <p:spPr>
          <a:xfrm>
            <a:off x="1316520" y="6139080"/>
            <a:ext cx="531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F2937"/>
                </a:solidFill>
                <a:effectLst/>
                <a:uFillTx/>
                <a:latin typeface="WenQuanYiZenHeiMono"/>
                <a:ea typeface="WenQuanYiZenHeiMono"/>
              </a:rPr>
              <a:t>提交事务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7" name="任意多边形 516"/>
          <p:cNvSpPr/>
          <p:nvPr/>
        </p:nvSpPr>
        <p:spPr>
          <a:xfrm>
            <a:off x="10524960" y="1247760"/>
            <a:ext cx="1047960" cy="304920"/>
          </a:xfrm>
          <a:custGeom>
            <a:avLst/>
            <a:gdLst/>
            <a:ahLst/>
            <a:cxnLst/>
            <a:rect l="0" t="0" r="r" b="b"/>
            <a:pathLst>
              <a:path w="2911" h="847">
                <a:moveTo>
                  <a:pt x="0" y="424"/>
                </a:moveTo>
                <a:cubicBezTo>
                  <a:pt x="0" y="396"/>
                  <a:pt x="3" y="369"/>
                  <a:pt x="8" y="340"/>
                </a:cubicBezTo>
                <a:cubicBezTo>
                  <a:pt x="14" y="313"/>
                  <a:pt x="22" y="287"/>
                  <a:pt x="32" y="261"/>
                </a:cubicBezTo>
                <a:cubicBezTo>
                  <a:pt x="43" y="235"/>
                  <a:pt x="56" y="211"/>
                  <a:pt x="71" y="188"/>
                </a:cubicBezTo>
                <a:cubicBezTo>
                  <a:pt x="87" y="165"/>
                  <a:pt x="104" y="143"/>
                  <a:pt x="124" y="124"/>
                </a:cubicBezTo>
                <a:cubicBezTo>
                  <a:pt x="144" y="104"/>
                  <a:pt x="165" y="86"/>
                  <a:pt x="188" y="71"/>
                </a:cubicBezTo>
                <a:cubicBezTo>
                  <a:pt x="211" y="55"/>
                  <a:pt x="236" y="42"/>
                  <a:pt x="261" y="32"/>
                </a:cubicBezTo>
                <a:cubicBezTo>
                  <a:pt x="287" y="21"/>
                  <a:pt x="313" y="13"/>
                  <a:pt x="341" y="8"/>
                </a:cubicBezTo>
                <a:cubicBezTo>
                  <a:pt x="368" y="2"/>
                  <a:pt x="395" y="0"/>
                  <a:pt x="423" y="0"/>
                </a:cubicBezTo>
                <a:lnTo>
                  <a:pt x="2488" y="0"/>
                </a:lnTo>
                <a:cubicBezTo>
                  <a:pt x="2516" y="0"/>
                  <a:pt x="2543" y="2"/>
                  <a:pt x="2571" y="8"/>
                </a:cubicBezTo>
                <a:cubicBezTo>
                  <a:pt x="2598" y="13"/>
                  <a:pt x="2624" y="21"/>
                  <a:pt x="2650" y="32"/>
                </a:cubicBezTo>
                <a:cubicBezTo>
                  <a:pt x="2676" y="42"/>
                  <a:pt x="2700" y="55"/>
                  <a:pt x="2723" y="71"/>
                </a:cubicBezTo>
                <a:cubicBezTo>
                  <a:pt x="2746" y="86"/>
                  <a:pt x="2768" y="104"/>
                  <a:pt x="2787" y="124"/>
                </a:cubicBezTo>
                <a:cubicBezTo>
                  <a:pt x="2807" y="143"/>
                  <a:pt x="2825" y="165"/>
                  <a:pt x="2840" y="188"/>
                </a:cubicBezTo>
                <a:cubicBezTo>
                  <a:pt x="2855" y="211"/>
                  <a:pt x="2869" y="235"/>
                  <a:pt x="2879" y="261"/>
                </a:cubicBezTo>
                <a:cubicBezTo>
                  <a:pt x="2890" y="287"/>
                  <a:pt x="2898" y="313"/>
                  <a:pt x="2903" y="340"/>
                </a:cubicBezTo>
                <a:cubicBezTo>
                  <a:pt x="2909" y="369"/>
                  <a:pt x="2911" y="396"/>
                  <a:pt x="2911" y="424"/>
                </a:cubicBezTo>
                <a:cubicBezTo>
                  <a:pt x="2911" y="452"/>
                  <a:pt x="2909" y="479"/>
                  <a:pt x="2903" y="506"/>
                </a:cubicBezTo>
                <a:cubicBezTo>
                  <a:pt x="2898" y="534"/>
                  <a:pt x="2890" y="560"/>
                  <a:pt x="2879" y="586"/>
                </a:cubicBezTo>
                <a:cubicBezTo>
                  <a:pt x="2869" y="612"/>
                  <a:pt x="2855" y="636"/>
                  <a:pt x="2840" y="659"/>
                </a:cubicBezTo>
                <a:cubicBezTo>
                  <a:pt x="2825" y="682"/>
                  <a:pt x="2807" y="704"/>
                  <a:pt x="2787" y="723"/>
                </a:cubicBezTo>
                <a:cubicBezTo>
                  <a:pt x="2768" y="743"/>
                  <a:pt x="2746" y="760"/>
                  <a:pt x="2723" y="776"/>
                </a:cubicBezTo>
                <a:cubicBezTo>
                  <a:pt x="2700" y="791"/>
                  <a:pt x="2676" y="804"/>
                  <a:pt x="2650" y="815"/>
                </a:cubicBezTo>
                <a:cubicBezTo>
                  <a:pt x="2624" y="826"/>
                  <a:pt x="2598" y="834"/>
                  <a:pt x="2571" y="839"/>
                </a:cubicBezTo>
                <a:cubicBezTo>
                  <a:pt x="2543" y="844"/>
                  <a:pt x="2516" y="847"/>
                  <a:pt x="2488" y="847"/>
                </a:cubicBezTo>
                <a:lnTo>
                  <a:pt x="423" y="847"/>
                </a:lnTo>
                <a:cubicBezTo>
                  <a:pt x="395" y="847"/>
                  <a:pt x="368" y="844"/>
                  <a:pt x="341" y="839"/>
                </a:cubicBezTo>
                <a:cubicBezTo>
                  <a:pt x="313" y="834"/>
                  <a:pt x="287" y="826"/>
                  <a:pt x="261" y="815"/>
                </a:cubicBezTo>
                <a:cubicBezTo>
                  <a:pt x="236" y="804"/>
                  <a:pt x="211" y="791"/>
                  <a:pt x="188" y="776"/>
                </a:cubicBezTo>
                <a:cubicBezTo>
                  <a:pt x="165" y="760"/>
                  <a:pt x="144" y="743"/>
                  <a:pt x="124" y="723"/>
                </a:cubicBezTo>
                <a:cubicBezTo>
                  <a:pt x="104" y="704"/>
                  <a:pt x="87" y="682"/>
                  <a:pt x="71" y="659"/>
                </a:cubicBezTo>
                <a:cubicBezTo>
                  <a:pt x="56" y="636"/>
                  <a:pt x="43" y="612"/>
                  <a:pt x="32" y="586"/>
                </a:cubicBezTo>
                <a:cubicBezTo>
                  <a:pt x="22" y="560"/>
                  <a:pt x="14" y="534"/>
                  <a:pt x="8" y="506"/>
                </a:cubicBezTo>
                <a:cubicBezTo>
                  <a:pt x="3" y="479"/>
                  <a:pt x="0" y="452"/>
                  <a:pt x="0" y="424"/>
                </a:cubicBezTo>
                <a:close/>
              </a:path>
            </a:pathLst>
          </a:custGeom>
          <a:solidFill>
            <a:srgbClr val="00B42A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8" name="任意多边形 517"/>
          <p:cNvSpPr/>
          <p:nvPr/>
        </p:nvSpPr>
        <p:spPr>
          <a:xfrm>
            <a:off x="10677240" y="1333440"/>
            <a:ext cx="133920" cy="133560"/>
          </a:xfrm>
          <a:custGeom>
            <a:avLst/>
            <a:gdLst/>
            <a:ahLst/>
            <a:cxnLst/>
            <a:rect l="0" t="0" r="r" b="b"/>
            <a:pathLst>
              <a:path w="372" h="371">
                <a:moveTo>
                  <a:pt x="186" y="371"/>
                </a:moveTo>
                <a:cubicBezTo>
                  <a:pt x="199" y="371"/>
                  <a:pt x="211" y="370"/>
                  <a:pt x="223" y="368"/>
                </a:cubicBezTo>
                <a:cubicBezTo>
                  <a:pt x="235" y="365"/>
                  <a:pt x="246" y="362"/>
                  <a:pt x="257" y="357"/>
                </a:cubicBezTo>
                <a:cubicBezTo>
                  <a:pt x="269" y="352"/>
                  <a:pt x="279" y="347"/>
                  <a:pt x="289" y="340"/>
                </a:cubicBezTo>
                <a:cubicBezTo>
                  <a:pt x="300" y="333"/>
                  <a:pt x="309" y="325"/>
                  <a:pt x="317" y="317"/>
                </a:cubicBezTo>
                <a:cubicBezTo>
                  <a:pt x="326" y="308"/>
                  <a:pt x="334" y="299"/>
                  <a:pt x="340" y="289"/>
                </a:cubicBezTo>
                <a:cubicBezTo>
                  <a:pt x="347" y="279"/>
                  <a:pt x="353" y="268"/>
                  <a:pt x="358" y="257"/>
                </a:cubicBezTo>
                <a:cubicBezTo>
                  <a:pt x="362" y="246"/>
                  <a:pt x="366" y="234"/>
                  <a:pt x="368" y="222"/>
                </a:cubicBezTo>
                <a:cubicBezTo>
                  <a:pt x="371" y="210"/>
                  <a:pt x="372" y="198"/>
                  <a:pt x="372" y="186"/>
                </a:cubicBezTo>
                <a:cubicBezTo>
                  <a:pt x="372" y="173"/>
                  <a:pt x="371" y="161"/>
                  <a:pt x="368" y="149"/>
                </a:cubicBezTo>
                <a:cubicBezTo>
                  <a:pt x="366" y="137"/>
                  <a:pt x="362" y="125"/>
                  <a:pt x="358" y="114"/>
                </a:cubicBezTo>
                <a:cubicBezTo>
                  <a:pt x="353" y="103"/>
                  <a:pt x="347" y="92"/>
                  <a:pt x="340" y="82"/>
                </a:cubicBezTo>
                <a:cubicBezTo>
                  <a:pt x="334" y="72"/>
                  <a:pt x="326" y="63"/>
                  <a:pt x="317" y="54"/>
                </a:cubicBezTo>
                <a:cubicBezTo>
                  <a:pt x="309" y="45"/>
                  <a:pt x="300" y="38"/>
                  <a:pt x="289" y="31"/>
                </a:cubicBezTo>
                <a:cubicBezTo>
                  <a:pt x="279" y="24"/>
                  <a:pt x="269" y="18"/>
                  <a:pt x="257" y="14"/>
                </a:cubicBezTo>
                <a:cubicBezTo>
                  <a:pt x="246" y="9"/>
                  <a:pt x="235" y="6"/>
                  <a:pt x="223" y="3"/>
                </a:cubicBezTo>
                <a:cubicBezTo>
                  <a:pt x="211" y="1"/>
                  <a:pt x="199" y="0"/>
                  <a:pt x="186" y="0"/>
                </a:cubicBezTo>
                <a:cubicBezTo>
                  <a:pt x="174" y="0"/>
                  <a:pt x="162" y="1"/>
                  <a:pt x="150" y="3"/>
                </a:cubicBezTo>
                <a:cubicBezTo>
                  <a:pt x="138" y="6"/>
                  <a:pt x="127" y="9"/>
                  <a:pt x="115" y="14"/>
                </a:cubicBezTo>
                <a:cubicBezTo>
                  <a:pt x="103" y="18"/>
                  <a:pt x="93" y="24"/>
                  <a:pt x="83" y="31"/>
                </a:cubicBezTo>
                <a:cubicBezTo>
                  <a:pt x="72" y="38"/>
                  <a:pt x="63" y="45"/>
                  <a:pt x="55" y="54"/>
                </a:cubicBezTo>
                <a:cubicBezTo>
                  <a:pt x="46" y="63"/>
                  <a:pt x="38" y="72"/>
                  <a:pt x="32" y="82"/>
                </a:cubicBezTo>
                <a:cubicBezTo>
                  <a:pt x="25" y="92"/>
                  <a:pt x="19" y="103"/>
                  <a:pt x="14" y="114"/>
                </a:cubicBezTo>
                <a:cubicBezTo>
                  <a:pt x="10" y="125"/>
                  <a:pt x="6" y="137"/>
                  <a:pt x="4" y="149"/>
                </a:cubicBezTo>
                <a:cubicBezTo>
                  <a:pt x="1" y="161"/>
                  <a:pt x="0" y="173"/>
                  <a:pt x="0" y="186"/>
                </a:cubicBezTo>
                <a:cubicBezTo>
                  <a:pt x="0" y="198"/>
                  <a:pt x="1" y="210"/>
                  <a:pt x="4" y="222"/>
                </a:cubicBezTo>
                <a:cubicBezTo>
                  <a:pt x="6" y="234"/>
                  <a:pt x="10" y="246"/>
                  <a:pt x="14" y="257"/>
                </a:cubicBezTo>
                <a:cubicBezTo>
                  <a:pt x="19" y="268"/>
                  <a:pt x="25" y="279"/>
                  <a:pt x="32" y="289"/>
                </a:cubicBezTo>
                <a:cubicBezTo>
                  <a:pt x="38" y="299"/>
                  <a:pt x="46" y="308"/>
                  <a:pt x="55" y="317"/>
                </a:cubicBezTo>
                <a:cubicBezTo>
                  <a:pt x="63" y="325"/>
                  <a:pt x="72" y="333"/>
                  <a:pt x="83" y="340"/>
                </a:cubicBezTo>
                <a:cubicBezTo>
                  <a:pt x="93" y="347"/>
                  <a:pt x="103" y="352"/>
                  <a:pt x="115" y="357"/>
                </a:cubicBezTo>
                <a:cubicBezTo>
                  <a:pt x="127" y="362"/>
                  <a:pt x="138" y="365"/>
                  <a:pt x="150" y="368"/>
                </a:cubicBezTo>
                <a:cubicBezTo>
                  <a:pt x="162" y="370"/>
                  <a:pt x="174" y="371"/>
                  <a:pt x="186" y="371"/>
                </a:cubicBezTo>
                <a:moveTo>
                  <a:pt x="268" y="151"/>
                </a:moveTo>
                <a:lnTo>
                  <a:pt x="176" y="244"/>
                </a:lnTo>
                <a:cubicBezTo>
                  <a:pt x="169" y="251"/>
                  <a:pt x="158" y="251"/>
                  <a:pt x="151" y="244"/>
                </a:cubicBezTo>
                <a:lnTo>
                  <a:pt x="104" y="198"/>
                </a:lnTo>
                <a:cubicBezTo>
                  <a:pt x="97" y="191"/>
                  <a:pt x="97" y="179"/>
                  <a:pt x="104" y="173"/>
                </a:cubicBezTo>
                <a:cubicBezTo>
                  <a:pt x="111" y="166"/>
                  <a:pt x="122" y="166"/>
                  <a:pt x="129" y="173"/>
                </a:cubicBezTo>
                <a:lnTo>
                  <a:pt x="163" y="208"/>
                </a:lnTo>
                <a:lnTo>
                  <a:pt x="244" y="126"/>
                </a:lnTo>
                <a:cubicBezTo>
                  <a:pt x="250" y="119"/>
                  <a:pt x="261" y="119"/>
                  <a:pt x="268" y="126"/>
                </a:cubicBezTo>
                <a:cubicBezTo>
                  <a:pt x="275" y="133"/>
                  <a:pt x="275" y="144"/>
                  <a:pt x="268" y="151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9" name="文本框 518"/>
          <p:cNvSpPr txBox="1"/>
          <p:nvPr/>
        </p:nvSpPr>
        <p:spPr>
          <a:xfrm>
            <a:off x="6486480" y="1274040"/>
            <a:ext cx="2039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评审项目</a:t>
            </a:r>
            <a:r>
              <a:rPr lang="en-US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14</a:t>
            </a:r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：代码规范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1" name="任意多边形 520"/>
          <p:cNvSpPr/>
          <p:nvPr/>
        </p:nvSpPr>
        <p:spPr>
          <a:xfrm>
            <a:off x="6486480" y="3514680"/>
            <a:ext cx="38160" cy="1009800"/>
          </a:xfrm>
          <a:custGeom>
            <a:avLst/>
            <a:gdLst/>
            <a:ahLst/>
            <a:cxnLst/>
            <a:rect l="0" t="0" r="r" b="b"/>
            <a:pathLst>
              <a:path w="106" h="2805">
                <a:moveTo>
                  <a:pt x="0" y="0"/>
                </a:moveTo>
                <a:lnTo>
                  <a:pt x="106" y="0"/>
                </a:lnTo>
                <a:lnTo>
                  <a:pt x="106" y="2805"/>
                </a:lnTo>
                <a:lnTo>
                  <a:pt x="0" y="2805"/>
                </a:lnTo>
                <a:lnTo>
                  <a:pt x="0" y="0"/>
                </a:ln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2" name="文本框 521"/>
          <p:cNvSpPr txBox="1"/>
          <p:nvPr/>
        </p:nvSpPr>
        <p:spPr>
          <a:xfrm>
            <a:off x="10887120" y="1309680"/>
            <a:ext cx="531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符合要求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3" name="文本框 522"/>
          <p:cNvSpPr txBox="1"/>
          <p:nvPr/>
        </p:nvSpPr>
        <p:spPr>
          <a:xfrm>
            <a:off x="6486480" y="1729440"/>
            <a:ext cx="487152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制定了完整的代码规范文档，并通过内部代码走查确保规范落地，代码质量达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4" name="任意多边形 523"/>
          <p:cNvSpPr/>
          <p:nvPr/>
        </p:nvSpPr>
        <p:spPr>
          <a:xfrm>
            <a:off x="6498720" y="2403000"/>
            <a:ext cx="165960" cy="165960"/>
          </a:xfrm>
          <a:custGeom>
            <a:avLst/>
            <a:gdLst/>
            <a:ahLst/>
            <a:cxnLst/>
            <a:rect l="0" t="0" r="r" b="b"/>
            <a:pathLst>
              <a:path w="461" h="461">
                <a:moveTo>
                  <a:pt x="139" y="408"/>
                </a:moveTo>
                <a:lnTo>
                  <a:pt x="127" y="436"/>
                </a:lnTo>
                <a:cubicBezTo>
                  <a:pt x="109" y="427"/>
                  <a:pt x="93" y="416"/>
                  <a:pt x="78" y="403"/>
                </a:cubicBezTo>
                <a:lnTo>
                  <a:pt x="99" y="382"/>
                </a:lnTo>
                <a:cubicBezTo>
                  <a:pt x="111" y="392"/>
                  <a:pt x="125" y="401"/>
                  <a:pt x="139" y="408"/>
                </a:cubicBezTo>
                <a:moveTo>
                  <a:pt x="30" y="245"/>
                </a:moveTo>
                <a:lnTo>
                  <a:pt x="0" y="245"/>
                </a:lnTo>
                <a:cubicBezTo>
                  <a:pt x="1" y="265"/>
                  <a:pt x="5" y="284"/>
                  <a:pt x="11" y="302"/>
                </a:cubicBezTo>
                <a:lnTo>
                  <a:pt x="39" y="291"/>
                </a:lnTo>
                <a:cubicBezTo>
                  <a:pt x="34" y="276"/>
                  <a:pt x="31" y="261"/>
                  <a:pt x="30" y="245"/>
                </a:cubicBezTo>
                <a:moveTo>
                  <a:pt x="30" y="215"/>
                </a:moveTo>
                <a:cubicBezTo>
                  <a:pt x="31" y="198"/>
                  <a:pt x="35" y="181"/>
                  <a:pt x="40" y="165"/>
                </a:cubicBezTo>
                <a:lnTo>
                  <a:pt x="13" y="153"/>
                </a:lnTo>
                <a:cubicBezTo>
                  <a:pt x="6" y="173"/>
                  <a:pt x="1" y="194"/>
                  <a:pt x="0" y="215"/>
                </a:cubicBezTo>
                <a:lnTo>
                  <a:pt x="30" y="215"/>
                </a:lnTo>
                <a:moveTo>
                  <a:pt x="52" y="138"/>
                </a:moveTo>
                <a:cubicBezTo>
                  <a:pt x="59" y="124"/>
                  <a:pt x="68" y="111"/>
                  <a:pt x="78" y="99"/>
                </a:cubicBezTo>
                <a:lnTo>
                  <a:pt x="57" y="78"/>
                </a:lnTo>
                <a:cubicBezTo>
                  <a:pt x="44" y="92"/>
                  <a:pt x="33" y="108"/>
                  <a:pt x="24" y="126"/>
                </a:cubicBezTo>
                <a:lnTo>
                  <a:pt x="52" y="138"/>
                </a:lnTo>
                <a:moveTo>
                  <a:pt x="362" y="382"/>
                </a:moveTo>
                <a:cubicBezTo>
                  <a:pt x="349" y="393"/>
                  <a:pt x="335" y="403"/>
                  <a:pt x="319" y="411"/>
                </a:cubicBezTo>
                <a:lnTo>
                  <a:pt x="331" y="438"/>
                </a:lnTo>
                <a:cubicBezTo>
                  <a:pt x="350" y="429"/>
                  <a:pt x="368" y="417"/>
                  <a:pt x="383" y="403"/>
                </a:cubicBezTo>
                <a:lnTo>
                  <a:pt x="362" y="382"/>
                </a:lnTo>
                <a:moveTo>
                  <a:pt x="99" y="78"/>
                </a:moveTo>
                <a:cubicBezTo>
                  <a:pt x="112" y="67"/>
                  <a:pt x="127" y="57"/>
                  <a:pt x="143" y="50"/>
                </a:cubicBezTo>
                <a:lnTo>
                  <a:pt x="132" y="22"/>
                </a:lnTo>
                <a:cubicBezTo>
                  <a:pt x="112" y="31"/>
                  <a:pt x="94" y="43"/>
                  <a:pt x="78" y="57"/>
                </a:cubicBezTo>
                <a:lnTo>
                  <a:pt x="99" y="78"/>
                </a:lnTo>
                <a:moveTo>
                  <a:pt x="410" y="323"/>
                </a:moveTo>
                <a:cubicBezTo>
                  <a:pt x="402" y="337"/>
                  <a:pt x="394" y="349"/>
                  <a:pt x="383" y="361"/>
                </a:cubicBezTo>
                <a:lnTo>
                  <a:pt x="404" y="382"/>
                </a:lnTo>
                <a:cubicBezTo>
                  <a:pt x="417" y="368"/>
                  <a:pt x="428" y="352"/>
                  <a:pt x="437" y="334"/>
                </a:cubicBezTo>
                <a:lnTo>
                  <a:pt x="410" y="323"/>
                </a:lnTo>
                <a:moveTo>
                  <a:pt x="432" y="245"/>
                </a:moveTo>
                <a:cubicBezTo>
                  <a:pt x="430" y="262"/>
                  <a:pt x="427" y="279"/>
                  <a:pt x="421" y="295"/>
                </a:cubicBezTo>
                <a:lnTo>
                  <a:pt x="449" y="307"/>
                </a:lnTo>
                <a:cubicBezTo>
                  <a:pt x="456" y="287"/>
                  <a:pt x="460" y="267"/>
                  <a:pt x="461" y="245"/>
                </a:cubicBezTo>
                <a:lnTo>
                  <a:pt x="432" y="245"/>
                </a:lnTo>
                <a:moveTo>
                  <a:pt x="292" y="422"/>
                </a:moveTo>
                <a:cubicBezTo>
                  <a:pt x="277" y="426"/>
                  <a:pt x="262" y="429"/>
                  <a:pt x="246" y="430"/>
                </a:cubicBezTo>
                <a:lnTo>
                  <a:pt x="246" y="461"/>
                </a:lnTo>
                <a:cubicBezTo>
                  <a:pt x="266" y="460"/>
                  <a:pt x="285" y="456"/>
                  <a:pt x="303" y="449"/>
                </a:cubicBezTo>
                <a:lnTo>
                  <a:pt x="292" y="422"/>
                </a:lnTo>
                <a:moveTo>
                  <a:pt x="216" y="430"/>
                </a:moveTo>
                <a:cubicBezTo>
                  <a:pt x="199" y="429"/>
                  <a:pt x="182" y="426"/>
                  <a:pt x="166" y="420"/>
                </a:cubicBezTo>
                <a:lnTo>
                  <a:pt x="154" y="448"/>
                </a:lnTo>
                <a:cubicBezTo>
                  <a:pt x="174" y="456"/>
                  <a:pt x="195" y="460"/>
                  <a:pt x="216" y="461"/>
                </a:cubicBezTo>
                <a:lnTo>
                  <a:pt x="216" y="430"/>
                </a:lnTo>
                <a:moveTo>
                  <a:pt x="423" y="169"/>
                </a:moveTo>
                <a:cubicBezTo>
                  <a:pt x="427" y="184"/>
                  <a:pt x="430" y="199"/>
                  <a:pt x="432" y="215"/>
                </a:cubicBezTo>
                <a:lnTo>
                  <a:pt x="461" y="215"/>
                </a:lnTo>
                <a:cubicBezTo>
                  <a:pt x="460" y="196"/>
                  <a:pt x="456" y="176"/>
                  <a:pt x="451" y="158"/>
                </a:cubicBezTo>
                <a:lnTo>
                  <a:pt x="423" y="169"/>
                </a:lnTo>
                <a:moveTo>
                  <a:pt x="78" y="361"/>
                </a:moveTo>
                <a:cubicBezTo>
                  <a:pt x="67" y="348"/>
                  <a:pt x="57" y="334"/>
                  <a:pt x="50" y="318"/>
                </a:cubicBezTo>
                <a:lnTo>
                  <a:pt x="22" y="329"/>
                </a:lnTo>
                <a:cubicBezTo>
                  <a:pt x="31" y="349"/>
                  <a:pt x="43" y="366"/>
                  <a:pt x="57" y="382"/>
                </a:cubicBezTo>
                <a:lnTo>
                  <a:pt x="78" y="361"/>
                </a:lnTo>
                <a:moveTo>
                  <a:pt x="246" y="30"/>
                </a:moveTo>
                <a:cubicBezTo>
                  <a:pt x="264" y="31"/>
                  <a:pt x="280" y="35"/>
                  <a:pt x="296" y="40"/>
                </a:cubicBezTo>
                <a:lnTo>
                  <a:pt x="308" y="13"/>
                </a:lnTo>
                <a:cubicBezTo>
                  <a:pt x="289" y="6"/>
                  <a:pt x="268" y="1"/>
                  <a:pt x="246" y="0"/>
                </a:cubicBezTo>
                <a:lnTo>
                  <a:pt x="246" y="30"/>
                </a:lnTo>
                <a:moveTo>
                  <a:pt x="171" y="39"/>
                </a:moveTo>
                <a:cubicBezTo>
                  <a:pt x="185" y="34"/>
                  <a:pt x="201" y="31"/>
                  <a:pt x="216" y="30"/>
                </a:cubicBezTo>
                <a:lnTo>
                  <a:pt x="216" y="0"/>
                </a:lnTo>
                <a:cubicBezTo>
                  <a:pt x="197" y="1"/>
                  <a:pt x="178" y="5"/>
                  <a:pt x="159" y="11"/>
                </a:cubicBezTo>
                <a:lnTo>
                  <a:pt x="171" y="39"/>
                </a:lnTo>
                <a:moveTo>
                  <a:pt x="404" y="78"/>
                </a:moveTo>
                <a:lnTo>
                  <a:pt x="383" y="99"/>
                </a:lnTo>
                <a:cubicBezTo>
                  <a:pt x="395" y="112"/>
                  <a:pt x="404" y="126"/>
                  <a:pt x="412" y="142"/>
                </a:cubicBezTo>
                <a:lnTo>
                  <a:pt x="439" y="131"/>
                </a:lnTo>
                <a:cubicBezTo>
                  <a:pt x="430" y="112"/>
                  <a:pt x="418" y="94"/>
                  <a:pt x="404" y="78"/>
                </a:cubicBezTo>
                <a:moveTo>
                  <a:pt x="362" y="78"/>
                </a:moveTo>
                <a:lnTo>
                  <a:pt x="383" y="57"/>
                </a:lnTo>
                <a:cubicBezTo>
                  <a:pt x="369" y="44"/>
                  <a:pt x="353" y="33"/>
                  <a:pt x="336" y="24"/>
                </a:cubicBezTo>
                <a:lnTo>
                  <a:pt x="324" y="52"/>
                </a:lnTo>
                <a:cubicBezTo>
                  <a:pt x="338" y="59"/>
                  <a:pt x="351" y="68"/>
                  <a:pt x="362" y="78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5" name="任意多边形 524"/>
          <p:cNvSpPr/>
          <p:nvPr/>
        </p:nvSpPr>
        <p:spPr>
          <a:xfrm>
            <a:off x="6573240" y="2513520"/>
            <a:ext cx="17280" cy="17280"/>
          </a:xfrm>
          <a:custGeom>
            <a:avLst/>
            <a:gdLst/>
            <a:ahLst/>
            <a:cxnLst/>
            <a:rect l="0" t="0" r="r" b="b"/>
            <a:pathLst>
              <a:path w="48" h="48">
                <a:moveTo>
                  <a:pt x="48" y="24"/>
                </a:moveTo>
                <a:cubicBezTo>
                  <a:pt x="48" y="30"/>
                  <a:pt x="45" y="37"/>
                  <a:pt x="41" y="41"/>
                </a:cubicBezTo>
                <a:cubicBezTo>
                  <a:pt x="36" y="46"/>
                  <a:pt x="31" y="48"/>
                  <a:pt x="23" y="48"/>
                </a:cubicBezTo>
                <a:cubicBezTo>
                  <a:pt x="17" y="48"/>
                  <a:pt x="11" y="46"/>
                  <a:pt x="7" y="41"/>
                </a:cubicBezTo>
                <a:cubicBezTo>
                  <a:pt x="2" y="37"/>
                  <a:pt x="0" y="30"/>
                  <a:pt x="0" y="24"/>
                </a:cubicBezTo>
                <a:cubicBezTo>
                  <a:pt x="0" y="17"/>
                  <a:pt x="2" y="12"/>
                  <a:pt x="7" y="7"/>
                </a:cubicBezTo>
                <a:cubicBezTo>
                  <a:pt x="11" y="3"/>
                  <a:pt x="17" y="0"/>
                  <a:pt x="23" y="0"/>
                </a:cubicBezTo>
                <a:cubicBezTo>
                  <a:pt x="31" y="0"/>
                  <a:pt x="36" y="3"/>
                  <a:pt x="41" y="7"/>
                </a:cubicBezTo>
                <a:cubicBezTo>
                  <a:pt x="45" y="12"/>
                  <a:pt x="48" y="17"/>
                  <a:pt x="48" y="24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6" name="任意多边形 525"/>
          <p:cNvSpPr/>
          <p:nvPr/>
        </p:nvSpPr>
        <p:spPr>
          <a:xfrm>
            <a:off x="6573600" y="2440800"/>
            <a:ext cx="16200" cy="64800"/>
          </a:xfrm>
          <a:custGeom>
            <a:avLst/>
            <a:gdLst/>
            <a:ahLst/>
            <a:cxnLst/>
            <a:rect l="0" t="0" r="r" b="b"/>
            <a:pathLst>
              <a:path w="45" h="180">
                <a:moveTo>
                  <a:pt x="0" y="12"/>
                </a:moveTo>
                <a:lnTo>
                  <a:pt x="7" y="169"/>
                </a:lnTo>
                <a:cubicBezTo>
                  <a:pt x="7" y="175"/>
                  <a:pt x="12" y="180"/>
                  <a:pt x="18" y="180"/>
                </a:cubicBezTo>
                <a:lnTo>
                  <a:pt x="26" y="180"/>
                </a:lnTo>
                <a:cubicBezTo>
                  <a:pt x="32" y="180"/>
                  <a:pt x="38" y="175"/>
                  <a:pt x="39" y="169"/>
                </a:cubicBezTo>
                <a:lnTo>
                  <a:pt x="45" y="12"/>
                </a:lnTo>
                <a:cubicBezTo>
                  <a:pt x="45" y="6"/>
                  <a:pt x="40" y="0"/>
                  <a:pt x="33" y="0"/>
                </a:cubicBezTo>
                <a:lnTo>
                  <a:pt x="12" y="0"/>
                </a:lnTo>
                <a:cubicBezTo>
                  <a:pt x="5" y="0"/>
                  <a:pt x="0" y="6"/>
                  <a:pt x="0" y="12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7" name="文本框 526"/>
          <p:cNvSpPr txBox="1"/>
          <p:nvPr/>
        </p:nvSpPr>
        <p:spPr>
          <a:xfrm>
            <a:off x="6486480" y="1958040"/>
            <a:ext cx="28728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标。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8" name="文本框 527"/>
          <p:cNvSpPr txBox="1"/>
          <p:nvPr/>
        </p:nvSpPr>
        <p:spPr>
          <a:xfrm>
            <a:off x="6791400" y="2377080"/>
            <a:ext cx="57384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命名规范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9" name="任意多边形 528"/>
          <p:cNvSpPr/>
          <p:nvPr/>
        </p:nvSpPr>
        <p:spPr>
          <a:xfrm>
            <a:off x="9156240" y="2403000"/>
            <a:ext cx="165960" cy="165960"/>
          </a:xfrm>
          <a:custGeom>
            <a:avLst/>
            <a:gdLst/>
            <a:ahLst/>
            <a:cxnLst/>
            <a:rect l="0" t="0" r="r" b="b"/>
            <a:pathLst>
              <a:path w="461" h="461">
                <a:moveTo>
                  <a:pt x="139" y="408"/>
                </a:moveTo>
                <a:lnTo>
                  <a:pt x="127" y="436"/>
                </a:lnTo>
                <a:cubicBezTo>
                  <a:pt x="109" y="427"/>
                  <a:pt x="92" y="416"/>
                  <a:pt x="78" y="403"/>
                </a:cubicBezTo>
                <a:lnTo>
                  <a:pt x="100" y="382"/>
                </a:lnTo>
                <a:cubicBezTo>
                  <a:pt x="112" y="392"/>
                  <a:pt x="125" y="401"/>
                  <a:pt x="139" y="408"/>
                </a:cubicBezTo>
                <a:moveTo>
                  <a:pt x="30" y="245"/>
                </a:moveTo>
                <a:lnTo>
                  <a:pt x="0" y="245"/>
                </a:lnTo>
                <a:cubicBezTo>
                  <a:pt x="1" y="265"/>
                  <a:pt x="5" y="284"/>
                  <a:pt x="11" y="302"/>
                </a:cubicBezTo>
                <a:lnTo>
                  <a:pt x="38" y="291"/>
                </a:lnTo>
                <a:cubicBezTo>
                  <a:pt x="34" y="276"/>
                  <a:pt x="31" y="261"/>
                  <a:pt x="30" y="245"/>
                </a:cubicBezTo>
                <a:moveTo>
                  <a:pt x="30" y="215"/>
                </a:moveTo>
                <a:cubicBezTo>
                  <a:pt x="31" y="198"/>
                  <a:pt x="35" y="181"/>
                  <a:pt x="40" y="165"/>
                </a:cubicBezTo>
                <a:lnTo>
                  <a:pt x="13" y="153"/>
                </a:lnTo>
                <a:cubicBezTo>
                  <a:pt x="6" y="173"/>
                  <a:pt x="1" y="194"/>
                  <a:pt x="0" y="215"/>
                </a:cubicBezTo>
                <a:lnTo>
                  <a:pt x="30" y="215"/>
                </a:lnTo>
                <a:moveTo>
                  <a:pt x="52" y="138"/>
                </a:moveTo>
                <a:cubicBezTo>
                  <a:pt x="59" y="124"/>
                  <a:pt x="68" y="111"/>
                  <a:pt x="78" y="99"/>
                </a:cubicBezTo>
                <a:lnTo>
                  <a:pt x="57" y="78"/>
                </a:lnTo>
                <a:cubicBezTo>
                  <a:pt x="44" y="92"/>
                  <a:pt x="33" y="108"/>
                  <a:pt x="24" y="126"/>
                </a:cubicBezTo>
                <a:lnTo>
                  <a:pt x="52" y="138"/>
                </a:lnTo>
                <a:moveTo>
                  <a:pt x="362" y="382"/>
                </a:moveTo>
                <a:cubicBezTo>
                  <a:pt x="349" y="393"/>
                  <a:pt x="335" y="403"/>
                  <a:pt x="319" y="411"/>
                </a:cubicBezTo>
                <a:lnTo>
                  <a:pt x="330" y="438"/>
                </a:lnTo>
                <a:cubicBezTo>
                  <a:pt x="350" y="429"/>
                  <a:pt x="367" y="417"/>
                  <a:pt x="383" y="403"/>
                </a:cubicBezTo>
                <a:lnTo>
                  <a:pt x="362" y="382"/>
                </a:lnTo>
                <a:moveTo>
                  <a:pt x="100" y="78"/>
                </a:moveTo>
                <a:cubicBezTo>
                  <a:pt x="113" y="67"/>
                  <a:pt x="127" y="57"/>
                  <a:pt x="143" y="50"/>
                </a:cubicBezTo>
                <a:lnTo>
                  <a:pt x="132" y="22"/>
                </a:lnTo>
                <a:cubicBezTo>
                  <a:pt x="112" y="31"/>
                  <a:pt x="94" y="43"/>
                  <a:pt x="78" y="57"/>
                </a:cubicBezTo>
                <a:lnTo>
                  <a:pt x="100" y="78"/>
                </a:lnTo>
                <a:moveTo>
                  <a:pt x="409" y="323"/>
                </a:moveTo>
                <a:cubicBezTo>
                  <a:pt x="402" y="337"/>
                  <a:pt x="393" y="349"/>
                  <a:pt x="383" y="361"/>
                </a:cubicBezTo>
                <a:lnTo>
                  <a:pt x="404" y="382"/>
                </a:lnTo>
                <a:cubicBezTo>
                  <a:pt x="417" y="368"/>
                  <a:pt x="428" y="352"/>
                  <a:pt x="437" y="334"/>
                </a:cubicBezTo>
                <a:lnTo>
                  <a:pt x="409" y="323"/>
                </a:lnTo>
                <a:moveTo>
                  <a:pt x="431" y="245"/>
                </a:moveTo>
                <a:cubicBezTo>
                  <a:pt x="430" y="262"/>
                  <a:pt x="427" y="279"/>
                  <a:pt x="421" y="295"/>
                </a:cubicBezTo>
                <a:lnTo>
                  <a:pt x="449" y="307"/>
                </a:lnTo>
                <a:cubicBezTo>
                  <a:pt x="456" y="287"/>
                  <a:pt x="460" y="267"/>
                  <a:pt x="461" y="245"/>
                </a:cubicBezTo>
                <a:lnTo>
                  <a:pt x="431" y="245"/>
                </a:lnTo>
                <a:moveTo>
                  <a:pt x="292" y="422"/>
                </a:moveTo>
                <a:cubicBezTo>
                  <a:pt x="277" y="426"/>
                  <a:pt x="262" y="429"/>
                  <a:pt x="246" y="430"/>
                </a:cubicBezTo>
                <a:lnTo>
                  <a:pt x="246" y="461"/>
                </a:lnTo>
                <a:cubicBezTo>
                  <a:pt x="266" y="460"/>
                  <a:pt x="285" y="456"/>
                  <a:pt x="303" y="449"/>
                </a:cubicBezTo>
                <a:lnTo>
                  <a:pt x="292" y="422"/>
                </a:lnTo>
                <a:moveTo>
                  <a:pt x="216" y="430"/>
                </a:moveTo>
                <a:cubicBezTo>
                  <a:pt x="199" y="429"/>
                  <a:pt x="182" y="426"/>
                  <a:pt x="166" y="420"/>
                </a:cubicBezTo>
                <a:lnTo>
                  <a:pt x="154" y="448"/>
                </a:lnTo>
                <a:cubicBezTo>
                  <a:pt x="174" y="456"/>
                  <a:pt x="195" y="460"/>
                  <a:pt x="216" y="461"/>
                </a:cubicBezTo>
                <a:lnTo>
                  <a:pt x="216" y="430"/>
                </a:lnTo>
                <a:moveTo>
                  <a:pt x="423" y="169"/>
                </a:moveTo>
                <a:cubicBezTo>
                  <a:pt x="427" y="184"/>
                  <a:pt x="430" y="199"/>
                  <a:pt x="431" y="215"/>
                </a:cubicBezTo>
                <a:lnTo>
                  <a:pt x="461" y="215"/>
                </a:lnTo>
                <a:cubicBezTo>
                  <a:pt x="460" y="196"/>
                  <a:pt x="456" y="176"/>
                  <a:pt x="450" y="158"/>
                </a:cubicBezTo>
                <a:lnTo>
                  <a:pt x="423" y="169"/>
                </a:lnTo>
                <a:moveTo>
                  <a:pt x="78" y="361"/>
                </a:moveTo>
                <a:cubicBezTo>
                  <a:pt x="67" y="348"/>
                  <a:pt x="57" y="334"/>
                  <a:pt x="50" y="318"/>
                </a:cubicBezTo>
                <a:lnTo>
                  <a:pt x="22" y="329"/>
                </a:lnTo>
                <a:cubicBezTo>
                  <a:pt x="31" y="349"/>
                  <a:pt x="43" y="366"/>
                  <a:pt x="57" y="382"/>
                </a:cubicBezTo>
                <a:lnTo>
                  <a:pt x="78" y="361"/>
                </a:lnTo>
                <a:moveTo>
                  <a:pt x="246" y="30"/>
                </a:moveTo>
                <a:cubicBezTo>
                  <a:pt x="263" y="31"/>
                  <a:pt x="280" y="35"/>
                  <a:pt x="296" y="40"/>
                </a:cubicBezTo>
                <a:lnTo>
                  <a:pt x="308" y="13"/>
                </a:lnTo>
                <a:cubicBezTo>
                  <a:pt x="288" y="6"/>
                  <a:pt x="268" y="1"/>
                  <a:pt x="246" y="0"/>
                </a:cubicBezTo>
                <a:lnTo>
                  <a:pt x="246" y="30"/>
                </a:lnTo>
                <a:moveTo>
                  <a:pt x="170" y="39"/>
                </a:moveTo>
                <a:cubicBezTo>
                  <a:pt x="185" y="34"/>
                  <a:pt x="200" y="31"/>
                  <a:pt x="216" y="30"/>
                </a:cubicBezTo>
                <a:lnTo>
                  <a:pt x="216" y="0"/>
                </a:lnTo>
                <a:cubicBezTo>
                  <a:pt x="196" y="1"/>
                  <a:pt x="177" y="5"/>
                  <a:pt x="159" y="11"/>
                </a:cubicBezTo>
                <a:lnTo>
                  <a:pt x="170" y="39"/>
                </a:lnTo>
                <a:moveTo>
                  <a:pt x="404" y="78"/>
                </a:moveTo>
                <a:lnTo>
                  <a:pt x="383" y="99"/>
                </a:lnTo>
                <a:cubicBezTo>
                  <a:pt x="394" y="112"/>
                  <a:pt x="404" y="126"/>
                  <a:pt x="412" y="142"/>
                </a:cubicBezTo>
                <a:lnTo>
                  <a:pt x="439" y="131"/>
                </a:lnTo>
                <a:cubicBezTo>
                  <a:pt x="430" y="112"/>
                  <a:pt x="418" y="94"/>
                  <a:pt x="404" y="78"/>
                </a:cubicBezTo>
                <a:moveTo>
                  <a:pt x="362" y="78"/>
                </a:moveTo>
                <a:lnTo>
                  <a:pt x="383" y="57"/>
                </a:lnTo>
                <a:cubicBezTo>
                  <a:pt x="369" y="44"/>
                  <a:pt x="353" y="33"/>
                  <a:pt x="335" y="24"/>
                </a:cubicBezTo>
                <a:lnTo>
                  <a:pt x="324" y="52"/>
                </a:lnTo>
                <a:cubicBezTo>
                  <a:pt x="337" y="59"/>
                  <a:pt x="351" y="68"/>
                  <a:pt x="362" y="78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0" name="任意多边形 529"/>
          <p:cNvSpPr/>
          <p:nvPr/>
        </p:nvSpPr>
        <p:spPr>
          <a:xfrm>
            <a:off x="9230760" y="2513520"/>
            <a:ext cx="16920" cy="17280"/>
          </a:xfrm>
          <a:custGeom>
            <a:avLst/>
            <a:gdLst/>
            <a:ahLst/>
            <a:cxnLst/>
            <a:rect l="0" t="0" r="r" b="b"/>
            <a:pathLst>
              <a:path w="47" h="48">
                <a:moveTo>
                  <a:pt x="47" y="24"/>
                </a:moveTo>
                <a:cubicBezTo>
                  <a:pt x="47" y="30"/>
                  <a:pt x="45" y="37"/>
                  <a:pt x="41" y="41"/>
                </a:cubicBezTo>
                <a:cubicBezTo>
                  <a:pt x="36" y="46"/>
                  <a:pt x="31" y="48"/>
                  <a:pt x="24" y="48"/>
                </a:cubicBezTo>
                <a:cubicBezTo>
                  <a:pt x="18" y="48"/>
                  <a:pt x="12" y="46"/>
                  <a:pt x="8" y="41"/>
                </a:cubicBezTo>
                <a:cubicBezTo>
                  <a:pt x="2" y="37"/>
                  <a:pt x="0" y="30"/>
                  <a:pt x="0" y="24"/>
                </a:cubicBezTo>
                <a:cubicBezTo>
                  <a:pt x="0" y="17"/>
                  <a:pt x="2" y="12"/>
                  <a:pt x="8" y="7"/>
                </a:cubicBezTo>
                <a:cubicBezTo>
                  <a:pt x="12" y="3"/>
                  <a:pt x="18" y="0"/>
                  <a:pt x="24" y="0"/>
                </a:cubicBezTo>
                <a:cubicBezTo>
                  <a:pt x="31" y="0"/>
                  <a:pt x="36" y="3"/>
                  <a:pt x="41" y="7"/>
                </a:cubicBezTo>
                <a:cubicBezTo>
                  <a:pt x="45" y="12"/>
                  <a:pt x="47" y="17"/>
                  <a:pt x="47" y="24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1" name="任意多边形 530"/>
          <p:cNvSpPr/>
          <p:nvPr/>
        </p:nvSpPr>
        <p:spPr>
          <a:xfrm>
            <a:off x="9231120" y="2440800"/>
            <a:ext cx="16200" cy="64800"/>
          </a:xfrm>
          <a:custGeom>
            <a:avLst/>
            <a:gdLst/>
            <a:ahLst/>
            <a:cxnLst/>
            <a:rect l="0" t="0" r="r" b="b"/>
            <a:pathLst>
              <a:path w="45" h="180">
                <a:moveTo>
                  <a:pt x="0" y="12"/>
                </a:moveTo>
                <a:lnTo>
                  <a:pt x="7" y="169"/>
                </a:lnTo>
                <a:cubicBezTo>
                  <a:pt x="7" y="175"/>
                  <a:pt x="13" y="180"/>
                  <a:pt x="19" y="180"/>
                </a:cubicBezTo>
                <a:lnTo>
                  <a:pt x="27" y="180"/>
                </a:lnTo>
                <a:cubicBezTo>
                  <a:pt x="33" y="180"/>
                  <a:pt x="38" y="175"/>
                  <a:pt x="38" y="169"/>
                </a:cubicBezTo>
                <a:lnTo>
                  <a:pt x="45" y="12"/>
                </a:lnTo>
                <a:cubicBezTo>
                  <a:pt x="45" y="6"/>
                  <a:pt x="40" y="0"/>
                  <a:pt x="34" y="0"/>
                </a:cubicBezTo>
                <a:lnTo>
                  <a:pt x="12" y="0"/>
                </a:lnTo>
                <a:cubicBezTo>
                  <a:pt x="5" y="0"/>
                  <a:pt x="0" y="6"/>
                  <a:pt x="0" y="12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2" name="文本框 531"/>
          <p:cNvSpPr txBox="1"/>
          <p:nvPr/>
        </p:nvSpPr>
        <p:spPr>
          <a:xfrm>
            <a:off x="6791400" y="2576520"/>
            <a:ext cx="1591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采用驼峰命名法，见名知意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3" name="文本框 532"/>
          <p:cNvSpPr txBox="1"/>
          <p:nvPr/>
        </p:nvSpPr>
        <p:spPr>
          <a:xfrm>
            <a:off x="9448920" y="2377080"/>
            <a:ext cx="57384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注释规范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4" name="任意多边形 533"/>
          <p:cNvSpPr/>
          <p:nvPr/>
        </p:nvSpPr>
        <p:spPr>
          <a:xfrm>
            <a:off x="6506640" y="2963160"/>
            <a:ext cx="150480" cy="150480"/>
          </a:xfrm>
          <a:custGeom>
            <a:avLst/>
            <a:gdLst/>
            <a:ahLst/>
            <a:cxnLst/>
            <a:rect l="0" t="0" r="r" b="b"/>
            <a:pathLst>
              <a:path w="418" h="418">
                <a:moveTo>
                  <a:pt x="0" y="30"/>
                </a:moveTo>
                <a:cubicBezTo>
                  <a:pt x="0" y="14"/>
                  <a:pt x="13" y="0"/>
                  <a:pt x="31" y="0"/>
                </a:cubicBezTo>
                <a:lnTo>
                  <a:pt x="388" y="0"/>
                </a:lnTo>
                <a:cubicBezTo>
                  <a:pt x="404" y="0"/>
                  <a:pt x="418" y="14"/>
                  <a:pt x="418" y="30"/>
                </a:cubicBezTo>
                <a:cubicBezTo>
                  <a:pt x="418" y="47"/>
                  <a:pt x="404" y="60"/>
                  <a:pt x="388" y="60"/>
                </a:cubicBezTo>
                <a:lnTo>
                  <a:pt x="31" y="60"/>
                </a:lnTo>
                <a:cubicBezTo>
                  <a:pt x="13" y="60"/>
                  <a:pt x="0" y="47"/>
                  <a:pt x="0" y="30"/>
                </a:cubicBezTo>
                <a:moveTo>
                  <a:pt x="179" y="149"/>
                </a:moveTo>
                <a:cubicBezTo>
                  <a:pt x="179" y="133"/>
                  <a:pt x="193" y="119"/>
                  <a:pt x="209" y="119"/>
                </a:cubicBezTo>
                <a:lnTo>
                  <a:pt x="388" y="119"/>
                </a:lnTo>
                <a:cubicBezTo>
                  <a:pt x="404" y="119"/>
                  <a:pt x="418" y="133"/>
                  <a:pt x="418" y="149"/>
                </a:cubicBezTo>
                <a:cubicBezTo>
                  <a:pt x="418" y="166"/>
                  <a:pt x="404" y="179"/>
                  <a:pt x="388" y="179"/>
                </a:cubicBezTo>
                <a:lnTo>
                  <a:pt x="209" y="179"/>
                </a:lnTo>
                <a:cubicBezTo>
                  <a:pt x="193" y="179"/>
                  <a:pt x="179" y="166"/>
                  <a:pt x="179" y="149"/>
                </a:cubicBezTo>
                <a:moveTo>
                  <a:pt x="209" y="238"/>
                </a:moveTo>
                <a:lnTo>
                  <a:pt x="388" y="238"/>
                </a:lnTo>
                <a:cubicBezTo>
                  <a:pt x="404" y="238"/>
                  <a:pt x="418" y="252"/>
                  <a:pt x="418" y="268"/>
                </a:cubicBezTo>
                <a:cubicBezTo>
                  <a:pt x="418" y="285"/>
                  <a:pt x="404" y="299"/>
                  <a:pt x="388" y="299"/>
                </a:cubicBezTo>
                <a:lnTo>
                  <a:pt x="209" y="299"/>
                </a:lnTo>
                <a:cubicBezTo>
                  <a:pt x="193" y="299"/>
                  <a:pt x="179" y="285"/>
                  <a:pt x="179" y="268"/>
                </a:cubicBezTo>
                <a:cubicBezTo>
                  <a:pt x="179" y="252"/>
                  <a:pt x="193" y="238"/>
                  <a:pt x="209" y="238"/>
                </a:cubicBezTo>
                <a:moveTo>
                  <a:pt x="0" y="388"/>
                </a:moveTo>
                <a:cubicBezTo>
                  <a:pt x="0" y="372"/>
                  <a:pt x="13" y="359"/>
                  <a:pt x="31" y="359"/>
                </a:cubicBezTo>
                <a:lnTo>
                  <a:pt x="388" y="359"/>
                </a:lnTo>
                <a:cubicBezTo>
                  <a:pt x="404" y="359"/>
                  <a:pt x="418" y="372"/>
                  <a:pt x="418" y="388"/>
                </a:cubicBezTo>
                <a:cubicBezTo>
                  <a:pt x="418" y="405"/>
                  <a:pt x="404" y="418"/>
                  <a:pt x="388" y="418"/>
                </a:cubicBezTo>
                <a:lnTo>
                  <a:pt x="31" y="418"/>
                </a:lnTo>
                <a:cubicBezTo>
                  <a:pt x="13" y="418"/>
                  <a:pt x="0" y="405"/>
                  <a:pt x="0" y="388"/>
                </a:cubicBezTo>
                <a:moveTo>
                  <a:pt x="120" y="220"/>
                </a:moveTo>
                <a:lnTo>
                  <a:pt x="25" y="294"/>
                </a:lnTo>
                <a:cubicBezTo>
                  <a:pt x="14" y="303"/>
                  <a:pt x="0" y="295"/>
                  <a:pt x="0" y="282"/>
                </a:cubicBezTo>
                <a:lnTo>
                  <a:pt x="0" y="135"/>
                </a:lnTo>
                <a:cubicBezTo>
                  <a:pt x="0" y="123"/>
                  <a:pt x="14" y="116"/>
                  <a:pt x="25" y="123"/>
                </a:cubicBezTo>
                <a:lnTo>
                  <a:pt x="120" y="197"/>
                </a:lnTo>
                <a:cubicBezTo>
                  <a:pt x="127" y="203"/>
                  <a:pt x="127" y="215"/>
                  <a:pt x="120" y="221"/>
                </a:cubicBezTo>
                <a:lnTo>
                  <a:pt x="120" y="220"/>
                </a:ln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5" name="文本框 534"/>
          <p:cNvSpPr txBox="1"/>
          <p:nvPr/>
        </p:nvSpPr>
        <p:spPr>
          <a:xfrm>
            <a:off x="9448920" y="2576520"/>
            <a:ext cx="1724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包含功能、参数及返回值说明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6" name="文本框 535"/>
          <p:cNvSpPr txBox="1"/>
          <p:nvPr/>
        </p:nvSpPr>
        <p:spPr>
          <a:xfrm>
            <a:off x="6791400" y="2929320"/>
            <a:ext cx="57384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格式规范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7" name="任意多边形 536"/>
          <p:cNvSpPr/>
          <p:nvPr/>
        </p:nvSpPr>
        <p:spPr>
          <a:xfrm>
            <a:off x="9153360" y="2952720"/>
            <a:ext cx="171720" cy="171720"/>
          </a:xfrm>
          <a:custGeom>
            <a:avLst/>
            <a:gdLst/>
            <a:ahLst/>
            <a:cxnLst/>
            <a:rect l="0" t="0" r="r" b="b"/>
            <a:pathLst>
              <a:path w="477" h="477">
                <a:moveTo>
                  <a:pt x="388" y="194"/>
                </a:moveTo>
                <a:cubicBezTo>
                  <a:pt x="388" y="237"/>
                  <a:pt x="374" y="276"/>
                  <a:pt x="351" y="308"/>
                </a:cubicBezTo>
                <a:lnTo>
                  <a:pt x="468" y="426"/>
                </a:lnTo>
                <a:cubicBezTo>
                  <a:pt x="480" y="438"/>
                  <a:pt x="480" y="457"/>
                  <a:pt x="468" y="468"/>
                </a:cubicBezTo>
                <a:cubicBezTo>
                  <a:pt x="457" y="480"/>
                  <a:pt x="438" y="480"/>
                  <a:pt x="426" y="468"/>
                </a:cubicBezTo>
                <a:lnTo>
                  <a:pt x="309" y="350"/>
                </a:lnTo>
                <a:cubicBezTo>
                  <a:pt x="277" y="374"/>
                  <a:pt x="237" y="388"/>
                  <a:pt x="194" y="388"/>
                </a:cubicBezTo>
                <a:cubicBezTo>
                  <a:pt x="88" y="388"/>
                  <a:pt x="0" y="301"/>
                  <a:pt x="0" y="194"/>
                </a:cubicBezTo>
                <a:cubicBezTo>
                  <a:pt x="0" y="86"/>
                  <a:pt x="88" y="0"/>
                  <a:pt x="194" y="0"/>
                </a:cubicBezTo>
                <a:cubicBezTo>
                  <a:pt x="301" y="0"/>
                  <a:pt x="388" y="86"/>
                  <a:pt x="388" y="194"/>
                </a:cubicBezTo>
                <a:moveTo>
                  <a:pt x="194" y="328"/>
                </a:moveTo>
                <a:cubicBezTo>
                  <a:pt x="212" y="328"/>
                  <a:pt x="229" y="325"/>
                  <a:pt x="246" y="318"/>
                </a:cubicBezTo>
                <a:cubicBezTo>
                  <a:pt x="262" y="311"/>
                  <a:pt x="277" y="301"/>
                  <a:pt x="289" y="289"/>
                </a:cubicBezTo>
                <a:cubicBezTo>
                  <a:pt x="302" y="276"/>
                  <a:pt x="311" y="262"/>
                  <a:pt x="318" y="245"/>
                </a:cubicBezTo>
                <a:cubicBezTo>
                  <a:pt x="325" y="229"/>
                  <a:pt x="328" y="212"/>
                  <a:pt x="328" y="194"/>
                </a:cubicBezTo>
                <a:cubicBezTo>
                  <a:pt x="328" y="176"/>
                  <a:pt x="325" y="159"/>
                  <a:pt x="318" y="143"/>
                </a:cubicBezTo>
                <a:cubicBezTo>
                  <a:pt x="311" y="125"/>
                  <a:pt x="302" y="111"/>
                  <a:pt x="289" y="98"/>
                </a:cubicBezTo>
                <a:cubicBezTo>
                  <a:pt x="277" y="86"/>
                  <a:pt x="262" y="76"/>
                  <a:pt x="246" y="69"/>
                </a:cubicBezTo>
                <a:cubicBezTo>
                  <a:pt x="229" y="63"/>
                  <a:pt x="212" y="59"/>
                  <a:pt x="194" y="59"/>
                </a:cubicBezTo>
                <a:cubicBezTo>
                  <a:pt x="177" y="59"/>
                  <a:pt x="160" y="63"/>
                  <a:pt x="143" y="69"/>
                </a:cubicBezTo>
                <a:cubicBezTo>
                  <a:pt x="127" y="76"/>
                  <a:pt x="112" y="86"/>
                  <a:pt x="100" y="98"/>
                </a:cubicBezTo>
                <a:cubicBezTo>
                  <a:pt x="87" y="111"/>
                  <a:pt x="77" y="125"/>
                  <a:pt x="71" y="143"/>
                </a:cubicBezTo>
                <a:cubicBezTo>
                  <a:pt x="64" y="159"/>
                  <a:pt x="60" y="176"/>
                  <a:pt x="60" y="194"/>
                </a:cubicBezTo>
                <a:cubicBezTo>
                  <a:pt x="60" y="212"/>
                  <a:pt x="64" y="229"/>
                  <a:pt x="71" y="245"/>
                </a:cubicBezTo>
                <a:cubicBezTo>
                  <a:pt x="77" y="262"/>
                  <a:pt x="87" y="276"/>
                  <a:pt x="100" y="289"/>
                </a:cubicBezTo>
                <a:cubicBezTo>
                  <a:pt x="112" y="301"/>
                  <a:pt x="127" y="311"/>
                  <a:pt x="143" y="318"/>
                </a:cubicBezTo>
                <a:cubicBezTo>
                  <a:pt x="160" y="325"/>
                  <a:pt x="177" y="328"/>
                  <a:pt x="194" y="328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8" name="文本框 537"/>
          <p:cNvSpPr txBox="1"/>
          <p:nvPr/>
        </p:nvSpPr>
        <p:spPr>
          <a:xfrm>
            <a:off x="6791400" y="3138480"/>
            <a:ext cx="21430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4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空格缩进，行长度不超过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120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字符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9" name="文本框 538"/>
          <p:cNvSpPr txBox="1"/>
          <p:nvPr/>
        </p:nvSpPr>
        <p:spPr>
          <a:xfrm>
            <a:off x="9448920" y="2929320"/>
            <a:ext cx="57384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代码走查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0" name="文本框 539"/>
          <p:cNvSpPr txBox="1"/>
          <p:nvPr/>
        </p:nvSpPr>
        <p:spPr>
          <a:xfrm>
            <a:off x="9448920" y="3138480"/>
            <a:ext cx="17985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4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人参与，覆盖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15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个核心文件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4" name="文本框 543"/>
          <p:cNvSpPr txBox="1"/>
          <p:nvPr/>
        </p:nvSpPr>
        <p:spPr>
          <a:xfrm>
            <a:off x="6858000" y="3957840"/>
            <a:ext cx="133350" cy="16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任意多边形 54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7" name="文本框 546"/>
          <p:cNvSpPr txBox="1"/>
          <p:nvPr/>
        </p:nvSpPr>
        <p:spPr>
          <a:xfrm>
            <a:off x="380880" y="410040"/>
            <a:ext cx="213444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四、设计阶段评审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8" name="任意多边形 547"/>
          <p:cNvSpPr/>
          <p:nvPr/>
        </p:nvSpPr>
        <p:spPr>
          <a:xfrm>
            <a:off x="380880" y="1314360"/>
            <a:ext cx="11430360" cy="1752840"/>
          </a:xfrm>
          <a:custGeom>
            <a:avLst/>
            <a:gdLst/>
            <a:ahLst/>
            <a:cxnLst/>
            <a:rect l="0" t="0" r="r" b="b"/>
            <a:pathLst>
              <a:path w="31751" h="4869">
                <a:moveTo>
                  <a:pt x="0" y="4552"/>
                </a:moveTo>
                <a:lnTo>
                  <a:pt x="0" y="317"/>
                </a:lnTo>
                <a:cubicBezTo>
                  <a:pt x="0" y="296"/>
                  <a:pt x="2" y="276"/>
                  <a:pt x="6" y="255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6"/>
                  <a:pt x="42" y="158"/>
                  <a:pt x="53" y="141"/>
                </a:cubicBezTo>
                <a:cubicBezTo>
                  <a:pt x="65" y="124"/>
                  <a:pt x="78" y="107"/>
                  <a:pt x="93" y="93"/>
                </a:cubicBezTo>
                <a:cubicBezTo>
                  <a:pt x="108" y="78"/>
                  <a:pt x="124" y="65"/>
                  <a:pt x="141" y="53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lnTo>
                  <a:pt x="31433" y="0"/>
                </a:lnTo>
                <a:cubicBezTo>
                  <a:pt x="31454" y="0"/>
                  <a:pt x="31475" y="2"/>
                  <a:pt x="31495" y="6"/>
                </a:cubicBezTo>
                <a:cubicBezTo>
                  <a:pt x="31516" y="10"/>
                  <a:pt x="31536" y="16"/>
                  <a:pt x="31555" y="24"/>
                </a:cubicBezTo>
                <a:cubicBezTo>
                  <a:pt x="31574" y="32"/>
                  <a:pt x="31592" y="42"/>
                  <a:pt x="31610" y="53"/>
                </a:cubicBezTo>
                <a:cubicBezTo>
                  <a:pt x="31627" y="65"/>
                  <a:pt x="31643" y="78"/>
                  <a:pt x="31658" y="93"/>
                </a:cubicBezTo>
                <a:cubicBezTo>
                  <a:pt x="31673" y="107"/>
                  <a:pt x="31686" y="124"/>
                  <a:pt x="31697" y="141"/>
                </a:cubicBezTo>
                <a:cubicBezTo>
                  <a:pt x="31709" y="158"/>
                  <a:pt x="31719" y="176"/>
                  <a:pt x="31727" y="196"/>
                </a:cubicBezTo>
                <a:cubicBezTo>
                  <a:pt x="31735" y="215"/>
                  <a:pt x="31741" y="235"/>
                  <a:pt x="31745" y="255"/>
                </a:cubicBezTo>
                <a:cubicBezTo>
                  <a:pt x="31749" y="276"/>
                  <a:pt x="31751" y="296"/>
                  <a:pt x="31751" y="317"/>
                </a:cubicBezTo>
                <a:lnTo>
                  <a:pt x="31751" y="4552"/>
                </a:lnTo>
                <a:cubicBezTo>
                  <a:pt x="31751" y="4572"/>
                  <a:pt x="31749" y="4593"/>
                  <a:pt x="31745" y="4614"/>
                </a:cubicBezTo>
                <a:cubicBezTo>
                  <a:pt x="31741" y="4634"/>
                  <a:pt x="31735" y="4654"/>
                  <a:pt x="31727" y="4673"/>
                </a:cubicBezTo>
                <a:cubicBezTo>
                  <a:pt x="31719" y="4692"/>
                  <a:pt x="31709" y="4711"/>
                  <a:pt x="31697" y="4728"/>
                </a:cubicBezTo>
                <a:cubicBezTo>
                  <a:pt x="31686" y="4745"/>
                  <a:pt x="31673" y="4761"/>
                  <a:pt x="31658" y="4776"/>
                </a:cubicBezTo>
                <a:cubicBezTo>
                  <a:pt x="31643" y="4791"/>
                  <a:pt x="31627" y="4804"/>
                  <a:pt x="31610" y="4816"/>
                </a:cubicBezTo>
                <a:cubicBezTo>
                  <a:pt x="31592" y="4827"/>
                  <a:pt x="31574" y="4837"/>
                  <a:pt x="31555" y="4845"/>
                </a:cubicBezTo>
                <a:cubicBezTo>
                  <a:pt x="31536" y="4853"/>
                  <a:pt x="31516" y="4859"/>
                  <a:pt x="31495" y="4863"/>
                </a:cubicBezTo>
                <a:cubicBezTo>
                  <a:pt x="31475" y="4867"/>
                  <a:pt x="31454" y="4869"/>
                  <a:pt x="31433" y="4869"/>
                </a:cubicBezTo>
                <a:lnTo>
                  <a:pt x="317" y="4869"/>
                </a:lnTo>
                <a:cubicBezTo>
                  <a:pt x="296" y="4869"/>
                  <a:pt x="276" y="4867"/>
                  <a:pt x="255" y="4863"/>
                </a:cubicBezTo>
                <a:cubicBezTo>
                  <a:pt x="235" y="4859"/>
                  <a:pt x="215" y="4853"/>
                  <a:pt x="196" y="4845"/>
                </a:cubicBezTo>
                <a:cubicBezTo>
                  <a:pt x="177" y="4837"/>
                  <a:pt x="158" y="4827"/>
                  <a:pt x="141" y="4816"/>
                </a:cubicBezTo>
                <a:cubicBezTo>
                  <a:pt x="124" y="4804"/>
                  <a:pt x="108" y="4791"/>
                  <a:pt x="93" y="4776"/>
                </a:cubicBezTo>
                <a:cubicBezTo>
                  <a:pt x="78" y="4761"/>
                  <a:pt x="65" y="4745"/>
                  <a:pt x="53" y="4728"/>
                </a:cubicBezTo>
                <a:cubicBezTo>
                  <a:pt x="42" y="4711"/>
                  <a:pt x="32" y="4692"/>
                  <a:pt x="24" y="4673"/>
                </a:cubicBezTo>
                <a:cubicBezTo>
                  <a:pt x="16" y="4654"/>
                  <a:pt x="10" y="4634"/>
                  <a:pt x="6" y="4614"/>
                </a:cubicBezTo>
                <a:cubicBezTo>
                  <a:pt x="2" y="4593"/>
                  <a:pt x="0" y="4572"/>
                  <a:pt x="0" y="455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9" name="文本框 548"/>
          <p:cNvSpPr txBox="1"/>
          <p:nvPr/>
        </p:nvSpPr>
        <p:spPr>
          <a:xfrm>
            <a:off x="380880" y="844560"/>
            <a:ext cx="1366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设计阶段评审总结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0" name="任意多边形 549"/>
          <p:cNvSpPr/>
          <p:nvPr/>
        </p:nvSpPr>
        <p:spPr>
          <a:xfrm>
            <a:off x="609480" y="1962000"/>
            <a:ext cx="2629080" cy="876600"/>
          </a:xfrm>
          <a:custGeom>
            <a:avLst/>
            <a:gdLst/>
            <a:ahLst/>
            <a:cxnLst/>
            <a:rect l="0" t="0" r="r" b="b"/>
            <a:pathLst>
              <a:path w="7303" h="2435">
                <a:moveTo>
                  <a:pt x="0" y="2223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7" y="157"/>
                  <a:pt x="11" y="143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2"/>
                  <a:pt x="52" y="72"/>
                  <a:pt x="62" y="62"/>
                </a:cubicBezTo>
                <a:cubicBezTo>
                  <a:pt x="72" y="52"/>
                  <a:pt x="82" y="43"/>
                  <a:pt x="94" y="36"/>
                </a:cubicBezTo>
                <a:cubicBezTo>
                  <a:pt x="105" y="28"/>
                  <a:pt x="118" y="21"/>
                  <a:pt x="130" y="16"/>
                </a:cubicBezTo>
                <a:cubicBezTo>
                  <a:pt x="143" y="11"/>
                  <a:pt x="157" y="7"/>
                  <a:pt x="170" y="4"/>
                </a:cubicBezTo>
                <a:cubicBezTo>
                  <a:pt x="184" y="1"/>
                  <a:pt x="198" y="0"/>
                  <a:pt x="211" y="0"/>
                </a:cubicBezTo>
                <a:lnTo>
                  <a:pt x="7092" y="0"/>
                </a:lnTo>
                <a:cubicBezTo>
                  <a:pt x="7106" y="0"/>
                  <a:pt x="7119" y="1"/>
                  <a:pt x="7133" y="4"/>
                </a:cubicBezTo>
                <a:cubicBezTo>
                  <a:pt x="7147" y="7"/>
                  <a:pt x="7160" y="11"/>
                  <a:pt x="7173" y="16"/>
                </a:cubicBezTo>
                <a:cubicBezTo>
                  <a:pt x="7186" y="21"/>
                  <a:pt x="7198" y="28"/>
                  <a:pt x="7209" y="36"/>
                </a:cubicBezTo>
                <a:cubicBezTo>
                  <a:pt x="7221" y="43"/>
                  <a:pt x="7232" y="52"/>
                  <a:pt x="7241" y="62"/>
                </a:cubicBezTo>
                <a:cubicBezTo>
                  <a:pt x="7251" y="72"/>
                  <a:pt x="7260" y="82"/>
                  <a:pt x="7268" y="94"/>
                </a:cubicBezTo>
                <a:cubicBezTo>
                  <a:pt x="7275" y="106"/>
                  <a:pt x="7282" y="118"/>
                  <a:pt x="7287" y="131"/>
                </a:cubicBezTo>
                <a:cubicBezTo>
                  <a:pt x="7293" y="143"/>
                  <a:pt x="7297" y="157"/>
                  <a:pt x="7299" y="170"/>
                </a:cubicBezTo>
                <a:cubicBezTo>
                  <a:pt x="7302" y="184"/>
                  <a:pt x="7303" y="198"/>
                  <a:pt x="7303" y="212"/>
                </a:cubicBezTo>
                <a:lnTo>
                  <a:pt x="7303" y="2223"/>
                </a:lnTo>
                <a:cubicBezTo>
                  <a:pt x="7303" y="2237"/>
                  <a:pt x="7302" y="2251"/>
                  <a:pt x="7299" y="2265"/>
                </a:cubicBezTo>
                <a:cubicBezTo>
                  <a:pt x="7297" y="2278"/>
                  <a:pt x="7293" y="2292"/>
                  <a:pt x="7287" y="2304"/>
                </a:cubicBezTo>
                <a:cubicBezTo>
                  <a:pt x="7282" y="2317"/>
                  <a:pt x="7275" y="2329"/>
                  <a:pt x="7268" y="2341"/>
                </a:cubicBezTo>
                <a:cubicBezTo>
                  <a:pt x="7260" y="2353"/>
                  <a:pt x="7251" y="2363"/>
                  <a:pt x="7241" y="2373"/>
                </a:cubicBezTo>
                <a:cubicBezTo>
                  <a:pt x="7232" y="2383"/>
                  <a:pt x="7221" y="2392"/>
                  <a:pt x="7209" y="2399"/>
                </a:cubicBezTo>
                <a:cubicBezTo>
                  <a:pt x="7198" y="2407"/>
                  <a:pt x="7186" y="2414"/>
                  <a:pt x="7173" y="2419"/>
                </a:cubicBezTo>
                <a:cubicBezTo>
                  <a:pt x="7160" y="2424"/>
                  <a:pt x="7147" y="2428"/>
                  <a:pt x="7133" y="2431"/>
                </a:cubicBezTo>
                <a:cubicBezTo>
                  <a:pt x="7119" y="2434"/>
                  <a:pt x="7106" y="2435"/>
                  <a:pt x="7092" y="2435"/>
                </a:cubicBezTo>
                <a:lnTo>
                  <a:pt x="211" y="2435"/>
                </a:lnTo>
                <a:cubicBezTo>
                  <a:pt x="198" y="2435"/>
                  <a:pt x="184" y="2434"/>
                  <a:pt x="170" y="2431"/>
                </a:cubicBezTo>
                <a:cubicBezTo>
                  <a:pt x="157" y="2428"/>
                  <a:pt x="143" y="2424"/>
                  <a:pt x="130" y="2419"/>
                </a:cubicBezTo>
                <a:cubicBezTo>
                  <a:pt x="118" y="2414"/>
                  <a:pt x="105" y="2407"/>
                  <a:pt x="94" y="2399"/>
                </a:cubicBezTo>
                <a:cubicBezTo>
                  <a:pt x="82" y="2392"/>
                  <a:pt x="72" y="2383"/>
                  <a:pt x="62" y="2373"/>
                </a:cubicBezTo>
                <a:cubicBezTo>
                  <a:pt x="52" y="2363"/>
                  <a:pt x="43" y="2353"/>
                  <a:pt x="36" y="2341"/>
                </a:cubicBezTo>
                <a:cubicBezTo>
                  <a:pt x="28" y="2329"/>
                  <a:pt x="21" y="2317"/>
                  <a:pt x="16" y="2304"/>
                </a:cubicBezTo>
                <a:cubicBezTo>
                  <a:pt x="11" y="2292"/>
                  <a:pt x="7" y="2278"/>
                  <a:pt x="4" y="2265"/>
                </a:cubicBezTo>
                <a:cubicBezTo>
                  <a:pt x="1" y="2251"/>
                  <a:pt x="0" y="2237"/>
                  <a:pt x="0" y="2223"/>
                </a:cubicBezTo>
                <a:close/>
              </a:path>
            </a:pathLst>
          </a:custGeom>
          <a:solidFill>
            <a:srgbClr val="F0FD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1" name="任意多边形 550"/>
          <p:cNvSpPr/>
          <p:nvPr/>
        </p:nvSpPr>
        <p:spPr>
          <a:xfrm>
            <a:off x="1809720" y="2114280"/>
            <a:ext cx="229320" cy="229320"/>
          </a:xfrm>
          <a:custGeom>
            <a:avLst/>
            <a:gdLst/>
            <a:ahLst/>
            <a:cxnLst/>
            <a:rect l="0" t="0" r="r" b="b"/>
            <a:pathLst>
              <a:path w="637" h="637">
                <a:moveTo>
                  <a:pt x="318" y="637"/>
                </a:moveTo>
                <a:cubicBezTo>
                  <a:pt x="339" y="637"/>
                  <a:pt x="360" y="635"/>
                  <a:pt x="380" y="631"/>
                </a:cubicBezTo>
                <a:cubicBezTo>
                  <a:pt x="400" y="626"/>
                  <a:pt x="420" y="620"/>
                  <a:pt x="440" y="612"/>
                </a:cubicBezTo>
                <a:cubicBezTo>
                  <a:pt x="459" y="604"/>
                  <a:pt x="477" y="594"/>
                  <a:pt x="494" y="583"/>
                </a:cubicBezTo>
                <a:cubicBezTo>
                  <a:pt x="512" y="571"/>
                  <a:pt x="529" y="558"/>
                  <a:pt x="544" y="543"/>
                </a:cubicBezTo>
                <a:cubicBezTo>
                  <a:pt x="558" y="529"/>
                  <a:pt x="571" y="512"/>
                  <a:pt x="583" y="495"/>
                </a:cubicBezTo>
                <a:cubicBezTo>
                  <a:pt x="595" y="478"/>
                  <a:pt x="604" y="460"/>
                  <a:pt x="612" y="440"/>
                </a:cubicBezTo>
                <a:cubicBezTo>
                  <a:pt x="620" y="421"/>
                  <a:pt x="626" y="401"/>
                  <a:pt x="630" y="381"/>
                </a:cubicBezTo>
                <a:cubicBezTo>
                  <a:pt x="635" y="360"/>
                  <a:pt x="637" y="340"/>
                  <a:pt x="637" y="319"/>
                </a:cubicBezTo>
                <a:cubicBezTo>
                  <a:pt x="637" y="297"/>
                  <a:pt x="635" y="276"/>
                  <a:pt x="630" y="256"/>
                </a:cubicBezTo>
                <a:cubicBezTo>
                  <a:pt x="626" y="235"/>
                  <a:pt x="620" y="216"/>
                  <a:pt x="612" y="196"/>
                </a:cubicBezTo>
                <a:cubicBezTo>
                  <a:pt x="604" y="177"/>
                  <a:pt x="595" y="159"/>
                  <a:pt x="583" y="141"/>
                </a:cubicBezTo>
                <a:cubicBezTo>
                  <a:pt x="571" y="124"/>
                  <a:pt x="558" y="108"/>
                  <a:pt x="544" y="93"/>
                </a:cubicBezTo>
                <a:cubicBezTo>
                  <a:pt x="529" y="79"/>
                  <a:pt x="512" y="65"/>
                  <a:pt x="494" y="54"/>
                </a:cubicBezTo>
                <a:cubicBezTo>
                  <a:pt x="477" y="42"/>
                  <a:pt x="459" y="32"/>
                  <a:pt x="440" y="24"/>
                </a:cubicBezTo>
                <a:cubicBezTo>
                  <a:pt x="420" y="16"/>
                  <a:pt x="400" y="10"/>
                  <a:pt x="380" y="6"/>
                </a:cubicBezTo>
                <a:cubicBezTo>
                  <a:pt x="360" y="2"/>
                  <a:pt x="339" y="0"/>
                  <a:pt x="318" y="0"/>
                </a:cubicBezTo>
                <a:cubicBezTo>
                  <a:pt x="297" y="0"/>
                  <a:pt x="277" y="2"/>
                  <a:pt x="256" y="6"/>
                </a:cubicBezTo>
                <a:cubicBezTo>
                  <a:pt x="236" y="10"/>
                  <a:pt x="216" y="16"/>
                  <a:pt x="196" y="24"/>
                </a:cubicBezTo>
                <a:cubicBezTo>
                  <a:pt x="176" y="32"/>
                  <a:pt x="158" y="42"/>
                  <a:pt x="141" y="54"/>
                </a:cubicBezTo>
                <a:cubicBezTo>
                  <a:pt x="123" y="65"/>
                  <a:pt x="107" y="79"/>
                  <a:pt x="93" y="93"/>
                </a:cubicBezTo>
                <a:cubicBezTo>
                  <a:pt x="78" y="108"/>
                  <a:pt x="65" y="124"/>
                  <a:pt x="53" y="141"/>
                </a:cubicBezTo>
                <a:cubicBezTo>
                  <a:pt x="42" y="159"/>
                  <a:pt x="32" y="177"/>
                  <a:pt x="24" y="196"/>
                </a:cubicBezTo>
                <a:cubicBezTo>
                  <a:pt x="16" y="216"/>
                  <a:pt x="10" y="235"/>
                  <a:pt x="6" y="256"/>
                </a:cubicBezTo>
                <a:cubicBezTo>
                  <a:pt x="2" y="276"/>
                  <a:pt x="0" y="297"/>
                  <a:pt x="0" y="319"/>
                </a:cubicBezTo>
                <a:cubicBezTo>
                  <a:pt x="0" y="340"/>
                  <a:pt x="2" y="360"/>
                  <a:pt x="6" y="381"/>
                </a:cubicBezTo>
                <a:cubicBezTo>
                  <a:pt x="10" y="401"/>
                  <a:pt x="16" y="421"/>
                  <a:pt x="24" y="440"/>
                </a:cubicBezTo>
                <a:cubicBezTo>
                  <a:pt x="32" y="460"/>
                  <a:pt x="42" y="478"/>
                  <a:pt x="53" y="495"/>
                </a:cubicBezTo>
                <a:cubicBezTo>
                  <a:pt x="65" y="512"/>
                  <a:pt x="78" y="529"/>
                  <a:pt x="93" y="543"/>
                </a:cubicBezTo>
                <a:cubicBezTo>
                  <a:pt x="107" y="558"/>
                  <a:pt x="123" y="571"/>
                  <a:pt x="141" y="583"/>
                </a:cubicBezTo>
                <a:cubicBezTo>
                  <a:pt x="158" y="594"/>
                  <a:pt x="176" y="604"/>
                  <a:pt x="196" y="612"/>
                </a:cubicBezTo>
                <a:cubicBezTo>
                  <a:pt x="216" y="620"/>
                  <a:pt x="236" y="626"/>
                  <a:pt x="256" y="631"/>
                </a:cubicBezTo>
                <a:cubicBezTo>
                  <a:pt x="277" y="635"/>
                  <a:pt x="297" y="637"/>
                  <a:pt x="318" y="637"/>
                </a:cubicBezTo>
                <a:moveTo>
                  <a:pt x="458" y="259"/>
                </a:moveTo>
                <a:lnTo>
                  <a:pt x="299" y="419"/>
                </a:lnTo>
                <a:cubicBezTo>
                  <a:pt x="288" y="431"/>
                  <a:pt x="269" y="431"/>
                  <a:pt x="257" y="419"/>
                </a:cubicBezTo>
                <a:lnTo>
                  <a:pt x="177" y="340"/>
                </a:lnTo>
                <a:cubicBezTo>
                  <a:pt x="165" y="328"/>
                  <a:pt x="165" y="308"/>
                  <a:pt x="177" y="297"/>
                </a:cubicBezTo>
                <a:cubicBezTo>
                  <a:pt x="189" y="285"/>
                  <a:pt x="209" y="285"/>
                  <a:pt x="220" y="297"/>
                </a:cubicBezTo>
                <a:lnTo>
                  <a:pt x="278" y="356"/>
                </a:lnTo>
                <a:lnTo>
                  <a:pt x="416" y="217"/>
                </a:lnTo>
                <a:cubicBezTo>
                  <a:pt x="428" y="206"/>
                  <a:pt x="447" y="206"/>
                  <a:pt x="458" y="217"/>
                </a:cubicBezTo>
                <a:cubicBezTo>
                  <a:pt x="470" y="229"/>
                  <a:pt x="470" y="248"/>
                  <a:pt x="458" y="259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2" name="文本框 551"/>
          <p:cNvSpPr txBox="1"/>
          <p:nvPr/>
        </p:nvSpPr>
        <p:spPr>
          <a:xfrm>
            <a:off x="609480" y="1550160"/>
            <a:ext cx="1143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评审项目汇总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3" name="任意多边形 552"/>
          <p:cNvSpPr/>
          <p:nvPr/>
        </p:nvSpPr>
        <p:spPr>
          <a:xfrm>
            <a:off x="3390840" y="1962000"/>
            <a:ext cx="2629080" cy="876600"/>
          </a:xfrm>
          <a:custGeom>
            <a:avLst/>
            <a:gdLst/>
            <a:ahLst/>
            <a:cxnLst/>
            <a:rect l="0" t="0" r="r" b="b"/>
            <a:pathLst>
              <a:path w="7303" h="2435">
                <a:moveTo>
                  <a:pt x="0" y="2223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6" y="157"/>
                  <a:pt x="10" y="143"/>
                  <a:pt x="16" y="131"/>
                </a:cubicBezTo>
                <a:cubicBezTo>
                  <a:pt x="21" y="118"/>
                  <a:pt x="28" y="106"/>
                  <a:pt x="35" y="94"/>
                </a:cubicBezTo>
                <a:cubicBezTo>
                  <a:pt x="43" y="82"/>
                  <a:pt x="52" y="72"/>
                  <a:pt x="62" y="62"/>
                </a:cubicBezTo>
                <a:cubicBezTo>
                  <a:pt x="71" y="52"/>
                  <a:pt x="82" y="43"/>
                  <a:pt x="94" y="36"/>
                </a:cubicBezTo>
                <a:cubicBezTo>
                  <a:pt x="105" y="28"/>
                  <a:pt x="117" y="21"/>
                  <a:pt x="130" y="16"/>
                </a:cubicBezTo>
                <a:cubicBezTo>
                  <a:pt x="143" y="11"/>
                  <a:pt x="156" y="7"/>
                  <a:pt x="170" y="4"/>
                </a:cubicBezTo>
                <a:cubicBezTo>
                  <a:pt x="184" y="1"/>
                  <a:pt x="197" y="0"/>
                  <a:pt x="211" y="0"/>
                </a:cubicBezTo>
                <a:lnTo>
                  <a:pt x="7091" y="0"/>
                </a:lnTo>
                <a:cubicBezTo>
                  <a:pt x="7105" y="0"/>
                  <a:pt x="7119" y="1"/>
                  <a:pt x="7133" y="4"/>
                </a:cubicBezTo>
                <a:cubicBezTo>
                  <a:pt x="7146" y="7"/>
                  <a:pt x="7160" y="11"/>
                  <a:pt x="7172" y="16"/>
                </a:cubicBezTo>
                <a:cubicBezTo>
                  <a:pt x="7185" y="21"/>
                  <a:pt x="7198" y="28"/>
                  <a:pt x="7209" y="36"/>
                </a:cubicBezTo>
                <a:cubicBezTo>
                  <a:pt x="7221" y="43"/>
                  <a:pt x="7231" y="52"/>
                  <a:pt x="7241" y="62"/>
                </a:cubicBezTo>
                <a:cubicBezTo>
                  <a:pt x="7251" y="72"/>
                  <a:pt x="7260" y="82"/>
                  <a:pt x="7267" y="94"/>
                </a:cubicBezTo>
                <a:cubicBezTo>
                  <a:pt x="7275" y="106"/>
                  <a:pt x="7282" y="118"/>
                  <a:pt x="7287" y="131"/>
                </a:cubicBezTo>
                <a:cubicBezTo>
                  <a:pt x="7292" y="143"/>
                  <a:pt x="7296" y="157"/>
                  <a:pt x="7299" y="170"/>
                </a:cubicBezTo>
                <a:cubicBezTo>
                  <a:pt x="7302" y="184"/>
                  <a:pt x="7303" y="198"/>
                  <a:pt x="7303" y="212"/>
                </a:cubicBezTo>
                <a:lnTo>
                  <a:pt x="7303" y="2223"/>
                </a:lnTo>
                <a:cubicBezTo>
                  <a:pt x="7303" y="2237"/>
                  <a:pt x="7302" y="2251"/>
                  <a:pt x="7299" y="2265"/>
                </a:cubicBezTo>
                <a:cubicBezTo>
                  <a:pt x="7296" y="2278"/>
                  <a:pt x="7292" y="2292"/>
                  <a:pt x="7287" y="2304"/>
                </a:cubicBezTo>
                <a:cubicBezTo>
                  <a:pt x="7282" y="2317"/>
                  <a:pt x="7275" y="2329"/>
                  <a:pt x="7267" y="2341"/>
                </a:cubicBezTo>
                <a:cubicBezTo>
                  <a:pt x="7260" y="2353"/>
                  <a:pt x="7251" y="2363"/>
                  <a:pt x="7241" y="2373"/>
                </a:cubicBezTo>
                <a:cubicBezTo>
                  <a:pt x="7231" y="2383"/>
                  <a:pt x="7221" y="2392"/>
                  <a:pt x="7209" y="2399"/>
                </a:cubicBezTo>
                <a:cubicBezTo>
                  <a:pt x="7198" y="2407"/>
                  <a:pt x="7185" y="2414"/>
                  <a:pt x="7172" y="2419"/>
                </a:cubicBezTo>
                <a:cubicBezTo>
                  <a:pt x="7160" y="2424"/>
                  <a:pt x="7146" y="2428"/>
                  <a:pt x="7133" y="2431"/>
                </a:cubicBezTo>
                <a:cubicBezTo>
                  <a:pt x="7119" y="2434"/>
                  <a:pt x="7105" y="2435"/>
                  <a:pt x="7091" y="2435"/>
                </a:cubicBezTo>
                <a:lnTo>
                  <a:pt x="211" y="2435"/>
                </a:lnTo>
                <a:cubicBezTo>
                  <a:pt x="197" y="2435"/>
                  <a:pt x="184" y="2434"/>
                  <a:pt x="170" y="2431"/>
                </a:cubicBezTo>
                <a:cubicBezTo>
                  <a:pt x="156" y="2428"/>
                  <a:pt x="143" y="2424"/>
                  <a:pt x="130" y="2419"/>
                </a:cubicBezTo>
                <a:cubicBezTo>
                  <a:pt x="117" y="2414"/>
                  <a:pt x="105" y="2407"/>
                  <a:pt x="94" y="2399"/>
                </a:cubicBezTo>
                <a:cubicBezTo>
                  <a:pt x="82" y="2392"/>
                  <a:pt x="71" y="2383"/>
                  <a:pt x="62" y="2373"/>
                </a:cubicBezTo>
                <a:cubicBezTo>
                  <a:pt x="52" y="2363"/>
                  <a:pt x="43" y="2353"/>
                  <a:pt x="35" y="2341"/>
                </a:cubicBezTo>
                <a:cubicBezTo>
                  <a:pt x="28" y="2329"/>
                  <a:pt x="21" y="2317"/>
                  <a:pt x="16" y="2304"/>
                </a:cubicBezTo>
                <a:cubicBezTo>
                  <a:pt x="10" y="2292"/>
                  <a:pt x="6" y="2278"/>
                  <a:pt x="4" y="2265"/>
                </a:cubicBezTo>
                <a:cubicBezTo>
                  <a:pt x="1" y="2251"/>
                  <a:pt x="0" y="2237"/>
                  <a:pt x="0" y="2223"/>
                </a:cubicBezTo>
                <a:close/>
              </a:path>
            </a:pathLst>
          </a:custGeom>
          <a:solidFill>
            <a:srgbClr val="F0FD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4" name="任意多边形 553"/>
          <p:cNvSpPr/>
          <p:nvPr/>
        </p:nvSpPr>
        <p:spPr>
          <a:xfrm>
            <a:off x="4590720" y="2114280"/>
            <a:ext cx="229320" cy="229320"/>
          </a:xfrm>
          <a:custGeom>
            <a:avLst/>
            <a:gdLst/>
            <a:ahLst/>
            <a:cxnLst/>
            <a:rect l="0" t="0" r="r" b="b"/>
            <a:pathLst>
              <a:path w="637" h="637">
                <a:moveTo>
                  <a:pt x="319" y="637"/>
                </a:moveTo>
                <a:cubicBezTo>
                  <a:pt x="340" y="637"/>
                  <a:pt x="360" y="635"/>
                  <a:pt x="381" y="631"/>
                </a:cubicBezTo>
                <a:cubicBezTo>
                  <a:pt x="401" y="626"/>
                  <a:pt x="422" y="620"/>
                  <a:pt x="441" y="612"/>
                </a:cubicBezTo>
                <a:cubicBezTo>
                  <a:pt x="461" y="604"/>
                  <a:pt x="479" y="594"/>
                  <a:pt x="496" y="583"/>
                </a:cubicBezTo>
                <a:cubicBezTo>
                  <a:pt x="514" y="571"/>
                  <a:pt x="530" y="558"/>
                  <a:pt x="544" y="543"/>
                </a:cubicBezTo>
                <a:cubicBezTo>
                  <a:pt x="559" y="529"/>
                  <a:pt x="572" y="512"/>
                  <a:pt x="584" y="495"/>
                </a:cubicBezTo>
                <a:cubicBezTo>
                  <a:pt x="595" y="478"/>
                  <a:pt x="605" y="460"/>
                  <a:pt x="613" y="440"/>
                </a:cubicBezTo>
                <a:cubicBezTo>
                  <a:pt x="621" y="421"/>
                  <a:pt x="627" y="401"/>
                  <a:pt x="631" y="381"/>
                </a:cubicBezTo>
                <a:cubicBezTo>
                  <a:pt x="635" y="360"/>
                  <a:pt x="637" y="340"/>
                  <a:pt x="637" y="319"/>
                </a:cubicBezTo>
                <a:cubicBezTo>
                  <a:pt x="637" y="297"/>
                  <a:pt x="635" y="276"/>
                  <a:pt x="631" y="256"/>
                </a:cubicBezTo>
                <a:cubicBezTo>
                  <a:pt x="627" y="235"/>
                  <a:pt x="621" y="216"/>
                  <a:pt x="613" y="196"/>
                </a:cubicBezTo>
                <a:cubicBezTo>
                  <a:pt x="605" y="177"/>
                  <a:pt x="595" y="159"/>
                  <a:pt x="584" y="141"/>
                </a:cubicBezTo>
                <a:cubicBezTo>
                  <a:pt x="572" y="124"/>
                  <a:pt x="559" y="108"/>
                  <a:pt x="544" y="93"/>
                </a:cubicBezTo>
                <a:cubicBezTo>
                  <a:pt x="530" y="79"/>
                  <a:pt x="514" y="65"/>
                  <a:pt x="496" y="54"/>
                </a:cubicBezTo>
                <a:cubicBezTo>
                  <a:pt x="479" y="42"/>
                  <a:pt x="461" y="32"/>
                  <a:pt x="441" y="24"/>
                </a:cubicBezTo>
                <a:cubicBezTo>
                  <a:pt x="422" y="16"/>
                  <a:pt x="401" y="10"/>
                  <a:pt x="381" y="6"/>
                </a:cubicBezTo>
                <a:cubicBezTo>
                  <a:pt x="360" y="2"/>
                  <a:pt x="340" y="0"/>
                  <a:pt x="319" y="0"/>
                </a:cubicBezTo>
                <a:cubicBezTo>
                  <a:pt x="298" y="0"/>
                  <a:pt x="277" y="2"/>
                  <a:pt x="257" y="6"/>
                </a:cubicBezTo>
                <a:cubicBezTo>
                  <a:pt x="237" y="10"/>
                  <a:pt x="217" y="16"/>
                  <a:pt x="197" y="24"/>
                </a:cubicBezTo>
                <a:cubicBezTo>
                  <a:pt x="178" y="32"/>
                  <a:pt x="160" y="42"/>
                  <a:pt x="143" y="54"/>
                </a:cubicBezTo>
                <a:cubicBezTo>
                  <a:pt x="125" y="65"/>
                  <a:pt x="109" y="79"/>
                  <a:pt x="94" y="93"/>
                </a:cubicBezTo>
                <a:cubicBezTo>
                  <a:pt x="79" y="108"/>
                  <a:pt x="66" y="124"/>
                  <a:pt x="54" y="141"/>
                </a:cubicBezTo>
                <a:cubicBezTo>
                  <a:pt x="42" y="159"/>
                  <a:pt x="33" y="177"/>
                  <a:pt x="25" y="196"/>
                </a:cubicBezTo>
                <a:cubicBezTo>
                  <a:pt x="17" y="216"/>
                  <a:pt x="11" y="235"/>
                  <a:pt x="7" y="256"/>
                </a:cubicBezTo>
                <a:cubicBezTo>
                  <a:pt x="2" y="276"/>
                  <a:pt x="0" y="297"/>
                  <a:pt x="0" y="319"/>
                </a:cubicBezTo>
                <a:cubicBezTo>
                  <a:pt x="0" y="340"/>
                  <a:pt x="2" y="360"/>
                  <a:pt x="7" y="381"/>
                </a:cubicBezTo>
                <a:cubicBezTo>
                  <a:pt x="11" y="401"/>
                  <a:pt x="17" y="421"/>
                  <a:pt x="25" y="440"/>
                </a:cubicBezTo>
                <a:cubicBezTo>
                  <a:pt x="33" y="460"/>
                  <a:pt x="42" y="478"/>
                  <a:pt x="54" y="495"/>
                </a:cubicBezTo>
                <a:cubicBezTo>
                  <a:pt x="66" y="512"/>
                  <a:pt x="79" y="529"/>
                  <a:pt x="94" y="543"/>
                </a:cubicBezTo>
                <a:cubicBezTo>
                  <a:pt x="109" y="558"/>
                  <a:pt x="125" y="571"/>
                  <a:pt x="143" y="583"/>
                </a:cubicBezTo>
                <a:cubicBezTo>
                  <a:pt x="160" y="594"/>
                  <a:pt x="178" y="604"/>
                  <a:pt x="197" y="612"/>
                </a:cubicBezTo>
                <a:cubicBezTo>
                  <a:pt x="217" y="620"/>
                  <a:pt x="237" y="626"/>
                  <a:pt x="257" y="631"/>
                </a:cubicBezTo>
                <a:cubicBezTo>
                  <a:pt x="277" y="635"/>
                  <a:pt x="298" y="637"/>
                  <a:pt x="319" y="637"/>
                </a:cubicBezTo>
                <a:moveTo>
                  <a:pt x="460" y="259"/>
                </a:moveTo>
                <a:lnTo>
                  <a:pt x="300" y="419"/>
                </a:lnTo>
                <a:cubicBezTo>
                  <a:pt x="289" y="431"/>
                  <a:pt x="270" y="431"/>
                  <a:pt x="258" y="419"/>
                </a:cubicBezTo>
                <a:lnTo>
                  <a:pt x="179" y="340"/>
                </a:lnTo>
                <a:cubicBezTo>
                  <a:pt x="167" y="328"/>
                  <a:pt x="167" y="308"/>
                  <a:pt x="179" y="297"/>
                </a:cubicBezTo>
                <a:cubicBezTo>
                  <a:pt x="191" y="285"/>
                  <a:pt x="209" y="285"/>
                  <a:pt x="221" y="297"/>
                </a:cubicBezTo>
                <a:lnTo>
                  <a:pt x="279" y="356"/>
                </a:lnTo>
                <a:lnTo>
                  <a:pt x="418" y="217"/>
                </a:lnTo>
                <a:cubicBezTo>
                  <a:pt x="430" y="206"/>
                  <a:pt x="448" y="206"/>
                  <a:pt x="460" y="217"/>
                </a:cubicBezTo>
                <a:cubicBezTo>
                  <a:pt x="471" y="229"/>
                  <a:pt x="472" y="248"/>
                  <a:pt x="460" y="259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5" name="文本框 554"/>
          <p:cNvSpPr txBox="1"/>
          <p:nvPr/>
        </p:nvSpPr>
        <p:spPr>
          <a:xfrm>
            <a:off x="1467000" y="2472480"/>
            <a:ext cx="9151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总体设计文件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6" name="任意多边形 555"/>
          <p:cNvSpPr/>
          <p:nvPr/>
        </p:nvSpPr>
        <p:spPr>
          <a:xfrm>
            <a:off x="6171840" y="1962000"/>
            <a:ext cx="2629440" cy="876600"/>
          </a:xfrm>
          <a:custGeom>
            <a:avLst/>
            <a:gdLst/>
            <a:ahLst/>
            <a:cxnLst/>
            <a:rect l="0" t="0" r="r" b="b"/>
            <a:pathLst>
              <a:path w="7304" h="2435">
                <a:moveTo>
                  <a:pt x="0" y="2223"/>
                </a:moveTo>
                <a:lnTo>
                  <a:pt x="0" y="212"/>
                </a:lnTo>
                <a:cubicBezTo>
                  <a:pt x="0" y="198"/>
                  <a:pt x="2" y="184"/>
                  <a:pt x="5" y="170"/>
                </a:cubicBezTo>
                <a:cubicBezTo>
                  <a:pt x="7" y="157"/>
                  <a:pt x="11" y="143"/>
                  <a:pt x="17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2"/>
                  <a:pt x="53" y="72"/>
                  <a:pt x="62" y="62"/>
                </a:cubicBezTo>
                <a:cubicBezTo>
                  <a:pt x="72" y="52"/>
                  <a:pt x="83" y="43"/>
                  <a:pt x="95" y="36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5" y="1"/>
                  <a:pt x="198" y="0"/>
                  <a:pt x="212" y="0"/>
                </a:cubicBezTo>
                <a:lnTo>
                  <a:pt x="7092" y="0"/>
                </a:lnTo>
                <a:cubicBezTo>
                  <a:pt x="7106" y="0"/>
                  <a:pt x="7120" y="1"/>
                  <a:pt x="7134" y="4"/>
                </a:cubicBezTo>
                <a:cubicBezTo>
                  <a:pt x="7147" y="7"/>
                  <a:pt x="7160" y="11"/>
                  <a:pt x="7173" y="16"/>
                </a:cubicBezTo>
                <a:cubicBezTo>
                  <a:pt x="7186" y="21"/>
                  <a:pt x="7198" y="28"/>
                  <a:pt x="7210" y="36"/>
                </a:cubicBezTo>
                <a:cubicBezTo>
                  <a:pt x="7221" y="43"/>
                  <a:pt x="7232" y="52"/>
                  <a:pt x="7242" y="62"/>
                </a:cubicBezTo>
                <a:cubicBezTo>
                  <a:pt x="7252" y="72"/>
                  <a:pt x="7261" y="82"/>
                  <a:pt x="7268" y="94"/>
                </a:cubicBezTo>
                <a:cubicBezTo>
                  <a:pt x="7276" y="106"/>
                  <a:pt x="7283" y="118"/>
                  <a:pt x="7288" y="131"/>
                </a:cubicBezTo>
                <a:cubicBezTo>
                  <a:pt x="7293" y="143"/>
                  <a:pt x="7297" y="157"/>
                  <a:pt x="7300" y="170"/>
                </a:cubicBezTo>
                <a:cubicBezTo>
                  <a:pt x="7303" y="184"/>
                  <a:pt x="7304" y="198"/>
                  <a:pt x="7304" y="212"/>
                </a:cubicBezTo>
                <a:lnTo>
                  <a:pt x="7304" y="2223"/>
                </a:lnTo>
                <a:cubicBezTo>
                  <a:pt x="7304" y="2237"/>
                  <a:pt x="7303" y="2251"/>
                  <a:pt x="7300" y="2265"/>
                </a:cubicBezTo>
                <a:cubicBezTo>
                  <a:pt x="7297" y="2278"/>
                  <a:pt x="7293" y="2292"/>
                  <a:pt x="7288" y="2304"/>
                </a:cubicBezTo>
                <a:cubicBezTo>
                  <a:pt x="7283" y="2317"/>
                  <a:pt x="7276" y="2329"/>
                  <a:pt x="7268" y="2341"/>
                </a:cubicBezTo>
                <a:cubicBezTo>
                  <a:pt x="7261" y="2353"/>
                  <a:pt x="7252" y="2363"/>
                  <a:pt x="7242" y="2373"/>
                </a:cubicBezTo>
                <a:cubicBezTo>
                  <a:pt x="7232" y="2383"/>
                  <a:pt x="7221" y="2392"/>
                  <a:pt x="7210" y="2399"/>
                </a:cubicBezTo>
                <a:cubicBezTo>
                  <a:pt x="7198" y="2407"/>
                  <a:pt x="7186" y="2414"/>
                  <a:pt x="7173" y="2419"/>
                </a:cubicBezTo>
                <a:cubicBezTo>
                  <a:pt x="7160" y="2424"/>
                  <a:pt x="7147" y="2428"/>
                  <a:pt x="7134" y="2431"/>
                </a:cubicBezTo>
                <a:cubicBezTo>
                  <a:pt x="7120" y="2434"/>
                  <a:pt x="7106" y="2435"/>
                  <a:pt x="7092" y="2435"/>
                </a:cubicBezTo>
                <a:lnTo>
                  <a:pt x="212" y="2435"/>
                </a:lnTo>
                <a:cubicBezTo>
                  <a:pt x="198" y="2435"/>
                  <a:pt x="185" y="2434"/>
                  <a:pt x="171" y="2431"/>
                </a:cubicBezTo>
                <a:cubicBezTo>
                  <a:pt x="157" y="2428"/>
                  <a:pt x="144" y="2424"/>
                  <a:pt x="131" y="2419"/>
                </a:cubicBezTo>
                <a:cubicBezTo>
                  <a:pt x="118" y="2414"/>
                  <a:pt x="106" y="2407"/>
                  <a:pt x="95" y="2399"/>
                </a:cubicBezTo>
                <a:cubicBezTo>
                  <a:pt x="83" y="2392"/>
                  <a:pt x="72" y="2383"/>
                  <a:pt x="62" y="2373"/>
                </a:cubicBezTo>
                <a:cubicBezTo>
                  <a:pt x="53" y="2363"/>
                  <a:pt x="44" y="2353"/>
                  <a:pt x="36" y="2341"/>
                </a:cubicBezTo>
                <a:cubicBezTo>
                  <a:pt x="28" y="2329"/>
                  <a:pt x="22" y="2317"/>
                  <a:pt x="17" y="2304"/>
                </a:cubicBezTo>
                <a:cubicBezTo>
                  <a:pt x="11" y="2292"/>
                  <a:pt x="7" y="2278"/>
                  <a:pt x="5" y="2265"/>
                </a:cubicBezTo>
                <a:cubicBezTo>
                  <a:pt x="2" y="2251"/>
                  <a:pt x="0" y="2237"/>
                  <a:pt x="0" y="2223"/>
                </a:cubicBezTo>
                <a:close/>
              </a:path>
            </a:pathLst>
          </a:custGeom>
          <a:solidFill>
            <a:srgbClr val="F0FD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7" name="任意多边形 556"/>
          <p:cNvSpPr/>
          <p:nvPr/>
        </p:nvSpPr>
        <p:spPr>
          <a:xfrm>
            <a:off x="7372080" y="2114280"/>
            <a:ext cx="229320" cy="229320"/>
          </a:xfrm>
          <a:custGeom>
            <a:avLst/>
            <a:gdLst/>
            <a:ahLst/>
            <a:cxnLst/>
            <a:rect l="0" t="0" r="r" b="b"/>
            <a:pathLst>
              <a:path w="637" h="637">
                <a:moveTo>
                  <a:pt x="319" y="637"/>
                </a:moveTo>
                <a:cubicBezTo>
                  <a:pt x="340" y="637"/>
                  <a:pt x="360" y="635"/>
                  <a:pt x="381" y="631"/>
                </a:cubicBezTo>
                <a:cubicBezTo>
                  <a:pt x="401" y="626"/>
                  <a:pt x="421" y="620"/>
                  <a:pt x="440" y="612"/>
                </a:cubicBezTo>
                <a:cubicBezTo>
                  <a:pt x="460" y="604"/>
                  <a:pt x="478" y="594"/>
                  <a:pt x="495" y="583"/>
                </a:cubicBezTo>
                <a:cubicBezTo>
                  <a:pt x="512" y="571"/>
                  <a:pt x="529" y="558"/>
                  <a:pt x="543" y="543"/>
                </a:cubicBezTo>
                <a:cubicBezTo>
                  <a:pt x="558" y="529"/>
                  <a:pt x="571" y="512"/>
                  <a:pt x="583" y="495"/>
                </a:cubicBezTo>
                <a:cubicBezTo>
                  <a:pt x="594" y="478"/>
                  <a:pt x="605" y="460"/>
                  <a:pt x="613" y="440"/>
                </a:cubicBezTo>
                <a:cubicBezTo>
                  <a:pt x="621" y="421"/>
                  <a:pt x="627" y="401"/>
                  <a:pt x="631" y="381"/>
                </a:cubicBezTo>
                <a:cubicBezTo>
                  <a:pt x="635" y="360"/>
                  <a:pt x="637" y="340"/>
                  <a:pt x="637" y="319"/>
                </a:cubicBezTo>
                <a:cubicBezTo>
                  <a:pt x="637" y="297"/>
                  <a:pt x="635" y="276"/>
                  <a:pt x="631" y="256"/>
                </a:cubicBezTo>
                <a:cubicBezTo>
                  <a:pt x="627" y="235"/>
                  <a:pt x="621" y="216"/>
                  <a:pt x="613" y="196"/>
                </a:cubicBezTo>
                <a:cubicBezTo>
                  <a:pt x="605" y="177"/>
                  <a:pt x="594" y="159"/>
                  <a:pt x="583" y="141"/>
                </a:cubicBezTo>
                <a:cubicBezTo>
                  <a:pt x="571" y="124"/>
                  <a:pt x="558" y="108"/>
                  <a:pt x="543" y="93"/>
                </a:cubicBezTo>
                <a:cubicBezTo>
                  <a:pt x="529" y="79"/>
                  <a:pt x="512" y="65"/>
                  <a:pt x="495" y="54"/>
                </a:cubicBezTo>
                <a:cubicBezTo>
                  <a:pt x="478" y="42"/>
                  <a:pt x="460" y="32"/>
                  <a:pt x="440" y="24"/>
                </a:cubicBezTo>
                <a:cubicBezTo>
                  <a:pt x="421" y="16"/>
                  <a:pt x="401" y="10"/>
                  <a:pt x="381" y="6"/>
                </a:cubicBezTo>
                <a:cubicBezTo>
                  <a:pt x="360" y="2"/>
                  <a:pt x="340" y="0"/>
                  <a:pt x="319" y="0"/>
                </a:cubicBezTo>
                <a:cubicBezTo>
                  <a:pt x="298" y="0"/>
                  <a:pt x="276" y="2"/>
                  <a:pt x="256" y="6"/>
                </a:cubicBezTo>
                <a:cubicBezTo>
                  <a:pt x="235" y="10"/>
                  <a:pt x="216" y="16"/>
                  <a:pt x="196" y="24"/>
                </a:cubicBezTo>
                <a:cubicBezTo>
                  <a:pt x="177" y="32"/>
                  <a:pt x="159" y="42"/>
                  <a:pt x="141" y="54"/>
                </a:cubicBezTo>
                <a:cubicBezTo>
                  <a:pt x="124" y="65"/>
                  <a:pt x="108" y="79"/>
                  <a:pt x="93" y="93"/>
                </a:cubicBezTo>
                <a:cubicBezTo>
                  <a:pt x="79" y="108"/>
                  <a:pt x="65" y="124"/>
                  <a:pt x="54" y="141"/>
                </a:cubicBezTo>
                <a:cubicBezTo>
                  <a:pt x="42" y="159"/>
                  <a:pt x="32" y="177"/>
                  <a:pt x="24" y="196"/>
                </a:cubicBezTo>
                <a:cubicBezTo>
                  <a:pt x="16" y="216"/>
                  <a:pt x="10" y="235"/>
                  <a:pt x="6" y="256"/>
                </a:cubicBezTo>
                <a:cubicBezTo>
                  <a:pt x="2" y="276"/>
                  <a:pt x="0" y="297"/>
                  <a:pt x="0" y="319"/>
                </a:cubicBezTo>
                <a:cubicBezTo>
                  <a:pt x="0" y="340"/>
                  <a:pt x="2" y="360"/>
                  <a:pt x="6" y="381"/>
                </a:cubicBezTo>
                <a:cubicBezTo>
                  <a:pt x="10" y="401"/>
                  <a:pt x="16" y="421"/>
                  <a:pt x="24" y="440"/>
                </a:cubicBezTo>
                <a:cubicBezTo>
                  <a:pt x="32" y="460"/>
                  <a:pt x="42" y="478"/>
                  <a:pt x="54" y="495"/>
                </a:cubicBezTo>
                <a:cubicBezTo>
                  <a:pt x="65" y="512"/>
                  <a:pt x="79" y="529"/>
                  <a:pt x="93" y="543"/>
                </a:cubicBezTo>
                <a:cubicBezTo>
                  <a:pt x="108" y="558"/>
                  <a:pt x="124" y="571"/>
                  <a:pt x="141" y="583"/>
                </a:cubicBezTo>
                <a:cubicBezTo>
                  <a:pt x="159" y="594"/>
                  <a:pt x="177" y="604"/>
                  <a:pt x="196" y="612"/>
                </a:cubicBezTo>
                <a:cubicBezTo>
                  <a:pt x="216" y="620"/>
                  <a:pt x="235" y="626"/>
                  <a:pt x="256" y="631"/>
                </a:cubicBezTo>
                <a:cubicBezTo>
                  <a:pt x="276" y="635"/>
                  <a:pt x="298" y="637"/>
                  <a:pt x="319" y="637"/>
                </a:cubicBezTo>
                <a:moveTo>
                  <a:pt x="459" y="259"/>
                </a:moveTo>
                <a:lnTo>
                  <a:pt x="300" y="419"/>
                </a:lnTo>
                <a:cubicBezTo>
                  <a:pt x="288" y="431"/>
                  <a:pt x="269" y="431"/>
                  <a:pt x="257" y="419"/>
                </a:cubicBezTo>
                <a:lnTo>
                  <a:pt x="178" y="340"/>
                </a:lnTo>
                <a:cubicBezTo>
                  <a:pt x="166" y="328"/>
                  <a:pt x="166" y="308"/>
                  <a:pt x="178" y="297"/>
                </a:cubicBezTo>
                <a:cubicBezTo>
                  <a:pt x="189" y="285"/>
                  <a:pt x="208" y="285"/>
                  <a:pt x="220" y="297"/>
                </a:cubicBezTo>
                <a:lnTo>
                  <a:pt x="278" y="356"/>
                </a:lnTo>
                <a:lnTo>
                  <a:pt x="417" y="217"/>
                </a:lnTo>
                <a:cubicBezTo>
                  <a:pt x="428" y="206"/>
                  <a:pt x="447" y="206"/>
                  <a:pt x="459" y="217"/>
                </a:cubicBezTo>
                <a:cubicBezTo>
                  <a:pt x="470" y="229"/>
                  <a:pt x="470" y="248"/>
                  <a:pt x="459" y="259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8" name="文本框 557"/>
          <p:cNvSpPr txBox="1"/>
          <p:nvPr/>
        </p:nvSpPr>
        <p:spPr>
          <a:xfrm>
            <a:off x="4248000" y="2472480"/>
            <a:ext cx="9151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详细设计文件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9" name="任意多边形 558"/>
          <p:cNvSpPr/>
          <p:nvPr/>
        </p:nvSpPr>
        <p:spPr>
          <a:xfrm>
            <a:off x="8953200" y="1962000"/>
            <a:ext cx="2629440" cy="876600"/>
          </a:xfrm>
          <a:custGeom>
            <a:avLst/>
            <a:gdLst/>
            <a:ahLst/>
            <a:cxnLst/>
            <a:rect l="0" t="0" r="r" b="b"/>
            <a:pathLst>
              <a:path w="7304" h="2435">
                <a:moveTo>
                  <a:pt x="0" y="2223"/>
                </a:moveTo>
                <a:lnTo>
                  <a:pt x="0" y="212"/>
                </a:lnTo>
                <a:cubicBezTo>
                  <a:pt x="0" y="198"/>
                  <a:pt x="2" y="184"/>
                  <a:pt x="4" y="170"/>
                </a:cubicBezTo>
                <a:cubicBezTo>
                  <a:pt x="7" y="157"/>
                  <a:pt x="11" y="143"/>
                  <a:pt x="16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2"/>
                  <a:pt x="52" y="72"/>
                  <a:pt x="62" y="62"/>
                </a:cubicBezTo>
                <a:cubicBezTo>
                  <a:pt x="72" y="52"/>
                  <a:pt x="83" y="43"/>
                  <a:pt x="94" y="36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1"/>
                  <a:pt x="198" y="0"/>
                  <a:pt x="212" y="0"/>
                </a:cubicBezTo>
                <a:lnTo>
                  <a:pt x="7092" y="0"/>
                </a:lnTo>
                <a:cubicBezTo>
                  <a:pt x="7106" y="0"/>
                  <a:pt x="7120" y="1"/>
                  <a:pt x="7133" y="4"/>
                </a:cubicBezTo>
                <a:cubicBezTo>
                  <a:pt x="7147" y="7"/>
                  <a:pt x="7160" y="11"/>
                  <a:pt x="7173" y="16"/>
                </a:cubicBezTo>
                <a:cubicBezTo>
                  <a:pt x="7186" y="21"/>
                  <a:pt x="7198" y="28"/>
                  <a:pt x="7210" y="36"/>
                </a:cubicBezTo>
                <a:cubicBezTo>
                  <a:pt x="7221" y="43"/>
                  <a:pt x="7232" y="52"/>
                  <a:pt x="7242" y="62"/>
                </a:cubicBezTo>
                <a:cubicBezTo>
                  <a:pt x="7252" y="72"/>
                  <a:pt x="7260" y="82"/>
                  <a:pt x="7268" y="94"/>
                </a:cubicBezTo>
                <a:cubicBezTo>
                  <a:pt x="7276" y="106"/>
                  <a:pt x="7282" y="118"/>
                  <a:pt x="7288" y="131"/>
                </a:cubicBezTo>
                <a:cubicBezTo>
                  <a:pt x="7293" y="143"/>
                  <a:pt x="7297" y="157"/>
                  <a:pt x="7300" y="170"/>
                </a:cubicBezTo>
                <a:cubicBezTo>
                  <a:pt x="7302" y="184"/>
                  <a:pt x="7304" y="198"/>
                  <a:pt x="7304" y="212"/>
                </a:cubicBezTo>
                <a:lnTo>
                  <a:pt x="7304" y="2223"/>
                </a:lnTo>
                <a:cubicBezTo>
                  <a:pt x="7304" y="2237"/>
                  <a:pt x="7302" y="2251"/>
                  <a:pt x="7300" y="2265"/>
                </a:cubicBezTo>
                <a:cubicBezTo>
                  <a:pt x="7297" y="2278"/>
                  <a:pt x="7293" y="2292"/>
                  <a:pt x="7288" y="2304"/>
                </a:cubicBezTo>
                <a:cubicBezTo>
                  <a:pt x="7282" y="2317"/>
                  <a:pt x="7276" y="2329"/>
                  <a:pt x="7268" y="2341"/>
                </a:cubicBezTo>
                <a:cubicBezTo>
                  <a:pt x="7260" y="2353"/>
                  <a:pt x="7252" y="2363"/>
                  <a:pt x="7242" y="2373"/>
                </a:cubicBezTo>
                <a:cubicBezTo>
                  <a:pt x="7232" y="2383"/>
                  <a:pt x="7221" y="2392"/>
                  <a:pt x="7210" y="2399"/>
                </a:cubicBezTo>
                <a:cubicBezTo>
                  <a:pt x="7198" y="2407"/>
                  <a:pt x="7186" y="2414"/>
                  <a:pt x="7173" y="2419"/>
                </a:cubicBezTo>
                <a:cubicBezTo>
                  <a:pt x="7160" y="2424"/>
                  <a:pt x="7147" y="2428"/>
                  <a:pt x="7133" y="2431"/>
                </a:cubicBezTo>
                <a:cubicBezTo>
                  <a:pt x="7120" y="2434"/>
                  <a:pt x="7106" y="2435"/>
                  <a:pt x="7092" y="2435"/>
                </a:cubicBezTo>
                <a:lnTo>
                  <a:pt x="212" y="2435"/>
                </a:lnTo>
                <a:cubicBezTo>
                  <a:pt x="198" y="2435"/>
                  <a:pt x="184" y="2434"/>
                  <a:pt x="171" y="2431"/>
                </a:cubicBezTo>
                <a:cubicBezTo>
                  <a:pt x="157" y="2428"/>
                  <a:pt x="144" y="2424"/>
                  <a:pt x="131" y="2419"/>
                </a:cubicBezTo>
                <a:cubicBezTo>
                  <a:pt x="118" y="2414"/>
                  <a:pt x="106" y="2407"/>
                  <a:pt x="94" y="2399"/>
                </a:cubicBezTo>
                <a:cubicBezTo>
                  <a:pt x="83" y="2392"/>
                  <a:pt x="72" y="2383"/>
                  <a:pt x="62" y="2373"/>
                </a:cubicBezTo>
                <a:cubicBezTo>
                  <a:pt x="52" y="2363"/>
                  <a:pt x="44" y="2353"/>
                  <a:pt x="36" y="2341"/>
                </a:cubicBezTo>
                <a:cubicBezTo>
                  <a:pt x="28" y="2329"/>
                  <a:pt x="22" y="2317"/>
                  <a:pt x="16" y="2304"/>
                </a:cubicBezTo>
                <a:cubicBezTo>
                  <a:pt x="11" y="2292"/>
                  <a:pt x="7" y="2278"/>
                  <a:pt x="4" y="2265"/>
                </a:cubicBezTo>
                <a:cubicBezTo>
                  <a:pt x="2" y="2251"/>
                  <a:pt x="0" y="2237"/>
                  <a:pt x="0" y="2223"/>
                </a:cubicBezTo>
                <a:close/>
              </a:path>
            </a:pathLst>
          </a:custGeom>
          <a:solidFill>
            <a:srgbClr val="F0FD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0" name="任意多边形 559"/>
          <p:cNvSpPr/>
          <p:nvPr/>
        </p:nvSpPr>
        <p:spPr>
          <a:xfrm>
            <a:off x="10153440" y="2114280"/>
            <a:ext cx="229320" cy="229320"/>
          </a:xfrm>
          <a:custGeom>
            <a:avLst/>
            <a:gdLst/>
            <a:ahLst/>
            <a:cxnLst/>
            <a:rect l="0" t="0" r="r" b="b"/>
            <a:pathLst>
              <a:path w="637" h="637">
                <a:moveTo>
                  <a:pt x="319" y="637"/>
                </a:moveTo>
                <a:cubicBezTo>
                  <a:pt x="339" y="637"/>
                  <a:pt x="360" y="635"/>
                  <a:pt x="381" y="631"/>
                </a:cubicBezTo>
                <a:cubicBezTo>
                  <a:pt x="401" y="626"/>
                  <a:pt x="421" y="620"/>
                  <a:pt x="440" y="612"/>
                </a:cubicBezTo>
                <a:cubicBezTo>
                  <a:pt x="459" y="604"/>
                  <a:pt x="478" y="594"/>
                  <a:pt x="496" y="583"/>
                </a:cubicBezTo>
                <a:cubicBezTo>
                  <a:pt x="513" y="571"/>
                  <a:pt x="529" y="558"/>
                  <a:pt x="544" y="543"/>
                </a:cubicBezTo>
                <a:cubicBezTo>
                  <a:pt x="559" y="529"/>
                  <a:pt x="572" y="512"/>
                  <a:pt x="584" y="495"/>
                </a:cubicBezTo>
                <a:cubicBezTo>
                  <a:pt x="595" y="478"/>
                  <a:pt x="605" y="460"/>
                  <a:pt x="613" y="440"/>
                </a:cubicBezTo>
                <a:cubicBezTo>
                  <a:pt x="621" y="421"/>
                  <a:pt x="627" y="401"/>
                  <a:pt x="631" y="381"/>
                </a:cubicBezTo>
                <a:cubicBezTo>
                  <a:pt x="635" y="360"/>
                  <a:pt x="637" y="340"/>
                  <a:pt x="637" y="319"/>
                </a:cubicBezTo>
                <a:cubicBezTo>
                  <a:pt x="637" y="297"/>
                  <a:pt x="635" y="276"/>
                  <a:pt x="631" y="256"/>
                </a:cubicBezTo>
                <a:cubicBezTo>
                  <a:pt x="627" y="235"/>
                  <a:pt x="621" y="216"/>
                  <a:pt x="613" y="196"/>
                </a:cubicBezTo>
                <a:cubicBezTo>
                  <a:pt x="605" y="177"/>
                  <a:pt x="595" y="159"/>
                  <a:pt x="584" y="141"/>
                </a:cubicBezTo>
                <a:cubicBezTo>
                  <a:pt x="572" y="124"/>
                  <a:pt x="559" y="108"/>
                  <a:pt x="544" y="93"/>
                </a:cubicBezTo>
                <a:cubicBezTo>
                  <a:pt x="529" y="79"/>
                  <a:pt x="513" y="65"/>
                  <a:pt x="496" y="54"/>
                </a:cubicBezTo>
                <a:cubicBezTo>
                  <a:pt x="478" y="42"/>
                  <a:pt x="459" y="32"/>
                  <a:pt x="440" y="24"/>
                </a:cubicBezTo>
                <a:cubicBezTo>
                  <a:pt x="421" y="16"/>
                  <a:pt x="401" y="10"/>
                  <a:pt x="381" y="6"/>
                </a:cubicBezTo>
                <a:cubicBezTo>
                  <a:pt x="360" y="2"/>
                  <a:pt x="339" y="0"/>
                  <a:pt x="319" y="0"/>
                </a:cubicBezTo>
                <a:cubicBezTo>
                  <a:pt x="298" y="0"/>
                  <a:pt x="277" y="2"/>
                  <a:pt x="257" y="6"/>
                </a:cubicBezTo>
                <a:cubicBezTo>
                  <a:pt x="236" y="10"/>
                  <a:pt x="216" y="16"/>
                  <a:pt x="197" y="24"/>
                </a:cubicBezTo>
                <a:cubicBezTo>
                  <a:pt x="178" y="32"/>
                  <a:pt x="159" y="42"/>
                  <a:pt x="141" y="54"/>
                </a:cubicBezTo>
                <a:cubicBezTo>
                  <a:pt x="124" y="65"/>
                  <a:pt x="108" y="79"/>
                  <a:pt x="93" y="93"/>
                </a:cubicBezTo>
                <a:cubicBezTo>
                  <a:pt x="78" y="108"/>
                  <a:pt x="65" y="124"/>
                  <a:pt x="54" y="141"/>
                </a:cubicBezTo>
                <a:cubicBezTo>
                  <a:pt x="42" y="159"/>
                  <a:pt x="32" y="177"/>
                  <a:pt x="24" y="196"/>
                </a:cubicBezTo>
                <a:cubicBezTo>
                  <a:pt x="16" y="216"/>
                  <a:pt x="10" y="235"/>
                  <a:pt x="6" y="256"/>
                </a:cubicBezTo>
                <a:cubicBezTo>
                  <a:pt x="2" y="276"/>
                  <a:pt x="0" y="297"/>
                  <a:pt x="0" y="319"/>
                </a:cubicBezTo>
                <a:cubicBezTo>
                  <a:pt x="0" y="340"/>
                  <a:pt x="2" y="360"/>
                  <a:pt x="6" y="381"/>
                </a:cubicBezTo>
                <a:cubicBezTo>
                  <a:pt x="10" y="401"/>
                  <a:pt x="16" y="421"/>
                  <a:pt x="24" y="440"/>
                </a:cubicBezTo>
                <a:cubicBezTo>
                  <a:pt x="32" y="460"/>
                  <a:pt x="42" y="478"/>
                  <a:pt x="54" y="495"/>
                </a:cubicBezTo>
                <a:cubicBezTo>
                  <a:pt x="65" y="512"/>
                  <a:pt x="78" y="529"/>
                  <a:pt x="93" y="543"/>
                </a:cubicBezTo>
                <a:cubicBezTo>
                  <a:pt x="108" y="558"/>
                  <a:pt x="124" y="571"/>
                  <a:pt x="141" y="583"/>
                </a:cubicBezTo>
                <a:cubicBezTo>
                  <a:pt x="159" y="594"/>
                  <a:pt x="178" y="604"/>
                  <a:pt x="197" y="612"/>
                </a:cubicBezTo>
                <a:cubicBezTo>
                  <a:pt x="216" y="620"/>
                  <a:pt x="236" y="626"/>
                  <a:pt x="257" y="631"/>
                </a:cubicBezTo>
                <a:cubicBezTo>
                  <a:pt x="277" y="635"/>
                  <a:pt x="298" y="637"/>
                  <a:pt x="319" y="637"/>
                </a:cubicBezTo>
                <a:moveTo>
                  <a:pt x="459" y="259"/>
                </a:moveTo>
                <a:lnTo>
                  <a:pt x="300" y="419"/>
                </a:lnTo>
                <a:cubicBezTo>
                  <a:pt x="288" y="431"/>
                  <a:pt x="269" y="431"/>
                  <a:pt x="258" y="419"/>
                </a:cubicBezTo>
                <a:lnTo>
                  <a:pt x="179" y="340"/>
                </a:lnTo>
                <a:cubicBezTo>
                  <a:pt x="166" y="328"/>
                  <a:pt x="166" y="308"/>
                  <a:pt x="179" y="297"/>
                </a:cubicBezTo>
                <a:cubicBezTo>
                  <a:pt x="190" y="285"/>
                  <a:pt x="209" y="285"/>
                  <a:pt x="221" y="297"/>
                </a:cubicBezTo>
                <a:lnTo>
                  <a:pt x="279" y="356"/>
                </a:lnTo>
                <a:lnTo>
                  <a:pt x="417" y="217"/>
                </a:lnTo>
                <a:cubicBezTo>
                  <a:pt x="428" y="206"/>
                  <a:pt x="447" y="206"/>
                  <a:pt x="459" y="217"/>
                </a:cubicBezTo>
                <a:cubicBezTo>
                  <a:pt x="470" y="229"/>
                  <a:pt x="470" y="248"/>
                  <a:pt x="459" y="259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1" name="文本框 560"/>
          <p:cNvSpPr txBox="1"/>
          <p:nvPr/>
        </p:nvSpPr>
        <p:spPr>
          <a:xfrm>
            <a:off x="7050960" y="2472480"/>
            <a:ext cx="91044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PDL</a:t>
            </a:r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详细设计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2" name="任意多边形 561"/>
          <p:cNvSpPr/>
          <p:nvPr/>
        </p:nvSpPr>
        <p:spPr>
          <a:xfrm>
            <a:off x="380880" y="3295440"/>
            <a:ext cx="11430360" cy="3181680"/>
          </a:xfrm>
          <a:custGeom>
            <a:avLst/>
            <a:gdLst/>
            <a:ahLst/>
            <a:cxnLst/>
            <a:rect l="0" t="0" r="r" b="b"/>
            <a:pathLst>
              <a:path w="31751" h="8838">
                <a:moveTo>
                  <a:pt x="0" y="8521"/>
                </a:moveTo>
                <a:lnTo>
                  <a:pt x="0" y="318"/>
                </a:lnTo>
                <a:cubicBezTo>
                  <a:pt x="0" y="297"/>
                  <a:pt x="2" y="276"/>
                  <a:pt x="6" y="256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7"/>
                  <a:pt x="42" y="159"/>
                  <a:pt x="53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8"/>
                  <a:pt x="124" y="65"/>
                  <a:pt x="141" y="54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lnTo>
                  <a:pt x="31433" y="0"/>
                </a:lnTo>
                <a:cubicBezTo>
                  <a:pt x="31454" y="0"/>
                  <a:pt x="31475" y="2"/>
                  <a:pt x="31495" y="6"/>
                </a:cubicBezTo>
                <a:cubicBezTo>
                  <a:pt x="31516" y="10"/>
                  <a:pt x="31536" y="16"/>
                  <a:pt x="31555" y="24"/>
                </a:cubicBezTo>
                <a:cubicBezTo>
                  <a:pt x="31574" y="32"/>
                  <a:pt x="31592" y="42"/>
                  <a:pt x="31610" y="54"/>
                </a:cubicBezTo>
                <a:cubicBezTo>
                  <a:pt x="31627" y="65"/>
                  <a:pt x="31643" y="78"/>
                  <a:pt x="31658" y="93"/>
                </a:cubicBezTo>
                <a:cubicBezTo>
                  <a:pt x="31673" y="108"/>
                  <a:pt x="31686" y="124"/>
                  <a:pt x="31697" y="141"/>
                </a:cubicBezTo>
                <a:cubicBezTo>
                  <a:pt x="31709" y="159"/>
                  <a:pt x="31719" y="177"/>
                  <a:pt x="31727" y="196"/>
                </a:cubicBezTo>
                <a:cubicBezTo>
                  <a:pt x="31735" y="215"/>
                  <a:pt x="31741" y="235"/>
                  <a:pt x="31745" y="256"/>
                </a:cubicBezTo>
                <a:cubicBezTo>
                  <a:pt x="31749" y="276"/>
                  <a:pt x="31751" y="297"/>
                  <a:pt x="31751" y="318"/>
                </a:cubicBezTo>
                <a:lnTo>
                  <a:pt x="31751" y="8521"/>
                </a:lnTo>
                <a:cubicBezTo>
                  <a:pt x="31751" y="8542"/>
                  <a:pt x="31749" y="8562"/>
                  <a:pt x="31745" y="8583"/>
                </a:cubicBezTo>
                <a:cubicBezTo>
                  <a:pt x="31741" y="8603"/>
                  <a:pt x="31735" y="8623"/>
                  <a:pt x="31727" y="8642"/>
                </a:cubicBezTo>
                <a:cubicBezTo>
                  <a:pt x="31719" y="8661"/>
                  <a:pt x="31709" y="8680"/>
                  <a:pt x="31697" y="8697"/>
                </a:cubicBezTo>
                <a:cubicBezTo>
                  <a:pt x="31686" y="8714"/>
                  <a:pt x="31673" y="8730"/>
                  <a:pt x="31658" y="8745"/>
                </a:cubicBezTo>
                <a:cubicBezTo>
                  <a:pt x="31643" y="8760"/>
                  <a:pt x="31627" y="8773"/>
                  <a:pt x="31610" y="8785"/>
                </a:cubicBezTo>
                <a:cubicBezTo>
                  <a:pt x="31592" y="8796"/>
                  <a:pt x="31574" y="8806"/>
                  <a:pt x="31555" y="8814"/>
                </a:cubicBezTo>
                <a:cubicBezTo>
                  <a:pt x="31536" y="8822"/>
                  <a:pt x="31516" y="8828"/>
                  <a:pt x="31495" y="8832"/>
                </a:cubicBezTo>
                <a:cubicBezTo>
                  <a:pt x="31475" y="8836"/>
                  <a:pt x="31454" y="8838"/>
                  <a:pt x="31433" y="8838"/>
                </a:cubicBezTo>
                <a:lnTo>
                  <a:pt x="317" y="8838"/>
                </a:lnTo>
                <a:cubicBezTo>
                  <a:pt x="296" y="8838"/>
                  <a:pt x="276" y="8836"/>
                  <a:pt x="255" y="8832"/>
                </a:cubicBezTo>
                <a:cubicBezTo>
                  <a:pt x="235" y="8828"/>
                  <a:pt x="215" y="8822"/>
                  <a:pt x="196" y="8814"/>
                </a:cubicBezTo>
                <a:cubicBezTo>
                  <a:pt x="177" y="8806"/>
                  <a:pt x="158" y="8796"/>
                  <a:pt x="141" y="8785"/>
                </a:cubicBezTo>
                <a:cubicBezTo>
                  <a:pt x="124" y="8773"/>
                  <a:pt x="108" y="8760"/>
                  <a:pt x="93" y="8745"/>
                </a:cubicBezTo>
                <a:cubicBezTo>
                  <a:pt x="78" y="8730"/>
                  <a:pt x="65" y="8714"/>
                  <a:pt x="53" y="8697"/>
                </a:cubicBezTo>
                <a:cubicBezTo>
                  <a:pt x="42" y="8680"/>
                  <a:pt x="32" y="8661"/>
                  <a:pt x="24" y="8642"/>
                </a:cubicBezTo>
                <a:cubicBezTo>
                  <a:pt x="16" y="8623"/>
                  <a:pt x="10" y="8603"/>
                  <a:pt x="6" y="8583"/>
                </a:cubicBezTo>
                <a:cubicBezTo>
                  <a:pt x="2" y="8562"/>
                  <a:pt x="0" y="8542"/>
                  <a:pt x="0" y="852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3" name="文本框 562"/>
          <p:cNvSpPr txBox="1"/>
          <p:nvPr/>
        </p:nvSpPr>
        <p:spPr>
          <a:xfrm>
            <a:off x="9963000" y="2472480"/>
            <a:ext cx="61020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代码规范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4" name="任意多边形 563"/>
          <p:cNvSpPr/>
          <p:nvPr/>
        </p:nvSpPr>
        <p:spPr>
          <a:xfrm>
            <a:off x="633240" y="4014720"/>
            <a:ext cx="257400" cy="200160"/>
          </a:xfrm>
          <a:custGeom>
            <a:avLst/>
            <a:gdLst/>
            <a:ahLst/>
            <a:cxnLst/>
            <a:rect l="0" t="0" r="r" b="b"/>
            <a:pathLst>
              <a:path w="715" h="556">
                <a:moveTo>
                  <a:pt x="259" y="59"/>
                </a:moveTo>
                <a:cubicBezTo>
                  <a:pt x="259" y="26"/>
                  <a:pt x="286" y="0"/>
                  <a:pt x="318" y="0"/>
                </a:cubicBezTo>
                <a:lnTo>
                  <a:pt x="398" y="0"/>
                </a:lnTo>
                <a:cubicBezTo>
                  <a:pt x="431" y="0"/>
                  <a:pt x="457" y="26"/>
                  <a:pt x="457" y="59"/>
                </a:cubicBezTo>
                <a:lnTo>
                  <a:pt x="457" y="139"/>
                </a:lnTo>
                <a:cubicBezTo>
                  <a:pt x="457" y="171"/>
                  <a:pt x="431" y="198"/>
                  <a:pt x="398" y="198"/>
                </a:cubicBezTo>
                <a:lnTo>
                  <a:pt x="388" y="198"/>
                </a:lnTo>
                <a:lnTo>
                  <a:pt x="388" y="249"/>
                </a:lnTo>
                <a:lnTo>
                  <a:pt x="576" y="249"/>
                </a:lnTo>
                <a:cubicBezTo>
                  <a:pt x="615" y="249"/>
                  <a:pt x="646" y="280"/>
                  <a:pt x="646" y="318"/>
                </a:cubicBezTo>
                <a:lnTo>
                  <a:pt x="646" y="358"/>
                </a:lnTo>
                <a:lnTo>
                  <a:pt x="656" y="358"/>
                </a:lnTo>
                <a:cubicBezTo>
                  <a:pt x="689" y="358"/>
                  <a:pt x="715" y="385"/>
                  <a:pt x="715" y="417"/>
                </a:cubicBezTo>
                <a:lnTo>
                  <a:pt x="715" y="497"/>
                </a:lnTo>
                <a:cubicBezTo>
                  <a:pt x="715" y="530"/>
                  <a:pt x="689" y="556"/>
                  <a:pt x="656" y="556"/>
                </a:cubicBezTo>
                <a:lnTo>
                  <a:pt x="576" y="556"/>
                </a:lnTo>
                <a:cubicBezTo>
                  <a:pt x="544" y="556"/>
                  <a:pt x="517" y="530"/>
                  <a:pt x="517" y="497"/>
                </a:cubicBezTo>
                <a:lnTo>
                  <a:pt x="517" y="417"/>
                </a:lnTo>
                <a:cubicBezTo>
                  <a:pt x="517" y="385"/>
                  <a:pt x="544" y="358"/>
                  <a:pt x="576" y="358"/>
                </a:cubicBezTo>
                <a:lnTo>
                  <a:pt x="586" y="358"/>
                </a:lnTo>
                <a:lnTo>
                  <a:pt x="586" y="318"/>
                </a:lnTo>
                <a:cubicBezTo>
                  <a:pt x="586" y="313"/>
                  <a:pt x="582" y="308"/>
                  <a:pt x="576" y="308"/>
                </a:cubicBezTo>
                <a:lnTo>
                  <a:pt x="388" y="308"/>
                </a:lnTo>
                <a:lnTo>
                  <a:pt x="388" y="358"/>
                </a:lnTo>
                <a:lnTo>
                  <a:pt x="398" y="358"/>
                </a:lnTo>
                <a:cubicBezTo>
                  <a:pt x="431" y="358"/>
                  <a:pt x="457" y="385"/>
                  <a:pt x="457" y="417"/>
                </a:cubicBezTo>
                <a:lnTo>
                  <a:pt x="457" y="497"/>
                </a:lnTo>
                <a:cubicBezTo>
                  <a:pt x="457" y="530"/>
                  <a:pt x="431" y="556"/>
                  <a:pt x="398" y="556"/>
                </a:cubicBezTo>
                <a:lnTo>
                  <a:pt x="318" y="556"/>
                </a:lnTo>
                <a:cubicBezTo>
                  <a:pt x="286" y="556"/>
                  <a:pt x="259" y="530"/>
                  <a:pt x="259" y="497"/>
                </a:cubicBezTo>
                <a:lnTo>
                  <a:pt x="259" y="417"/>
                </a:lnTo>
                <a:cubicBezTo>
                  <a:pt x="259" y="385"/>
                  <a:pt x="286" y="358"/>
                  <a:pt x="318" y="358"/>
                </a:cubicBezTo>
                <a:lnTo>
                  <a:pt x="328" y="358"/>
                </a:lnTo>
                <a:lnTo>
                  <a:pt x="328" y="308"/>
                </a:lnTo>
                <a:lnTo>
                  <a:pt x="140" y="308"/>
                </a:lnTo>
                <a:cubicBezTo>
                  <a:pt x="134" y="308"/>
                  <a:pt x="130" y="313"/>
                  <a:pt x="130" y="318"/>
                </a:cubicBezTo>
                <a:lnTo>
                  <a:pt x="130" y="358"/>
                </a:lnTo>
                <a:lnTo>
                  <a:pt x="140" y="358"/>
                </a:lnTo>
                <a:cubicBezTo>
                  <a:pt x="173" y="358"/>
                  <a:pt x="199" y="385"/>
                  <a:pt x="199" y="417"/>
                </a:cubicBezTo>
                <a:lnTo>
                  <a:pt x="199" y="497"/>
                </a:lnTo>
                <a:cubicBezTo>
                  <a:pt x="199" y="530"/>
                  <a:pt x="173" y="556"/>
                  <a:pt x="140" y="556"/>
                </a:cubicBezTo>
                <a:lnTo>
                  <a:pt x="61" y="556"/>
                </a:lnTo>
                <a:cubicBezTo>
                  <a:pt x="28" y="556"/>
                  <a:pt x="0" y="530"/>
                  <a:pt x="0" y="497"/>
                </a:cubicBezTo>
                <a:lnTo>
                  <a:pt x="0" y="417"/>
                </a:lnTo>
                <a:cubicBezTo>
                  <a:pt x="0" y="385"/>
                  <a:pt x="28" y="358"/>
                  <a:pt x="61" y="358"/>
                </a:cubicBezTo>
                <a:lnTo>
                  <a:pt x="70" y="358"/>
                </a:lnTo>
                <a:lnTo>
                  <a:pt x="70" y="318"/>
                </a:lnTo>
                <a:cubicBezTo>
                  <a:pt x="70" y="280"/>
                  <a:pt x="102" y="249"/>
                  <a:pt x="140" y="249"/>
                </a:cubicBezTo>
                <a:lnTo>
                  <a:pt x="328" y="249"/>
                </a:lnTo>
                <a:lnTo>
                  <a:pt x="328" y="198"/>
                </a:lnTo>
                <a:lnTo>
                  <a:pt x="318" y="198"/>
                </a:lnTo>
                <a:cubicBezTo>
                  <a:pt x="286" y="198"/>
                  <a:pt x="259" y="171"/>
                  <a:pt x="259" y="139"/>
                </a:cubicBezTo>
                <a:lnTo>
                  <a:pt x="259" y="59"/>
                </a:ln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5" name="文本框 564"/>
          <p:cNvSpPr txBox="1"/>
          <p:nvPr/>
        </p:nvSpPr>
        <p:spPr>
          <a:xfrm>
            <a:off x="609480" y="3531240"/>
            <a:ext cx="1143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设计成果亮点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6" name="任意多边形 565"/>
          <p:cNvSpPr/>
          <p:nvPr/>
        </p:nvSpPr>
        <p:spPr>
          <a:xfrm>
            <a:off x="609480" y="443844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4"/>
                </a:moveTo>
                <a:cubicBezTo>
                  <a:pt x="107" y="61"/>
                  <a:pt x="105" y="68"/>
                  <a:pt x="103" y="74"/>
                </a:cubicBezTo>
                <a:cubicBezTo>
                  <a:pt x="100" y="81"/>
                  <a:pt x="96" y="86"/>
                  <a:pt x="91" y="91"/>
                </a:cubicBezTo>
                <a:cubicBezTo>
                  <a:pt x="86" y="96"/>
                  <a:pt x="80" y="100"/>
                  <a:pt x="74" y="103"/>
                </a:cubicBezTo>
                <a:cubicBezTo>
                  <a:pt x="68" y="106"/>
                  <a:pt x="61" y="107"/>
                  <a:pt x="54" y="107"/>
                </a:cubicBezTo>
                <a:cubicBezTo>
                  <a:pt x="47" y="107"/>
                  <a:pt x="39" y="106"/>
                  <a:pt x="32" y="103"/>
                </a:cubicBezTo>
                <a:cubicBezTo>
                  <a:pt x="26" y="100"/>
                  <a:pt x="20" y="96"/>
                  <a:pt x="15" y="91"/>
                </a:cubicBezTo>
                <a:cubicBezTo>
                  <a:pt x="10" y="86"/>
                  <a:pt x="7" y="81"/>
                  <a:pt x="4" y="74"/>
                </a:cubicBezTo>
                <a:cubicBezTo>
                  <a:pt x="1" y="68"/>
                  <a:pt x="0" y="61"/>
                  <a:pt x="0" y="54"/>
                </a:cubicBezTo>
                <a:cubicBezTo>
                  <a:pt x="0" y="47"/>
                  <a:pt x="1" y="40"/>
                  <a:pt x="4" y="34"/>
                </a:cubicBezTo>
                <a:cubicBezTo>
                  <a:pt x="7" y="27"/>
                  <a:pt x="10" y="22"/>
                  <a:pt x="15" y="17"/>
                </a:cubicBezTo>
                <a:cubicBezTo>
                  <a:pt x="20" y="12"/>
                  <a:pt x="26" y="7"/>
                  <a:pt x="32" y="4"/>
                </a:cubicBezTo>
                <a:cubicBezTo>
                  <a:pt x="39" y="1"/>
                  <a:pt x="47" y="0"/>
                  <a:pt x="54" y="0"/>
                </a:cubicBezTo>
                <a:cubicBezTo>
                  <a:pt x="61" y="0"/>
                  <a:pt x="68" y="1"/>
                  <a:pt x="74" y="4"/>
                </a:cubicBezTo>
                <a:cubicBezTo>
                  <a:pt x="80" y="7"/>
                  <a:pt x="86" y="12"/>
                  <a:pt x="91" y="17"/>
                </a:cubicBezTo>
                <a:cubicBezTo>
                  <a:pt x="96" y="22"/>
                  <a:pt x="100" y="27"/>
                  <a:pt x="103" y="34"/>
                </a:cubicBezTo>
                <a:cubicBezTo>
                  <a:pt x="105" y="40"/>
                  <a:pt x="107" y="47"/>
                  <a:pt x="107" y="54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7" name="文本框 566"/>
          <p:cNvSpPr txBox="1"/>
          <p:nvPr/>
        </p:nvSpPr>
        <p:spPr>
          <a:xfrm>
            <a:off x="914400" y="4006800"/>
            <a:ext cx="10249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架构设计亮点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8" name="任意多边形 567"/>
          <p:cNvSpPr/>
          <p:nvPr/>
        </p:nvSpPr>
        <p:spPr>
          <a:xfrm>
            <a:off x="609480" y="470520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4"/>
                </a:moveTo>
                <a:cubicBezTo>
                  <a:pt x="107" y="61"/>
                  <a:pt x="105" y="68"/>
                  <a:pt x="103" y="74"/>
                </a:cubicBezTo>
                <a:cubicBezTo>
                  <a:pt x="100" y="81"/>
                  <a:pt x="96" y="86"/>
                  <a:pt x="91" y="91"/>
                </a:cubicBezTo>
                <a:cubicBezTo>
                  <a:pt x="86" y="96"/>
                  <a:pt x="80" y="100"/>
                  <a:pt x="74" y="103"/>
                </a:cubicBezTo>
                <a:cubicBezTo>
                  <a:pt x="68" y="105"/>
                  <a:pt x="61" y="107"/>
                  <a:pt x="54" y="107"/>
                </a:cubicBezTo>
                <a:cubicBezTo>
                  <a:pt x="47" y="107"/>
                  <a:pt x="39" y="105"/>
                  <a:pt x="32" y="103"/>
                </a:cubicBezTo>
                <a:cubicBezTo>
                  <a:pt x="26" y="100"/>
                  <a:pt x="20" y="96"/>
                  <a:pt x="15" y="91"/>
                </a:cubicBezTo>
                <a:cubicBezTo>
                  <a:pt x="10" y="86"/>
                  <a:pt x="7" y="81"/>
                  <a:pt x="4" y="74"/>
                </a:cubicBezTo>
                <a:cubicBezTo>
                  <a:pt x="1" y="68"/>
                  <a:pt x="0" y="61"/>
                  <a:pt x="0" y="54"/>
                </a:cubicBezTo>
                <a:cubicBezTo>
                  <a:pt x="0" y="47"/>
                  <a:pt x="1" y="40"/>
                  <a:pt x="4" y="34"/>
                </a:cubicBezTo>
                <a:cubicBezTo>
                  <a:pt x="7" y="27"/>
                  <a:pt x="10" y="21"/>
                  <a:pt x="15" y="16"/>
                </a:cubicBezTo>
                <a:cubicBezTo>
                  <a:pt x="20" y="11"/>
                  <a:pt x="26" y="8"/>
                  <a:pt x="32" y="5"/>
                </a:cubicBezTo>
                <a:cubicBezTo>
                  <a:pt x="39" y="1"/>
                  <a:pt x="47" y="0"/>
                  <a:pt x="54" y="0"/>
                </a:cubicBezTo>
                <a:cubicBezTo>
                  <a:pt x="61" y="0"/>
                  <a:pt x="68" y="1"/>
                  <a:pt x="74" y="5"/>
                </a:cubicBezTo>
                <a:cubicBezTo>
                  <a:pt x="80" y="8"/>
                  <a:pt x="86" y="11"/>
                  <a:pt x="91" y="16"/>
                </a:cubicBezTo>
                <a:cubicBezTo>
                  <a:pt x="96" y="21"/>
                  <a:pt x="100" y="27"/>
                  <a:pt x="103" y="34"/>
                </a:cubicBezTo>
                <a:cubicBezTo>
                  <a:pt x="105" y="40"/>
                  <a:pt x="107" y="47"/>
                  <a:pt x="107" y="54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9" name="文本框 568"/>
          <p:cNvSpPr txBox="1"/>
          <p:nvPr/>
        </p:nvSpPr>
        <p:spPr>
          <a:xfrm>
            <a:off x="790560" y="4367520"/>
            <a:ext cx="14590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前后端分离，技术栈成熟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0" name="任意多边形 569"/>
          <p:cNvSpPr/>
          <p:nvPr/>
        </p:nvSpPr>
        <p:spPr>
          <a:xfrm>
            <a:off x="609480" y="497196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3"/>
                </a:moveTo>
                <a:cubicBezTo>
                  <a:pt x="107" y="60"/>
                  <a:pt x="105" y="66"/>
                  <a:pt x="103" y="73"/>
                </a:cubicBezTo>
                <a:cubicBezTo>
                  <a:pt x="100" y="79"/>
                  <a:pt x="96" y="85"/>
                  <a:pt x="91" y="90"/>
                </a:cubicBezTo>
                <a:cubicBezTo>
                  <a:pt x="86" y="95"/>
                  <a:pt x="80" y="99"/>
                  <a:pt x="74" y="103"/>
                </a:cubicBezTo>
                <a:cubicBezTo>
                  <a:pt x="68" y="105"/>
                  <a:pt x="61" y="107"/>
                  <a:pt x="54" y="107"/>
                </a:cubicBezTo>
                <a:cubicBezTo>
                  <a:pt x="47" y="107"/>
                  <a:pt x="39" y="105"/>
                  <a:pt x="32" y="103"/>
                </a:cubicBezTo>
                <a:cubicBezTo>
                  <a:pt x="26" y="99"/>
                  <a:pt x="20" y="95"/>
                  <a:pt x="15" y="90"/>
                </a:cubicBezTo>
                <a:cubicBezTo>
                  <a:pt x="10" y="85"/>
                  <a:pt x="7" y="79"/>
                  <a:pt x="4" y="73"/>
                </a:cubicBezTo>
                <a:cubicBezTo>
                  <a:pt x="1" y="66"/>
                  <a:pt x="0" y="60"/>
                  <a:pt x="0" y="53"/>
                </a:cubicBezTo>
                <a:cubicBezTo>
                  <a:pt x="0" y="46"/>
                  <a:pt x="1" y="39"/>
                  <a:pt x="4" y="32"/>
                </a:cubicBezTo>
                <a:cubicBezTo>
                  <a:pt x="7" y="26"/>
                  <a:pt x="10" y="20"/>
                  <a:pt x="15" y="15"/>
                </a:cubicBezTo>
                <a:cubicBezTo>
                  <a:pt x="20" y="10"/>
                  <a:pt x="26" y="6"/>
                  <a:pt x="32" y="4"/>
                </a:cubicBezTo>
                <a:cubicBezTo>
                  <a:pt x="39" y="1"/>
                  <a:pt x="47" y="0"/>
                  <a:pt x="54" y="0"/>
                </a:cubicBezTo>
                <a:cubicBezTo>
                  <a:pt x="61" y="0"/>
                  <a:pt x="68" y="1"/>
                  <a:pt x="74" y="4"/>
                </a:cubicBezTo>
                <a:cubicBezTo>
                  <a:pt x="80" y="6"/>
                  <a:pt x="86" y="10"/>
                  <a:pt x="91" y="15"/>
                </a:cubicBezTo>
                <a:cubicBezTo>
                  <a:pt x="96" y="20"/>
                  <a:pt x="100" y="26"/>
                  <a:pt x="103" y="32"/>
                </a:cubicBezTo>
                <a:cubicBezTo>
                  <a:pt x="105" y="39"/>
                  <a:pt x="107" y="46"/>
                  <a:pt x="107" y="53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1" name="文本框 570"/>
          <p:cNvSpPr txBox="1"/>
          <p:nvPr/>
        </p:nvSpPr>
        <p:spPr>
          <a:xfrm>
            <a:off x="790560" y="4633920"/>
            <a:ext cx="14590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微服务化设计，模块解耦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2" name="任意多边形 571"/>
          <p:cNvSpPr/>
          <p:nvPr/>
        </p:nvSpPr>
        <p:spPr>
          <a:xfrm>
            <a:off x="609480" y="5238720"/>
            <a:ext cx="38520" cy="38160"/>
          </a:xfrm>
          <a:custGeom>
            <a:avLst/>
            <a:gdLst/>
            <a:ahLst/>
            <a:cxnLst/>
            <a:rect l="0" t="0" r="r" b="b"/>
            <a:pathLst>
              <a:path w="107" h="106">
                <a:moveTo>
                  <a:pt x="107" y="52"/>
                </a:moveTo>
                <a:cubicBezTo>
                  <a:pt x="107" y="60"/>
                  <a:pt x="105" y="66"/>
                  <a:pt x="103" y="73"/>
                </a:cubicBezTo>
                <a:cubicBezTo>
                  <a:pt x="100" y="79"/>
                  <a:pt x="96" y="85"/>
                  <a:pt x="91" y="90"/>
                </a:cubicBezTo>
                <a:cubicBezTo>
                  <a:pt x="86" y="95"/>
                  <a:pt x="80" y="100"/>
                  <a:pt x="74" y="102"/>
                </a:cubicBezTo>
                <a:cubicBezTo>
                  <a:pt x="68" y="105"/>
                  <a:pt x="61" y="106"/>
                  <a:pt x="54" y="106"/>
                </a:cubicBezTo>
                <a:cubicBezTo>
                  <a:pt x="47" y="106"/>
                  <a:pt x="39" y="105"/>
                  <a:pt x="32" y="102"/>
                </a:cubicBezTo>
                <a:cubicBezTo>
                  <a:pt x="26" y="100"/>
                  <a:pt x="20" y="95"/>
                  <a:pt x="15" y="90"/>
                </a:cubicBezTo>
                <a:cubicBezTo>
                  <a:pt x="10" y="85"/>
                  <a:pt x="7" y="79"/>
                  <a:pt x="4" y="73"/>
                </a:cubicBezTo>
                <a:cubicBezTo>
                  <a:pt x="1" y="66"/>
                  <a:pt x="0" y="60"/>
                  <a:pt x="0" y="52"/>
                </a:cubicBezTo>
                <a:cubicBezTo>
                  <a:pt x="0" y="45"/>
                  <a:pt x="1" y="39"/>
                  <a:pt x="4" y="32"/>
                </a:cubicBezTo>
                <a:cubicBezTo>
                  <a:pt x="7" y="26"/>
                  <a:pt x="10" y="20"/>
                  <a:pt x="15" y="15"/>
                </a:cubicBezTo>
                <a:cubicBezTo>
                  <a:pt x="20" y="10"/>
                  <a:pt x="26" y="6"/>
                  <a:pt x="32" y="4"/>
                </a:cubicBezTo>
                <a:cubicBezTo>
                  <a:pt x="39" y="1"/>
                  <a:pt x="47" y="0"/>
                  <a:pt x="54" y="0"/>
                </a:cubicBezTo>
                <a:cubicBezTo>
                  <a:pt x="61" y="0"/>
                  <a:pt x="68" y="1"/>
                  <a:pt x="74" y="4"/>
                </a:cubicBezTo>
                <a:cubicBezTo>
                  <a:pt x="80" y="6"/>
                  <a:pt x="86" y="10"/>
                  <a:pt x="91" y="15"/>
                </a:cubicBezTo>
                <a:cubicBezTo>
                  <a:pt x="96" y="20"/>
                  <a:pt x="100" y="26"/>
                  <a:pt x="103" y="32"/>
                </a:cubicBezTo>
                <a:cubicBezTo>
                  <a:pt x="105" y="39"/>
                  <a:pt x="107" y="45"/>
                  <a:pt x="107" y="52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3" name="文本框 572"/>
          <p:cNvSpPr txBox="1"/>
          <p:nvPr/>
        </p:nvSpPr>
        <p:spPr>
          <a:xfrm>
            <a:off x="790560" y="4900680"/>
            <a:ext cx="14590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三层架构清晰，职责明确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4" name="任意多边形 573"/>
          <p:cNvSpPr/>
          <p:nvPr/>
        </p:nvSpPr>
        <p:spPr>
          <a:xfrm>
            <a:off x="4410000" y="4000320"/>
            <a:ext cx="228960" cy="228960"/>
          </a:xfrm>
          <a:custGeom>
            <a:avLst/>
            <a:gdLst/>
            <a:ahLst/>
            <a:cxnLst/>
            <a:rect l="0" t="0" r="r" b="b"/>
            <a:pathLst>
              <a:path w="636" h="636">
                <a:moveTo>
                  <a:pt x="353" y="15"/>
                </a:moveTo>
                <a:cubicBezTo>
                  <a:pt x="334" y="-5"/>
                  <a:pt x="303" y="-5"/>
                  <a:pt x="283" y="15"/>
                </a:cubicBezTo>
                <a:lnTo>
                  <a:pt x="14" y="282"/>
                </a:lnTo>
                <a:cubicBezTo>
                  <a:pt x="-5" y="302"/>
                  <a:pt x="-5" y="333"/>
                  <a:pt x="14" y="353"/>
                </a:cubicBezTo>
                <a:lnTo>
                  <a:pt x="283" y="621"/>
                </a:lnTo>
                <a:cubicBezTo>
                  <a:pt x="302" y="641"/>
                  <a:pt x="334" y="641"/>
                  <a:pt x="353" y="621"/>
                </a:cubicBezTo>
                <a:lnTo>
                  <a:pt x="621" y="353"/>
                </a:lnTo>
                <a:cubicBezTo>
                  <a:pt x="641" y="333"/>
                  <a:pt x="641" y="302"/>
                  <a:pt x="621" y="282"/>
                </a:cubicBezTo>
                <a:lnTo>
                  <a:pt x="353" y="15"/>
                </a:ln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5" name="文本框 574"/>
          <p:cNvSpPr txBox="1"/>
          <p:nvPr/>
        </p:nvSpPr>
        <p:spPr>
          <a:xfrm>
            <a:off x="790560" y="5167440"/>
            <a:ext cx="13266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核心业务流程完整清晰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6" name="任意多边形 575"/>
          <p:cNvSpPr/>
          <p:nvPr/>
        </p:nvSpPr>
        <p:spPr>
          <a:xfrm>
            <a:off x="4371840" y="443844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4"/>
                </a:moveTo>
                <a:cubicBezTo>
                  <a:pt x="107" y="61"/>
                  <a:pt x="105" y="68"/>
                  <a:pt x="103" y="74"/>
                </a:cubicBezTo>
                <a:cubicBezTo>
                  <a:pt x="100" y="81"/>
                  <a:pt x="96" y="86"/>
                  <a:pt x="91" y="91"/>
                </a:cubicBezTo>
                <a:cubicBezTo>
                  <a:pt x="85" y="96"/>
                  <a:pt x="80" y="100"/>
                  <a:pt x="73" y="103"/>
                </a:cubicBezTo>
                <a:cubicBezTo>
                  <a:pt x="67" y="106"/>
                  <a:pt x="60" y="107"/>
                  <a:pt x="53" y="107"/>
                </a:cubicBezTo>
                <a:cubicBezTo>
                  <a:pt x="46" y="107"/>
                  <a:pt x="39" y="106"/>
                  <a:pt x="33" y="103"/>
                </a:cubicBezTo>
                <a:cubicBezTo>
                  <a:pt x="26" y="100"/>
                  <a:pt x="20" y="96"/>
                  <a:pt x="15" y="91"/>
                </a:cubicBezTo>
                <a:cubicBezTo>
                  <a:pt x="10" y="86"/>
                  <a:pt x="7" y="81"/>
                  <a:pt x="4" y="74"/>
                </a:cubicBezTo>
                <a:cubicBezTo>
                  <a:pt x="1" y="68"/>
                  <a:pt x="0" y="61"/>
                  <a:pt x="0" y="54"/>
                </a:cubicBezTo>
                <a:cubicBezTo>
                  <a:pt x="0" y="47"/>
                  <a:pt x="1" y="40"/>
                  <a:pt x="4" y="34"/>
                </a:cubicBezTo>
                <a:cubicBezTo>
                  <a:pt x="7" y="27"/>
                  <a:pt x="10" y="22"/>
                  <a:pt x="15" y="17"/>
                </a:cubicBezTo>
                <a:cubicBezTo>
                  <a:pt x="20" y="12"/>
                  <a:pt x="26" y="7"/>
                  <a:pt x="33" y="4"/>
                </a:cubicBezTo>
                <a:cubicBezTo>
                  <a:pt x="39" y="1"/>
                  <a:pt x="46" y="0"/>
                  <a:pt x="53" y="0"/>
                </a:cubicBezTo>
                <a:cubicBezTo>
                  <a:pt x="60" y="0"/>
                  <a:pt x="67" y="1"/>
                  <a:pt x="73" y="4"/>
                </a:cubicBezTo>
                <a:cubicBezTo>
                  <a:pt x="80" y="7"/>
                  <a:pt x="85" y="12"/>
                  <a:pt x="91" y="17"/>
                </a:cubicBezTo>
                <a:cubicBezTo>
                  <a:pt x="96" y="22"/>
                  <a:pt x="100" y="27"/>
                  <a:pt x="103" y="34"/>
                </a:cubicBezTo>
                <a:cubicBezTo>
                  <a:pt x="105" y="40"/>
                  <a:pt x="107" y="47"/>
                  <a:pt x="107" y="54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7" name="文本框 576"/>
          <p:cNvSpPr txBox="1"/>
          <p:nvPr/>
        </p:nvSpPr>
        <p:spPr>
          <a:xfrm>
            <a:off x="4673520" y="4006800"/>
            <a:ext cx="10249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设计质量亮点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8" name="任意多边形 577"/>
          <p:cNvSpPr/>
          <p:nvPr/>
        </p:nvSpPr>
        <p:spPr>
          <a:xfrm>
            <a:off x="4371840" y="470520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4"/>
                </a:moveTo>
                <a:cubicBezTo>
                  <a:pt x="107" y="61"/>
                  <a:pt x="105" y="68"/>
                  <a:pt x="103" y="74"/>
                </a:cubicBezTo>
                <a:cubicBezTo>
                  <a:pt x="100" y="81"/>
                  <a:pt x="96" y="86"/>
                  <a:pt x="91" y="91"/>
                </a:cubicBezTo>
                <a:cubicBezTo>
                  <a:pt x="85" y="96"/>
                  <a:pt x="80" y="100"/>
                  <a:pt x="73" y="103"/>
                </a:cubicBezTo>
                <a:cubicBezTo>
                  <a:pt x="67" y="105"/>
                  <a:pt x="60" y="107"/>
                  <a:pt x="53" y="107"/>
                </a:cubicBezTo>
                <a:cubicBezTo>
                  <a:pt x="46" y="107"/>
                  <a:pt x="39" y="105"/>
                  <a:pt x="33" y="103"/>
                </a:cubicBezTo>
                <a:cubicBezTo>
                  <a:pt x="26" y="100"/>
                  <a:pt x="20" y="96"/>
                  <a:pt x="15" y="91"/>
                </a:cubicBezTo>
                <a:cubicBezTo>
                  <a:pt x="10" y="86"/>
                  <a:pt x="7" y="81"/>
                  <a:pt x="4" y="74"/>
                </a:cubicBezTo>
                <a:cubicBezTo>
                  <a:pt x="1" y="68"/>
                  <a:pt x="0" y="61"/>
                  <a:pt x="0" y="54"/>
                </a:cubicBezTo>
                <a:cubicBezTo>
                  <a:pt x="0" y="47"/>
                  <a:pt x="1" y="40"/>
                  <a:pt x="4" y="34"/>
                </a:cubicBezTo>
                <a:cubicBezTo>
                  <a:pt x="7" y="27"/>
                  <a:pt x="10" y="21"/>
                  <a:pt x="15" y="16"/>
                </a:cubicBezTo>
                <a:cubicBezTo>
                  <a:pt x="20" y="11"/>
                  <a:pt x="26" y="8"/>
                  <a:pt x="33" y="5"/>
                </a:cubicBezTo>
                <a:cubicBezTo>
                  <a:pt x="39" y="1"/>
                  <a:pt x="46" y="0"/>
                  <a:pt x="53" y="0"/>
                </a:cubicBezTo>
                <a:cubicBezTo>
                  <a:pt x="60" y="0"/>
                  <a:pt x="67" y="1"/>
                  <a:pt x="73" y="5"/>
                </a:cubicBezTo>
                <a:cubicBezTo>
                  <a:pt x="80" y="8"/>
                  <a:pt x="85" y="11"/>
                  <a:pt x="91" y="16"/>
                </a:cubicBezTo>
                <a:cubicBezTo>
                  <a:pt x="96" y="21"/>
                  <a:pt x="100" y="27"/>
                  <a:pt x="103" y="34"/>
                </a:cubicBezTo>
                <a:cubicBezTo>
                  <a:pt x="105" y="40"/>
                  <a:pt x="107" y="47"/>
                  <a:pt x="107" y="54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9" name="文本框 578"/>
          <p:cNvSpPr txBox="1"/>
          <p:nvPr/>
        </p:nvSpPr>
        <p:spPr>
          <a:xfrm>
            <a:off x="4549680" y="4367520"/>
            <a:ext cx="14590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文档体系完整，符合规范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0" name="任意多边形 579"/>
          <p:cNvSpPr/>
          <p:nvPr/>
        </p:nvSpPr>
        <p:spPr>
          <a:xfrm>
            <a:off x="4371840" y="497196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3"/>
                </a:moveTo>
                <a:cubicBezTo>
                  <a:pt x="107" y="60"/>
                  <a:pt x="105" y="66"/>
                  <a:pt x="103" y="73"/>
                </a:cubicBezTo>
                <a:cubicBezTo>
                  <a:pt x="100" y="79"/>
                  <a:pt x="96" y="85"/>
                  <a:pt x="91" y="90"/>
                </a:cubicBezTo>
                <a:cubicBezTo>
                  <a:pt x="85" y="95"/>
                  <a:pt x="80" y="99"/>
                  <a:pt x="73" y="103"/>
                </a:cubicBezTo>
                <a:cubicBezTo>
                  <a:pt x="67" y="105"/>
                  <a:pt x="60" y="107"/>
                  <a:pt x="53" y="107"/>
                </a:cubicBezTo>
                <a:cubicBezTo>
                  <a:pt x="46" y="107"/>
                  <a:pt x="39" y="105"/>
                  <a:pt x="33" y="103"/>
                </a:cubicBezTo>
                <a:cubicBezTo>
                  <a:pt x="26" y="99"/>
                  <a:pt x="20" y="95"/>
                  <a:pt x="15" y="90"/>
                </a:cubicBezTo>
                <a:cubicBezTo>
                  <a:pt x="10" y="85"/>
                  <a:pt x="7" y="79"/>
                  <a:pt x="4" y="73"/>
                </a:cubicBezTo>
                <a:cubicBezTo>
                  <a:pt x="1" y="66"/>
                  <a:pt x="0" y="60"/>
                  <a:pt x="0" y="53"/>
                </a:cubicBezTo>
                <a:cubicBezTo>
                  <a:pt x="0" y="46"/>
                  <a:pt x="1" y="39"/>
                  <a:pt x="4" y="32"/>
                </a:cubicBezTo>
                <a:cubicBezTo>
                  <a:pt x="7" y="26"/>
                  <a:pt x="10" y="20"/>
                  <a:pt x="15" y="15"/>
                </a:cubicBezTo>
                <a:cubicBezTo>
                  <a:pt x="20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cubicBezTo>
                  <a:pt x="60" y="0"/>
                  <a:pt x="67" y="1"/>
                  <a:pt x="73" y="4"/>
                </a:cubicBezTo>
                <a:cubicBezTo>
                  <a:pt x="80" y="6"/>
                  <a:pt x="85" y="10"/>
                  <a:pt x="91" y="15"/>
                </a:cubicBezTo>
                <a:cubicBezTo>
                  <a:pt x="96" y="20"/>
                  <a:pt x="100" y="26"/>
                  <a:pt x="103" y="32"/>
                </a:cubicBezTo>
                <a:cubicBezTo>
                  <a:pt x="105" y="39"/>
                  <a:pt x="107" y="46"/>
                  <a:pt x="107" y="53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1" name="文本框 580"/>
          <p:cNvSpPr txBox="1"/>
          <p:nvPr/>
        </p:nvSpPr>
        <p:spPr>
          <a:xfrm>
            <a:off x="4549680" y="4633920"/>
            <a:ext cx="17085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接口设计规范，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RESTful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风格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2" name="任意多边形 581"/>
          <p:cNvSpPr/>
          <p:nvPr/>
        </p:nvSpPr>
        <p:spPr>
          <a:xfrm>
            <a:off x="4371840" y="5238720"/>
            <a:ext cx="38520" cy="38160"/>
          </a:xfrm>
          <a:custGeom>
            <a:avLst/>
            <a:gdLst/>
            <a:ahLst/>
            <a:cxnLst/>
            <a:rect l="0" t="0" r="r" b="b"/>
            <a:pathLst>
              <a:path w="107" h="106">
                <a:moveTo>
                  <a:pt x="107" y="52"/>
                </a:moveTo>
                <a:cubicBezTo>
                  <a:pt x="107" y="60"/>
                  <a:pt x="105" y="66"/>
                  <a:pt x="103" y="73"/>
                </a:cubicBezTo>
                <a:cubicBezTo>
                  <a:pt x="100" y="79"/>
                  <a:pt x="96" y="85"/>
                  <a:pt x="91" y="90"/>
                </a:cubicBezTo>
                <a:cubicBezTo>
                  <a:pt x="85" y="95"/>
                  <a:pt x="80" y="100"/>
                  <a:pt x="73" y="102"/>
                </a:cubicBezTo>
                <a:cubicBezTo>
                  <a:pt x="67" y="105"/>
                  <a:pt x="60" y="106"/>
                  <a:pt x="53" y="106"/>
                </a:cubicBezTo>
                <a:cubicBezTo>
                  <a:pt x="46" y="106"/>
                  <a:pt x="39" y="105"/>
                  <a:pt x="33" y="102"/>
                </a:cubicBezTo>
                <a:cubicBezTo>
                  <a:pt x="26" y="100"/>
                  <a:pt x="20" y="95"/>
                  <a:pt x="15" y="90"/>
                </a:cubicBezTo>
                <a:cubicBezTo>
                  <a:pt x="10" y="85"/>
                  <a:pt x="7" y="79"/>
                  <a:pt x="4" y="73"/>
                </a:cubicBezTo>
                <a:cubicBezTo>
                  <a:pt x="1" y="66"/>
                  <a:pt x="0" y="60"/>
                  <a:pt x="0" y="52"/>
                </a:cubicBezTo>
                <a:cubicBezTo>
                  <a:pt x="0" y="45"/>
                  <a:pt x="1" y="39"/>
                  <a:pt x="4" y="32"/>
                </a:cubicBezTo>
                <a:cubicBezTo>
                  <a:pt x="7" y="26"/>
                  <a:pt x="10" y="20"/>
                  <a:pt x="15" y="15"/>
                </a:cubicBezTo>
                <a:cubicBezTo>
                  <a:pt x="20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cubicBezTo>
                  <a:pt x="60" y="0"/>
                  <a:pt x="67" y="1"/>
                  <a:pt x="73" y="4"/>
                </a:cubicBezTo>
                <a:cubicBezTo>
                  <a:pt x="80" y="6"/>
                  <a:pt x="85" y="10"/>
                  <a:pt x="91" y="15"/>
                </a:cubicBezTo>
                <a:cubicBezTo>
                  <a:pt x="96" y="20"/>
                  <a:pt x="100" y="26"/>
                  <a:pt x="103" y="32"/>
                </a:cubicBezTo>
                <a:cubicBezTo>
                  <a:pt x="105" y="39"/>
                  <a:pt x="107" y="45"/>
                  <a:pt x="107" y="52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3" name="文本框 582"/>
          <p:cNvSpPr txBox="1"/>
          <p:nvPr/>
        </p:nvSpPr>
        <p:spPr>
          <a:xfrm>
            <a:off x="4549680" y="4900680"/>
            <a:ext cx="1591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数据库设计合理，索引完善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7" name="文本框 586"/>
          <p:cNvSpPr txBox="1"/>
          <p:nvPr/>
        </p:nvSpPr>
        <p:spPr>
          <a:xfrm>
            <a:off x="4549680" y="5167440"/>
            <a:ext cx="800100" cy="16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代码规范严格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任意多边形 59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8" name="任意多边形 597"/>
          <p:cNvSpPr/>
          <p:nvPr/>
        </p:nvSpPr>
        <p:spPr>
          <a:xfrm>
            <a:off x="407150" y="908920"/>
            <a:ext cx="5591520" cy="5553360"/>
          </a:xfrm>
          <a:custGeom>
            <a:avLst/>
            <a:gdLst/>
            <a:ahLst/>
            <a:cxnLst/>
            <a:rect l="0" t="0" r="r" b="b"/>
            <a:pathLst>
              <a:path w="15532" h="15426">
                <a:moveTo>
                  <a:pt x="0" y="15122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8"/>
                </a:cubicBezTo>
                <a:cubicBezTo>
                  <a:pt x="31" y="169"/>
                  <a:pt x="40" y="152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69" y="31"/>
                  <a:pt x="188" y="23"/>
                </a:cubicBezTo>
                <a:cubicBezTo>
                  <a:pt x="206" y="15"/>
                  <a:pt x="225" y="9"/>
                  <a:pt x="245" y="6"/>
                </a:cubicBezTo>
                <a:cubicBezTo>
                  <a:pt x="265" y="2"/>
                  <a:pt x="284" y="0"/>
                  <a:pt x="304" y="0"/>
                </a:cubicBezTo>
                <a:lnTo>
                  <a:pt x="15228" y="0"/>
                </a:lnTo>
                <a:cubicBezTo>
                  <a:pt x="15248" y="0"/>
                  <a:pt x="15268" y="2"/>
                  <a:pt x="15287" y="6"/>
                </a:cubicBezTo>
                <a:cubicBezTo>
                  <a:pt x="15307" y="9"/>
                  <a:pt x="15326" y="15"/>
                  <a:pt x="15344" y="23"/>
                </a:cubicBezTo>
                <a:cubicBezTo>
                  <a:pt x="15363" y="31"/>
                  <a:pt x="15380" y="40"/>
                  <a:pt x="15397" y="51"/>
                </a:cubicBezTo>
                <a:cubicBezTo>
                  <a:pt x="15413" y="62"/>
                  <a:pt x="15429" y="75"/>
                  <a:pt x="15443" y="89"/>
                </a:cubicBezTo>
                <a:cubicBezTo>
                  <a:pt x="15457" y="103"/>
                  <a:pt x="15470" y="118"/>
                  <a:pt x="15481" y="135"/>
                </a:cubicBezTo>
                <a:cubicBezTo>
                  <a:pt x="15492" y="152"/>
                  <a:pt x="15501" y="169"/>
                  <a:pt x="15509" y="188"/>
                </a:cubicBezTo>
                <a:cubicBezTo>
                  <a:pt x="15517" y="206"/>
                  <a:pt x="15522" y="225"/>
                  <a:pt x="15526" y="245"/>
                </a:cubicBezTo>
                <a:cubicBezTo>
                  <a:pt x="15530" y="264"/>
                  <a:pt x="15532" y="284"/>
                  <a:pt x="15532" y="304"/>
                </a:cubicBezTo>
                <a:lnTo>
                  <a:pt x="15532" y="15122"/>
                </a:lnTo>
                <a:cubicBezTo>
                  <a:pt x="15532" y="15142"/>
                  <a:pt x="15530" y="15161"/>
                  <a:pt x="15526" y="15181"/>
                </a:cubicBezTo>
                <a:cubicBezTo>
                  <a:pt x="15522" y="15201"/>
                  <a:pt x="15517" y="15220"/>
                  <a:pt x="15509" y="15238"/>
                </a:cubicBezTo>
                <a:cubicBezTo>
                  <a:pt x="15501" y="15257"/>
                  <a:pt x="15492" y="15274"/>
                  <a:pt x="15481" y="15291"/>
                </a:cubicBezTo>
                <a:cubicBezTo>
                  <a:pt x="15470" y="15307"/>
                  <a:pt x="15457" y="15323"/>
                  <a:pt x="15443" y="15337"/>
                </a:cubicBezTo>
                <a:cubicBezTo>
                  <a:pt x="15429" y="15351"/>
                  <a:pt x="15413" y="15364"/>
                  <a:pt x="15397" y="15375"/>
                </a:cubicBezTo>
                <a:cubicBezTo>
                  <a:pt x="15380" y="15386"/>
                  <a:pt x="15363" y="15395"/>
                  <a:pt x="15344" y="15403"/>
                </a:cubicBezTo>
                <a:cubicBezTo>
                  <a:pt x="15326" y="15410"/>
                  <a:pt x="15307" y="15416"/>
                  <a:pt x="15287" y="15420"/>
                </a:cubicBezTo>
                <a:cubicBezTo>
                  <a:pt x="15268" y="15424"/>
                  <a:pt x="15248" y="15426"/>
                  <a:pt x="15228" y="15426"/>
                </a:cubicBezTo>
                <a:lnTo>
                  <a:pt x="304" y="15426"/>
                </a:lnTo>
                <a:cubicBezTo>
                  <a:pt x="284" y="15426"/>
                  <a:pt x="265" y="15424"/>
                  <a:pt x="245" y="15420"/>
                </a:cubicBezTo>
                <a:cubicBezTo>
                  <a:pt x="225" y="15416"/>
                  <a:pt x="206" y="15410"/>
                  <a:pt x="188" y="15403"/>
                </a:cubicBezTo>
                <a:cubicBezTo>
                  <a:pt x="169" y="15395"/>
                  <a:pt x="152" y="15386"/>
                  <a:pt x="135" y="15375"/>
                </a:cubicBezTo>
                <a:cubicBezTo>
                  <a:pt x="119" y="15364"/>
                  <a:pt x="103" y="15351"/>
                  <a:pt x="89" y="15337"/>
                </a:cubicBezTo>
                <a:cubicBezTo>
                  <a:pt x="75" y="15323"/>
                  <a:pt x="62" y="15307"/>
                  <a:pt x="51" y="15291"/>
                </a:cubicBezTo>
                <a:cubicBezTo>
                  <a:pt x="40" y="15274"/>
                  <a:pt x="31" y="15257"/>
                  <a:pt x="23" y="15238"/>
                </a:cubicBezTo>
                <a:cubicBezTo>
                  <a:pt x="16" y="15220"/>
                  <a:pt x="10" y="15201"/>
                  <a:pt x="6" y="15181"/>
                </a:cubicBezTo>
                <a:cubicBezTo>
                  <a:pt x="2" y="15161"/>
                  <a:pt x="0" y="15142"/>
                  <a:pt x="0" y="1512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9" name="任意多边形 598"/>
          <p:cNvSpPr/>
          <p:nvPr/>
        </p:nvSpPr>
        <p:spPr>
          <a:xfrm>
            <a:off x="385560" y="919080"/>
            <a:ext cx="5591520" cy="5553360"/>
          </a:xfrm>
          <a:custGeom>
            <a:avLst/>
            <a:gdLst/>
            <a:ahLst/>
            <a:cxnLst/>
            <a:rect l="0" t="0" r="r" b="b"/>
            <a:pathLst>
              <a:path w="15532" h="15426" fill="none">
                <a:moveTo>
                  <a:pt x="0" y="15122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8"/>
                </a:cubicBezTo>
                <a:cubicBezTo>
                  <a:pt x="31" y="169"/>
                  <a:pt x="40" y="152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69" y="31"/>
                  <a:pt x="188" y="23"/>
                </a:cubicBezTo>
                <a:cubicBezTo>
                  <a:pt x="206" y="15"/>
                  <a:pt x="225" y="9"/>
                  <a:pt x="245" y="6"/>
                </a:cubicBezTo>
                <a:cubicBezTo>
                  <a:pt x="265" y="2"/>
                  <a:pt x="284" y="0"/>
                  <a:pt x="304" y="0"/>
                </a:cubicBezTo>
                <a:lnTo>
                  <a:pt x="15228" y="0"/>
                </a:lnTo>
                <a:cubicBezTo>
                  <a:pt x="15248" y="0"/>
                  <a:pt x="15268" y="2"/>
                  <a:pt x="15287" y="6"/>
                </a:cubicBezTo>
                <a:cubicBezTo>
                  <a:pt x="15307" y="9"/>
                  <a:pt x="15326" y="15"/>
                  <a:pt x="15344" y="23"/>
                </a:cubicBezTo>
                <a:cubicBezTo>
                  <a:pt x="15363" y="31"/>
                  <a:pt x="15380" y="40"/>
                  <a:pt x="15397" y="51"/>
                </a:cubicBezTo>
                <a:cubicBezTo>
                  <a:pt x="15413" y="62"/>
                  <a:pt x="15429" y="75"/>
                  <a:pt x="15443" y="89"/>
                </a:cubicBezTo>
                <a:cubicBezTo>
                  <a:pt x="15457" y="103"/>
                  <a:pt x="15470" y="118"/>
                  <a:pt x="15481" y="135"/>
                </a:cubicBezTo>
                <a:cubicBezTo>
                  <a:pt x="15492" y="152"/>
                  <a:pt x="15501" y="169"/>
                  <a:pt x="15509" y="188"/>
                </a:cubicBezTo>
                <a:cubicBezTo>
                  <a:pt x="15517" y="206"/>
                  <a:pt x="15522" y="225"/>
                  <a:pt x="15526" y="245"/>
                </a:cubicBezTo>
                <a:cubicBezTo>
                  <a:pt x="15530" y="264"/>
                  <a:pt x="15532" y="284"/>
                  <a:pt x="15532" y="304"/>
                </a:cubicBezTo>
                <a:lnTo>
                  <a:pt x="15532" y="15122"/>
                </a:lnTo>
                <a:cubicBezTo>
                  <a:pt x="15532" y="15142"/>
                  <a:pt x="15530" y="15161"/>
                  <a:pt x="15526" y="15181"/>
                </a:cubicBezTo>
                <a:cubicBezTo>
                  <a:pt x="15522" y="15201"/>
                  <a:pt x="15517" y="15220"/>
                  <a:pt x="15509" y="15238"/>
                </a:cubicBezTo>
                <a:cubicBezTo>
                  <a:pt x="15501" y="15257"/>
                  <a:pt x="15492" y="15274"/>
                  <a:pt x="15481" y="15291"/>
                </a:cubicBezTo>
                <a:cubicBezTo>
                  <a:pt x="15470" y="15307"/>
                  <a:pt x="15457" y="15323"/>
                  <a:pt x="15443" y="15337"/>
                </a:cubicBezTo>
                <a:cubicBezTo>
                  <a:pt x="15429" y="15351"/>
                  <a:pt x="15413" y="15364"/>
                  <a:pt x="15397" y="15375"/>
                </a:cubicBezTo>
                <a:cubicBezTo>
                  <a:pt x="15380" y="15386"/>
                  <a:pt x="15363" y="15395"/>
                  <a:pt x="15344" y="15403"/>
                </a:cubicBezTo>
                <a:cubicBezTo>
                  <a:pt x="15326" y="15410"/>
                  <a:pt x="15307" y="15416"/>
                  <a:pt x="15287" y="15420"/>
                </a:cubicBezTo>
                <a:cubicBezTo>
                  <a:pt x="15268" y="15424"/>
                  <a:pt x="15248" y="15426"/>
                  <a:pt x="15228" y="15426"/>
                </a:cubicBezTo>
                <a:lnTo>
                  <a:pt x="304" y="15426"/>
                </a:lnTo>
                <a:cubicBezTo>
                  <a:pt x="284" y="15426"/>
                  <a:pt x="265" y="15424"/>
                  <a:pt x="245" y="15420"/>
                </a:cubicBezTo>
                <a:cubicBezTo>
                  <a:pt x="225" y="15416"/>
                  <a:pt x="206" y="15410"/>
                  <a:pt x="188" y="15403"/>
                </a:cubicBezTo>
                <a:cubicBezTo>
                  <a:pt x="169" y="15395"/>
                  <a:pt x="152" y="15386"/>
                  <a:pt x="135" y="15375"/>
                </a:cubicBezTo>
                <a:cubicBezTo>
                  <a:pt x="119" y="15364"/>
                  <a:pt x="103" y="15351"/>
                  <a:pt x="89" y="15337"/>
                </a:cubicBezTo>
                <a:cubicBezTo>
                  <a:pt x="75" y="15323"/>
                  <a:pt x="62" y="15307"/>
                  <a:pt x="51" y="15291"/>
                </a:cubicBezTo>
                <a:cubicBezTo>
                  <a:pt x="40" y="15274"/>
                  <a:pt x="31" y="15257"/>
                  <a:pt x="23" y="15238"/>
                </a:cubicBezTo>
                <a:cubicBezTo>
                  <a:pt x="16" y="15220"/>
                  <a:pt x="10" y="15201"/>
                  <a:pt x="6" y="15181"/>
                </a:cubicBezTo>
                <a:cubicBezTo>
                  <a:pt x="2" y="15161"/>
                  <a:pt x="0" y="15142"/>
                  <a:pt x="0" y="15122"/>
                </a:cubicBezTo>
              </a:path>
            </a:pathLst>
          </a:custGeom>
          <a:ln w="9360">
            <a:solidFill>
              <a:srgbClr val="F3F4F6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0" name="文本框 599"/>
          <p:cNvSpPr txBox="1"/>
          <p:nvPr/>
        </p:nvSpPr>
        <p:spPr>
          <a:xfrm>
            <a:off x="380880" y="389520"/>
            <a:ext cx="2514600" cy="276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五、实现</a:t>
            </a:r>
            <a:r>
              <a:rPr lang="zh-CN" sz="18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与测试阶段评审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1" name="任意多边形 600"/>
          <p:cNvSpPr/>
          <p:nvPr/>
        </p:nvSpPr>
        <p:spPr>
          <a:xfrm>
            <a:off x="4771800" y="1152360"/>
            <a:ext cx="972000" cy="267120"/>
          </a:xfrm>
          <a:custGeom>
            <a:avLst/>
            <a:gdLst/>
            <a:ahLst/>
            <a:cxnLst/>
            <a:rect l="0" t="0" r="r" b="b"/>
            <a:pathLst>
              <a:path w="2700" h="742">
                <a:moveTo>
                  <a:pt x="0" y="371"/>
                </a:moveTo>
                <a:cubicBezTo>
                  <a:pt x="0" y="347"/>
                  <a:pt x="2" y="323"/>
                  <a:pt x="7" y="299"/>
                </a:cubicBezTo>
                <a:cubicBezTo>
                  <a:pt x="12" y="275"/>
                  <a:pt x="19" y="252"/>
                  <a:pt x="28" y="230"/>
                </a:cubicBezTo>
                <a:cubicBezTo>
                  <a:pt x="38" y="207"/>
                  <a:pt x="49" y="186"/>
                  <a:pt x="63" y="166"/>
                </a:cubicBezTo>
                <a:cubicBezTo>
                  <a:pt x="76" y="145"/>
                  <a:pt x="91" y="126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6" y="37"/>
                  <a:pt x="229" y="28"/>
                </a:cubicBezTo>
                <a:cubicBezTo>
                  <a:pt x="251" y="19"/>
                  <a:pt x="274" y="12"/>
                  <a:pt x="298" y="7"/>
                </a:cubicBezTo>
                <a:cubicBezTo>
                  <a:pt x="322" y="2"/>
                  <a:pt x="346" y="0"/>
                  <a:pt x="371" y="0"/>
                </a:cubicBezTo>
                <a:lnTo>
                  <a:pt x="2329" y="0"/>
                </a:lnTo>
                <a:cubicBezTo>
                  <a:pt x="2354" y="0"/>
                  <a:pt x="2378" y="2"/>
                  <a:pt x="2402" y="7"/>
                </a:cubicBezTo>
                <a:cubicBezTo>
                  <a:pt x="2426" y="12"/>
                  <a:pt x="2449" y="19"/>
                  <a:pt x="2471" y="28"/>
                </a:cubicBezTo>
                <a:cubicBezTo>
                  <a:pt x="2494" y="37"/>
                  <a:pt x="2515" y="49"/>
                  <a:pt x="2535" y="62"/>
                </a:cubicBezTo>
                <a:cubicBezTo>
                  <a:pt x="2555" y="76"/>
                  <a:pt x="2574" y="91"/>
                  <a:pt x="2591" y="108"/>
                </a:cubicBezTo>
                <a:cubicBezTo>
                  <a:pt x="2609" y="126"/>
                  <a:pt x="2624" y="145"/>
                  <a:pt x="2637" y="166"/>
                </a:cubicBezTo>
                <a:cubicBezTo>
                  <a:pt x="2651" y="186"/>
                  <a:pt x="2662" y="207"/>
                  <a:pt x="2672" y="230"/>
                </a:cubicBezTo>
                <a:cubicBezTo>
                  <a:pt x="2681" y="252"/>
                  <a:pt x="2688" y="275"/>
                  <a:pt x="2693" y="299"/>
                </a:cubicBezTo>
                <a:cubicBezTo>
                  <a:pt x="2698" y="323"/>
                  <a:pt x="2700" y="347"/>
                  <a:pt x="2700" y="371"/>
                </a:cubicBezTo>
                <a:cubicBezTo>
                  <a:pt x="2700" y="396"/>
                  <a:pt x="2698" y="420"/>
                  <a:pt x="2693" y="444"/>
                </a:cubicBezTo>
                <a:cubicBezTo>
                  <a:pt x="2688" y="467"/>
                  <a:pt x="2681" y="491"/>
                  <a:pt x="2672" y="513"/>
                </a:cubicBezTo>
                <a:cubicBezTo>
                  <a:pt x="2662" y="536"/>
                  <a:pt x="2651" y="557"/>
                  <a:pt x="2637" y="577"/>
                </a:cubicBezTo>
                <a:cubicBezTo>
                  <a:pt x="2624" y="597"/>
                  <a:pt x="2609" y="616"/>
                  <a:pt x="2591" y="633"/>
                </a:cubicBezTo>
                <a:cubicBezTo>
                  <a:pt x="2574" y="650"/>
                  <a:pt x="2555" y="666"/>
                  <a:pt x="2535" y="679"/>
                </a:cubicBezTo>
                <a:cubicBezTo>
                  <a:pt x="2515" y="693"/>
                  <a:pt x="2494" y="704"/>
                  <a:pt x="2471" y="714"/>
                </a:cubicBezTo>
                <a:cubicBezTo>
                  <a:pt x="2449" y="723"/>
                  <a:pt x="2426" y="730"/>
                  <a:pt x="2402" y="735"/>
                </a:cubicBezTo>
                <a:cubicBezTo>
                  <a:pt x="2378" y="739"/>
                  <a:pt x="2354" y="742"/>
                  <a:pt x="2329" y="742"/>
                </a:cubicBezTo>
                <a:lnTo>
                  <a:pt x="371" y="742"/>
                </a:lnTo>
                <a:cubicBezTo>
                  <a:pt x="346" y="742"/>
                  <a:pt x="322" y="739"/>
                  <a:pt x="298" y="735"/>
                </a:cubicBezTo>
                <a:cubicBezTo>
                  <a:pt x="274" y="730"/>
                  <a:pt x="251" y="723"/>
                  <a:pt x="229" y="714"/>
                </a:cubicBezTo>
                <a:cubicBezTo>
                  <a:pt x="206" y="704"/>
                  <a:pt x="185" y="693"/>
                  <a:pt x="165" y="679"/>
                </a:cubicBezTo>
                <a:cubicBezTo>
                  <a:pt x="145" y="666"/>
                  <a:pt x="126" y="650"/>
                  <a:pt x="109" y="633"/>
                </a:cubicBezTo>
                <a:cubicBezTo>
                  <a:pt x="91" y="616"/>
                  <a:pt x="76" y="597"/>
                  <a:pt x="63" y="577"/>
                </a:cubicBezTo>
                <a:cubicBezTo>
                  <a:pt x="49" y="557"/>
                  <a:pt x="38" y="536"/>
                  <a:pt x="28" y="513"/>
                </a:cubicBezTo>
                <a:cubicBezTo>
                  <a:pt x="19" y="491"/>
                  <a:pt x="12" y="467"/>
                  <a:pt x="7" y="444"/>
                </a:cubicBezTo>
                <a:cubicBezTo>
                  <a:pt x="2" y="420"/>
                  <a:pt x="0" y="396"/>
                  <a:pt x="0" y="371"/>
                </a:cubicBezTo>
                <a:close/>
              </a:path>
            </a:pathLst>
          </a:custGeom>
          <a:solidFill>
            <a:srgbClr val="00B42A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2" name="任意多边形 601"/>
          <p:cNvSpPr/>
          <p:nvPr/>
        </p:nvSpPr>
        <p:spPr>
          <a:xfrm>
            <a:off x="4886280" y="1218960"/>
            <a:ext cx="133560" cy="133920"/>
          </a:xfrm>
          <a:custGeom>
            <a:avLst/>
            <a:gdLst/>
            <a:ahLst/>
            <a:cxnLst/>
            <a:rect l="0" t="0" r="r" b="b"/>
            <a:pathLst>
              <a:path w="371" h="372">
                <a:moveTo>
                  <a:pt x="185" y="372"/>
                </a:moveTo>
                <a:cubicBezTo>
                  <a:pt x="197" y="372"/>
                  <a:pt x="209" y="370"/>
                  <a:pt x="221" y="368"/>
                </a:cubicBezTo>
                <a:cubicBezTo>
                  <a:pt x="233" y="366"/>
                  <a:pt x="244" y="362"/>
                  <a:pt x="256" y="357"/>
                </a:cubicBezTo>
                <a:cubicBezTo>
                  <a:pt x="267" y="353"/>
                  <a:pt x="278" y="347"/>
                  <a:pt x="288" y="340"/>
                </a:cubicBezTo>
                <a:cubicBezTo>
                  <a:pt x="298" y="334"/>
                  <a:pt x="308" y="326"/>
                  <a:pt x="317" y="317"/>
                </a:cubicBezTo>
                <a:cubicBezTo>
                  <a:pt x="325" y="309"/>
                  <a:pt x="333" y="299"/>
                  <a:pt x="340" y="289"/>
                </a:cubicBezTo>
                <a:cubicBezTo>
                  <a:pt x="347" y="279"/>
                  <a:pt x="352" y="268"/>
                  <a:pt x="357" y="257"/>
                </a:cubicBezTo>
                <a:cubicBezTo>
                  <a:pt x="362" y="246"/>
                  <a:pt x="365" y="234"/>
                  <a:pt x="367" y="223"/>
                </a:cubicBezTo>
                <a:cubicBezTo>
                  <a:pt x="370" y="211"/>
                  <a:pt x="371" y="199"/>
                  <a:pt x="371" y="186"/>
                </a:cubicBezTo>
                <a:cubicBezTo>
                  <a:pt x="371" y="174"/>
                  <a:pt x="370" y="162"/>
                  <a:pt x="367" y="150"/>
                </a:cubicBezTo>
                <a:cubicBezTo>
                  <a:pt x="365" y="138"/>
                  <a:pt x="362" y="126"/>
                  <a:pt x="357" y="114"/>
                </a:cubicBezTo>
                <a:cubicBezTo>
                  <a:pt x="352" y="103"/>
                  <a:pt x="347" y="93"/>
                  <a:pt x="340" y="82"/>
                </a:cubicBezTo>
                <a:cubicBezTo>
                  <a:pt x="333" y="72"/>
                  <a:pt x="325" y="63"/>
                  <a:pt x="317" y="54"/>
                </a:cubicBezTo>
                <a:cubicBezTo>
                  <a:pt x="308" y="46"/>
                  <a:pt x="298" y="38"/>
                  <a:pt x="288" y="31"/>
                </a:cubicBezTo>
                <a:cubicBezTo>
                  <a:pt x="278" y="25"/>
                  <a:pt x="267" y="19"/>
                  <a:pt x="256" y="14"/>
                </a:cubicBezTo>
                <a:cubicBezTo>
                  <a:pt x="244" y="10"/>
                  <a:pt x="233" y="6"/>
                  <a:pt x="221" y="4"/>
                </a:cubicBezTo>
                <a:cubicBezTo>
                  <a:pt x="209" y="1"/>
                  <a:pt x="197" y="0"/>
                  <a:pt x="185" y="0"/>
                </a:cubicBezTo>
                <a:cubicBezTo>
                  <a:pt x="173" y="0"/>
                  <a:pt x="161" y="1"/>
                  <a:pt x="149" y="4"/>
                </a:cubicBezTo>
                <a:cubicBezTo>
                  <a:pt x="137" y="6"/>
                  <a:pt x="125" y="10"/>
                  <a:pt x="114" y="14"/>
                </a:cubicBezTo>
                <a:cubicBezTo>
                  <a:pt x="103" y="19"/>
                  <a:pt x="92" y="25"/>
                  <a:pt x="82" y="31"/>
                </a:cubicBezTo>
                <a:cubicBezTo>
                  <a:pt x="72" y="38"/>
                  <a:pt x="62" y="46"/>
                  <a:pt x="54" y="54"/>
                </a:cubicBezTo>
                <a:cubicBezTo>
                  <a:pt x="45" y="63"/>
                  <a:pt x="38" y="72"/>
                  <a:pt x="31" y="82"/>
                </a:cubicBezTo>
                <a:cubicBezTo>
                  <a:pt x="24" y="93"/>
                  <a:pt x="18" y="103"/>
                  <a:pt x="14" y="114"/>
                </a:cubicBezTo>
                <a:cubicBezTo>
                  <a:pt x="9" y="126"/>
                  <a:pt x="6" y="138"/>
                  <a:pt x="3" y="150"/>
                </a:cubicBezTo>
                <a:cubicBezTo>
                  <a:pt x="1" y="162"/>
                  <a:pt x="0" y="174"/>
                  <a:pt x="0" y="186"/>
                </a:cubicBezTo>
                <a:cubicBezTo>
                  <a:pt x="0" y="199"/>
                  <a:pt x="1" y="211"/>
                  <a:pt x="3" y="223"/>
                </a:cubicBezTo>
                <a:cubicBezTo>
                  <a:pt x="6" y="234"/>
                  <a:pt x="9" y="246"/>
                  <a:pt x="14" y="257"/>
                </a:cubicBezTo>
                <a:cubicBezTo>
                  <a:pt x="18" y="268"/>
                  <a:pt x="24" y="279"/>
                  <a:pt x="31" y="289"/>
                </a:cubicBezTo>
                <a:cubicBezTo>
                  <a:pt x="38" y="299"/>
                  <a:pt x="45" y="309"/>
                  <a:pt x="54" y="317"/>
                </a:cubicBezTo>
                <a:cubicBezTo>
                  <a:pt x="62" y="326"/>
                  <a:pt x="72" y="334"/>
                  <a:pt x="82" y="340"/>
                </a:cubicBezTo>
                <a:cubicBezTo>
                  <a:pt x="92" y="347"/>
                  <a:pt x="103" y="353"/>
                  <a:pt x="114" y="357"/>
                </a:cubicBezTo>
                <a:cubicBezTo>
                  <a:pt x="125" y="362"/>
                  <a:pt x="137" y="366"/>
                  <a:pt x="149" y="368"/>
                </a:cubicBezTo>
                <a:cubicBezTo>
                  <a:pt x="161" y="370"/>
                  <a:pt x="173" y="372"/>
                  <a:pt x="185" y="372"/>
                </a:cubicBezTo>
                <a:moveTo>
                  <a:pt x="267" y="152"/>
                </a:moveTo>
                <a:lnTo>
                  <a:pt x="174" y="245"/>
                </a:lnTo>
                <a:cubicBezTo>
                  <a:pt x="167" y="252"/>
                  <a:pt x="156" y="252"/>
                  <a:pt x="149" y="245"/>
                </a:cubicBezTo>
                <a:lnTo>
                  <a:pt x="103" y="199"/>
                </a:lnTo>
                <a:cubicBezTo>
                  <a:pt x="96" y="192"/>
                  <a:pt x="96" y="181"/>
                  <a:pt x="103" y="174"/>
                </a:cubicBezTo>
                <a:cubicBezTo>
                  <a:pt x="110" y="167"/>
                  <a:pt x="121" y="167"/>
                  <a:pt x="128" y="174"/>
                </a:cubicBezTo>
                <a:lnTo>
                  <a:pt x="162" y="208"/>
                </a:lnTo>
                <a:lnTo>
                  <a:pt x="242" y="127"/>
                </a:lnTo>
                <a:cubicBezTo>
                  <a:pt x="249" y="120"/>
                  <a:pt x="260" y="120"/>
                  <a:pt x="267" y="127"/>
                </a:cubicBezTo>
                <a:cubicBezTo>
                  <a:pt x="273" y="135"/>
                  <a:pt x="273" y="146"/>
                  <a:pt x="267" y="152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3" name="文本框 602"/>
          <p:cNvSpPr txBox="1"/>
          <p:nvPr/>
        </p:nvSpPr>
        <p:spPr>
          <a:xfrm>
            <a:off x="619200" y="1159560"/>
            <a:ext cx="1715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程序清单与配置管理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4" name="任意多边形 603"/>
          <p:cNvSpPr/>
          <p:nvPr/>
        </p:nvSpPr>
        <p:spPr>
          <a:xfrm>
            <a:off x="621000" y="1602360"/>
            <a:ext cx="129600" cy="129240"/>
          </a:xfrm>
          <a:custGeom>
            <a:avLst/>
            <a:gdLst/>
            <a:ahLst/>
            <a:cxnLst/>
            <a:rect l="0" t="0" r="r" b="b"/>
            <a:pathLst>
              <a:path w="360" h="359">
                <a:moveTo>
                  <a:pt x="108" y="318"/>
                </a:moveTo>
                <a:lnTo>
                  <a:pt x="98" y="340"/>
                </a:lnTo>
                <a:cubicBezTo>
                  <a:pt x="85" y="333"/>
                  <a:pt x="72" y="324"/>
                  <a:pt x="61" y="314"/>
                </a:cubicBezTo>
                <a:lnTo>
                  <a:pt x="78" y="298"/>
                </a:lnTo>
                <a:cubicBezTo>
                  <a:pt x="87" y="306"/>
                  <a:pt x="97" y="313"/>
                  <a:pt x="108" y="318"/>
                </a:cubicBezTo>
                <a:moveTo>
                  <a:pt x="24" y="191"/>
                </a:moveTo>
                <a:lnTo>
                  <a:pt x="0" y="191"/>
                </a:lnTo>
                <a:cubicBezTo>
                  <a:pt x="1" y="207"/>
                  <a:pt x="4" y="221"/>
                  <a:pt x="9" y="235"/>
                </a:cubicBezTo>
                <a:lnTo>
                  <a:pt x="30" y="227"/>
                </a:lnTo>
                <a:cubicBezTo>
                  <a:pt x="27" y="216"/>
                  <a:pt x="25" y="204"/>
                  <a:pt x="24" y="191"/>
                </a:cubicBezTo>
                <a:moveTo>
                  <a:pt x="24" y="168"/>
                </a:moveTo>
                <a:cubicBezTo>
                  <a:pt x="25" y="155"/>
                  <a:pt x="27" y="141"/>
                  <a:pt x="32" y="129"/>
                </a:cubicBezTo>
                <a:lnTo>
                  <a:pt x="10" y="120"/>
                </a:lnTo>
                <a:cubicBezTo>
                  <a:pt x="5" y="135"/>
                  <a:pt x="2" y="151"/>
                  <a:pt x="0" y="168"/>
                </a:cubicBezTo>
                <a:lnTo>
                  <a:pt x="24" y="168"/>
                </a:lnTo>
                <a:moveTo>
                  <a:pt x="41" y="108"/>
                </a:moveTo>
                <a:cubicBezTo>
                  <a:pt x="46" y="97"/>
                  <a:pt x="53" y="87"/>
                  <a:pt x="61" y="78"/>
                </a:cubicBezTo>
                <a:lnTo>
                  <a:pt x="45" y="61"/>
                </a:lnTo>
                <a:cubicBezTo>
                  <a:pt x="35" y="73"/>
                  <a:pt x="26" y="85"/>
                  <a:pt x="19" y="99"/>
                </a:cubicBezTo>
                <a:lnTo>
                  <a:pt x="41" y="108"/>
                </a:lnTo>
                <a:moveTo>
                  <a:pt x="283" y="298"/>
                </a:moveTo>
                <a:cubicBezTo>
                  <a:pt x="272" y="307"/>
                  <a:pt x="261" y="314"/>
                  <a:pt x="249" y="320"/>
                </a:cubicBezTo>
                <a:lnTo>
                  <a:pt x="258" y="342"/>
                </a:lnTo>
                <a:cubicBezTo>
                  <a:pt x="273" y="334"/>
                  <a:pt x="287" y="325"/>
                  <a:pt x="299" y="314"/>
                </a:cubicBezTo>
                <a:lnTo>
                  <a:pt x="283" y="298"/>
                </a:lnTo>
                <a:moveTo>
                  <a:pt x="77" y="61"/>
                </a:moveTo>
                <a:cubicBezTo>
                  <a:pt x="88" y="53"/>
                  <a:pt x="99" y="45"/>
                  <a:pt x="111" y="39"/>
                </a:cubicBezTo>
                <a:lnTo>
                  <a:pt x="102" y="17"/>
                </a:lnTo>
                <a:cubicBezTo>
                  <a:pt x="87" y="25"/>
                  <a:pt x="73" y="34"/>
                  <a:pt x="61" y="45"/>
                </a:cubicBezTo>
                <a:lnTo>
                  <a:pt x="77" y="61"/>
                </a:lnTo>
                <a:moveTo>
                  <a:pt x="319" y="252"/>
                </a:moveTo>
                <a:cubicBezTo>
                  <a:pt x="314" y="262"/>
                  <a:pt x="307" y="273"/>
                  <a:pt x="299" y="282"/>
                </a:cubicBezTo>
                <a:lnTo>
                  <a:pt x="315" y="298"/>
                </a:lnTo>
                <a:cubicBezTo>
                  <a:pt x="325" y="287"/>
                  <a:pt x="334" y="274"/>
                  <a:pt x="341" y="261"/>
                </a:cubicBezTo>
                <a:lnTo>
                  <a:pt x="319" y="252"/>
                </a:lnTo>
                <a:moveTo>
                  <a:pt x="336" y="191"/>
                </a:moveTo>
                <a:cubicBezTo>
                  <a:pt x="335" y="205"/>
                  <a:pt x="333" y="218"/>
                  <a:pt x="328" y="230"/>
                </a:cubicBezTo>
                <a:lnTo>
                  <a:pt x="350" y="240"/>
                </a:lnTo>
                <a:cubicBezTo>
                  <a:pt x="355" y="224"/>
                  <a:pt x="358" y="208"/>
                  <a:pt x="359" y="191"/>
                </a:cubicBezTo>
                <a:lnTo>
                  <a:pt x="336" y="191"/>
                </a:lnTo>
                <a:moveTo>
                  <a:pt x="227" y="329"/>
                </a:moveTo>
                <a:cubicBezTo>
                  <a:pt x="215" y="332"/>
                  <a:pt x="203" y="335"/>
                  <a:pt x="191" y="336"/>
                </a:cubicBezTo>
                <a:lnTo>
                  <a:pt x="191" y="359"/>
                </a:lnTo>
                <a:cubicBezTo>
                  <a:pt x="206" y="358"/>
                  <a:pt x="221" y="355"/>
                  <a:pt x="235" y="350"/>
                </a:cubicBezTo>
                <a:lnTo>
                  <a:pt x="227" y="329"/>
                </a:lnTo>
                <a:moveTo>
                  <a:pt x="168" y="336"/>
                </a:moveTo>
                <a:cubicBezTo>
                  <a:pt x="154" y="335"/>
                  <a:pt x="141" y="332"/>
                  <a:pt x="129" y="328"/>
                </a:cubicBezTo>
                <a:lnTo>
                  <a:pt x="120" y="349"/>
                </a:lnTo>
                <a:cubicBezTo>
                  <a:pt x="135" y="354"/>
                  <a:pt x="151" y="358"/>
                  <a:pt x="168" y="359"/>
                </a:cubicBezTo>
                <a:lnTo>
                  <a:pt x="168" y="336"/>
                </a:lnTo>
                <a:moveTo>
                  <a:pt x="330" y="133"/>
                </a:moveTo>
                <a:cubicBezTo>
                  <a:pt x="333" y="144"/>
                  <a:pt x="335" y="156"/>
                  <a:pt x="336" y="168"/>
                </a:cubicBezTo>
                <a:lnTo>
                  <a:pt x="360" y="168"/>
                </a:lnTo>
                <a:cubicBezTo>
                  <a:pt x="359" y="153"/>
                  <a:pt x="356" y="138"/>
                  <a:pt x="351" y="124"/>
                </a:cubicBezTo>
                <a:lnTo>
                  <a:pt x="330" y="133"/>
                </a:lnTo>
                <a:moveTo>
                  <a:pt x="61" y="282"/>
                </a:moveTo>
                <a:cubicBezTo>
                  <a:pt x="52" y="272"/>
                  <a:pt x="45" y="260"/>
                  <a:pt x="39" y="248"/>
                </a:cubicBezTo>
                <a:lnTo>
                  <a:pt x="18" y="257"/>
                </a:lnTo>
                <a:cubicBezTo>
                  <a:pt x="25" y="272"/>
                  <a:pt x="34" y="286"/>
                  <a:pt x="45" y="298"/>
                </a:cubicBezTo>
                <a:lnTo>
                  <a:pt x="61" y="282"/>
                </a:lnTo>
                <a:moveTo>
                  <a:pt x="191" y="23"/>
                </a:moveTo>
                <a:cubicBezTo>
                  <a:pt x="205" y="25"/>
                  <a:pt x="218" y="28"/>
                  <a:pt x="230" y="32"/>
                </a:cubicBezTo>
                <a:lnTo>
                  <a:pt x="239" y="10"/>
                </a:lnTo>
                <a:cubicBezTo>
                  <a:pt x="224" y="4"/>
                  <a:pt x="208" y="1"/>
                  <a:pt x="191" y="0"/>
                </a:cubicBezTo>
                <a:lnTo>
                  <a:pt x="191" y="23"/>
                </a:lnTo>
                <a:moveTo>
                  <a:pt x="132" y="31"/>
                </a:moveTo>
                <a:cubicBezTo>
                  <a:pt x="144" y="27"/>
                  <a:pt x="156" y="25"/>
                  <a:pt x="168" y="23"/>
                </a:cubicBezTo>
                <a:lnTo>
                  <a:pt x="168" y="0"/>
                </a:lnTo>
                <a:cubicBezTo>
                  <a:pt x="153" y="1"/>
                  <a:pt x="138" y="4"/>
                  <a:pt x="124" y="8"/>
                </a:cubicBezTo>
                <a:lnTo>
                  <a:pt x="132" y="31"/>
                </a:lnTo>
                <a:moveTo>
                  <a:pt x="315" y="61"/>
                </a:moveTo>
                <a:lnTo>
                  <a:pt x="299" y="78"/>
                </a:lnTo>
                <a:cubicBezTo>
                  <a:pt x="308" y="88"/>
                  <a:pt x="315" y="99"/>
                  <a:pt x="321" y="111"/>
                </a:cubicBezTo>
                <a:lnTo>
                  <a:pt x="342" y="102"/>
                </a:lnTo>
                <a:cubicBezTo>
                  <a:pt x="335" y="87"/>
                  <a:pt x="326" y="74"/>
                  <a:pt x="315" y="61"/>
                </a:cubicBezTo>
                <a:moveTo>
                  <a:pt x="283" y="61"/>
                </a:moveTo>
                <a:lnTo>
                  <a:pt x="299" y="45"/>
                </a:lnTo>
                <a:cubicBezTo>
                  <a:pt x="288" y="35"/>
                  <a:pt x="275" y="26"/>
                  <a:pt x="262" y="19"/>
                </a:cubicBezTo>
                <a:lnTo>
                  <a:pt x="253" y="41"/>
                </a:lnTo>
                <a:cubicBezTo>
                  <a:pt x="263" y="47"/>
                  <a:pt x="273" y="53"/>
                  <a:pt x="283" y="61"/>
                </a:cubicBez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5" name="任意多边形 604"/>
          <p:cNvSpPr/>
          <p:nvPr/>
        </p:nvSpPr>
        <p:spPr>
          <a:xfrm>
            <a:off x="678240" y="1687680"/>
            <a:ext cx="15120" cy="14760"/>
          </a:xfrm>
          <a:custGeom>
            <a:avLst/>
            <a:gdLst/>
            <a:ahLst/>
            <a:cxnLst/>
            <a:rect l="0" t="0" r="r" b="b"/>
            <a:pathLst>
              <a:path w="42" h="41">
                <a:moveTo>
                  <a:pt x="42" y="21"/>
                </a:moveTo>
                <a:cubicBezTo>
                  <a:pt x="42" y="26"/>
                  <a:pt x="40" y="31"/>
                  <a:pt x="36" y="35"/>
                </a:cubicBezTo>
                <a:cubicBezTo>
                  <a:pt x="32" y="39"/>
                  <a:pt x="27" y="41"/>
                  <a:pt x="21" y="41"/>
                </a:cubicBezTo>
                <a:cubicBezTo>
                  <a:pt x="15" y="41"/>
                  <a:pt x="10" y="39"/>
                  <a:pt x="6" y="35"/>
                </a:cubicBezTo>
                <a:cubicBezTo>
                  <a:pt x="2" y="31"/>
                  <a:pt x="0" y="26"/>
                  <a:pt x="0" y="21"/>
                </a:cubicBezTo>
                <a:cubicBezTo>
                  <a:pt x="0" y="15"/>
                  <a:pt x="2" y="9"/>
                  <a:pt x="6" y="6"/>
                </a:cubicBezTo>
                <a:cubicBezTo>
                  <a:pt x="10" y="2"/>
                  <a:pt x="15" y="0"/>
                  <a:pt x="21" y="0"/>
                </a:cubicBezTo>
                <a:cubicBezTo>
                  <a:pt x="27" y="0"/>
                  <a:pt x="32" y="2"/>
                  <a:pt x="36" y="6"/>
                </a:cubicBezTo>
                <a:cubicBezTo>
                  <a:pt x="40" y="9"/>
                  <a:pt x="42" y="15"/>
                  <a:pt x="42" y="21"/>
                </a:cubicBez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6" name="任意多边形 605"/>
          <p:cNvSpPr/>
          <p:nvPr/>
        </p:nvSpPr>
        <p:spPr>
          <a:xfrm>
            <a:off x="679320" y="1631880"/>
            <a:ext cx="13320" cy="50400"/>
          </a:xfrm>
          <a:custGeom>
            <a:avLst/>
            <a:gdLst/>
            <a:ahLst/>
            <a:cxnLst/>
            <a:rect l="0" t="0" r="r" b="b"/>
            <a:pathLst>
              <a:path w="37" h="140">
                <a:moveTo>
                  <a:pt x="0" y="9"/>
                </a:moveTo>
                <a:lnTo>
                  <a:pt x="7" y="131"/>
                </a:lnTo>
                <a:cubicBezTo>
                  <a:pt x="7" y="136"/>
                  <a:pt x="11" y="140"/>
                  <a:pt x="15" y="140"/>
                </a:cubicBezTo>
                <a:lnTo>
                  <a:pt x="22" y="140"/>
                </a:lnTo>
                <a:cubicBezTo>
                  <a:pt x="26" y="140"/>
                  <a:pt x="30" y="136"/>
                  <a:pt x="30" y="131"/>
                </a:cubicBezTo>
                <a:lnTo>
                  <a:pt x="37" y="9"/>
                </a:lnTo>
                <a:cubicBezTo>
                  <a:pt x="37" y="4"/>
                  <a:pt x="32" y="0"/>
                  <a:pt x="27" y="0"/>
                </a:cubicBezTo>
                <a:lnTo>
                  <a:pt x="10" y="0"/>
                </a:lnTo>
                <a:cubicBezTo>
                  <a:pt x="5" y="0"/>
                  <a:pt x="0" y="4"/>
                  <a:pt x="0" y="9"/>
                </a:cubicBez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7" name="文本框 606"/>
          <p:cNvSpPr txBox="1"/>
          <p:nvPr/>
        </p:nvSpPr>
        <p:spPr>
          <a:xfrm>
            <a:off x="5095800" y="1195560"/>
            <a:ext cx="531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符合要求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8" name="文本框 607"/>
          <p:cNvSpPr txBox="1"/>
          <p:nvPr/>
        </p:nvSpPr>
        <p:spPr>
          <a:xfrm>
            <a:off x="828720" y="1576440"/>
            <a:ext cx="796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程序清单结构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9" name="文本框 608"/>
          <p:cNvSpPr txBox="1"/>
          <p:nvPr/>
        </p:nvSpPr>
        <p:spPr>
          <a:xfrm>
            <a:off x="847800" y="1843200"/>
            <a:ext cx="621665" cy="16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前端代码</a:t>
            </a:r>
            <a:r>
              <a:rPr lang="en-US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: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0" name="任意多边形 609"/>
          <p:cNvSpPr/>
          <p:nvPr/>
        </p:nvSpPr>
        <p:spPr>
          <a:xfrm>
            <a:off x="619920" y="2478240"/>
            <a:ext cx="164160" cy="130680"/>
          </a:xfrm>
          <a:custGeom>
            <a:avLst/>
            <a:gdLst/>
            <a:ahLst/>
            <a:cxnLst/>
            <a:rect l="0" t="0" r="r" b="b"/>
            <a:pathLst>
              <a:path w="456" h="363">
                <a:moveTo>
                  <a:pt x="220" y="93"/>
                </a:moveTo>
                <a:cubicBezTo>
                  <a:pt x="226" y="88"/>
                  <a:pt x="228" y="81"/>
                  <a:pt x="225" y="74"/>
                </a:cubicBezTo>
                <a:cubicBezTo>
                  <a:pt x="223" y="71"/>
                  <a:pt x="221" y="67"/>
                  <a:pt x="219" y="63"/>
                </a:cubicBezTo>
                <a:lnTo>
                  <a:pt x="217" y="59"/>
                </a:lnTo>
                <a:cubicBezTo>
                  <a:pt x="215" y="56"/>
                  <a:pt x="213" y="52"/>
                  <a:pt x="210" y="49"/>
                </a:cubicBezTo>
                <a:cubicBezTo>
                  <a:pt x="206" y="43"/>
                  <a:pt x="199" y="41"/>
                  <a:pt x="192" y="44"/>
                </a:cubicBezTo>
                <a:lnTo>
                  <a:pt x="172" y="50"/>
                </a:lnTo>
                <a:cubicBezTo>
                  <a:pt x="164" y="44"/>
                  <a:pt x="155" y="39"/>
                  <a:pt x="146" y="35"/>
                </a:cubicBezTo>
                <a:lnTo>
                  <a:pt x="141" y="14"/>
                </a:lnTo>
                <a:cubicBezTo>
                  <a:pt x="140" y="8"/>
                  <a:pt x="135" y="2"/>
                  <a:pt x="128" y="1"/>
                </a:cubicBezTo>
                <a:cubicBezTo>
                  <a:pt x="123" y="1"/>
                  <a:pt x="118" y="0"/>
                  <a:pt x="113" y="0"/>
                </a:cubicBezTo>
                <a:cubicBezTo>
                  <a:pt x="108" y="0"/>
                  <a:pt x="103" y="1"/>
                  <a:pt x="98" y="1"/>
                </a:cubicBezTo>
                <a:cubicBezTo>
                  <a:pt x="91" y="2"/>
                  <a:pt x="86" y="8"/>
                  <a:pt x="85" y="14"/>
                </a:cubicBezTo>
                <a:lnTo>
                  <a:pt x="80" y="35"/>
                </a:lnTo>
                <a:cubicBezTo>
                  <a:pt x="71" y="39"/>
                  <a:pt x="62" y="44"/>
                  <a:pt x="54" y="50"/>
                </a:cubicBezTo>
                <a:lnTo>
                  <a:pt x="34" y="44"/>
                </a:lnTo>
                <a:cubicBezTo>
                  <a:pt x="27" y="42"/>
                  <a:pt x="20" y="43"/>
                  <a:pt x="16" y="49"/>
                </a:cubicBezTo>
                <a:cubicBezTo>
                  <a:pt x="13" y="52"/>
                  <a:pt x="11" y="56"/>
                  <a:pt x="9" y="59"/>
                </a:cubicBezTo>
                <a:lnTo>
                  <a:pt x="7" y="63"/>
                </a:lnTo>
                <a:cubicBezTo>
                  <a:pt x="5" y="67"/>
                  <a:pt x="3" y="71"/>
                  <a:pt x="1" y="75"/>
                </a:cubicBezTo>
                <a:cubicBezTo>
                  <a:pt x="-2" y="81"/>
                  <a:pt x="0" y="88"/>
                  <a:pt x="6" y="93"/>
                </a:cubicBezTo>
                <a:lnTo>
                  <a:pt x="22" y="107"/>
                </a:lnTo>
                <a:cubicBezTo>
                  <a:pt x="21" y="112"/>
                  <a:pt x="20" y="117"/>
                  <a:pt x="20" y="122"/>
                </a:cubicBezTo>
                <a:cubicBezTo>
                  <a:pt x="20" y="127"/>
                  <a:pt x="21" y="132"/>
                  <a:pt x="22" y="137"/>
                </a:cubicBezTo>
                <a:lnTo>
                  <a:pt x="6" y="151"/>
                </a:lnTo>
                <a:cubicBezTo>
                  <a:pt x="0" y="157"/>
                  <a:pt x="-2" y="164"/>
                  <a:pt x="1" y="171"/>
                </a:cubicBezTo>
                <a:cubicBezTo>
                  <a:pt x="3" y="174"/>
                  <a:pt x="5" y="178"/>
                  <a:pt x="7" y="182"/>
                </a:cubicBezTo>
                <a:lnTo>
                  <a:pt x="9" y="186"/>
                </a:lnTo>
                <a:cubicBezTo>
                  <a:pt x="11" y="189"/>
                  <a:pt x="13" y="193"/>
                  <a:pt x="16" y="196"/>
                </a:cubicBezTo>
                <a:cubicBezTo>
                  <a:pt x="20" y="202"/>
                  <a:pt x="27" y="203"/>
                  <a:pt x="34" y="201"/>
                </a:cubicBezTo>
                <a:lnTo>
                  <a:pt x="54" y="195"/>
                </a:lnTo>
                <a:cubicBezTo>
                  <a:pt x="62" y="201"/>
                  <a:pt x="71" y="206"/>
                  <a:pt x="80" y="210"/>
                </a:cubicBezTo>
                <a:lnTo>
                  <a:pt x="85" y="231"/>
                </a:lnTo>
                <a:cubicBezTo>
                  <a:pt x="86" y="237"/>
                  <a:pt x="91" y="243"/>
                  <a:pt x="98" y="244"/>
                </a:cubicBezTo>
                <a:cubicBezTo>
                  <a:pt x="103" y="244"/>
                  <a:pt x="108" y="244"/>
                  <a:pt x="113" y="244"/>
                </a:cubicBezTo>
                <a:cubicBezTo>
                  <a:pt x="118" y="244"/>
                  <a:pt x="123" y="244"/>
                  <a:pt x="128" y="244"/>
                </a:cubicBezTo>
                <a:cubicBezTo>
                  <a:pt x="135" y="243"/>
                  <a:pt x="140" y="237"/>
                  <a:pt x="141" y="231"/>
                </a:cubicBezTo>
                <a:lnTo>
                  <a:pt x="146" y="210"/>
                </a:lnTo>
                <a:cubicBezTo>
                  <a:pt x="155" y="206"/>
                  <a:pt x="164" y="201"/>
                  <a:pt x="172" y="195"/>
                </a:cubicBezTo>
                <a:lnTo>
                  <a:pt x="192" y="201"/>
                </a:lnTo>
                <a:cubicBezTo>
                  <a:pt x="199" y="203"/>
                  <a:pt x="206" y="202"/>
                  <a:pt x="210" y="196"/>
                </a:cubicBezTo>
                <a:cubicBezTo>
                  <a:pt x="213" y="193"/>
                  <a:pt x="215" y="189"/>
                  <a:pt x="217" y="186"/>
                </a:cubicBezTo>
                <a:lnTo>
                  <a:pt x="219" y="182"/>
                </a:lnTo>
                <a:cubicBezTo>
                  <a:pt x="221" y="178"/>
                  <a:pt x="223" y="174"/>
                  <a:pt x="225" y="170"/>
                </a:cubicBezTo>
                <a:cubicBezTo>
                  <a:pt x="227" y="164"/>
                  <a:pt x="225" y="157"/>
                  <a:pt x="220" y="151"/>
                </a:cubicBezTo>
                <a:lnTo>
                  <a:pt x="204" y="137"/>
                </a:lnTo>
                <a:cubicBezTo>
                  <a:pt x="205" y="132"/>
                  <a:pt x="206" y="127"/>
                  <a:pt x="206" y="122"/>
                </a:cubicBezTo>
                <a:cubicBezTo>
                  <a:pt x="206" y="117"/>
                  <a:pt x="205" y="112"/>
                  <a:pt x="204" y="107"/>
                </a:cubicBezTo>
                <a:lnTo>
                  <a:pt x="220" y="92"/>
                </a:lnTo>
                <a:lnTo>
                  <a:pt x="220" y="93"/>
                </a:lnTo>
                <a:moveTo>
                  <a:pt x="78" y="122"/>
                </a:moveTo>
                <a:cubicBezTo>
                  <a:pt x="78" y="112"/>
                  <a:pt x="82" y="104"/>
                  <a:pt x="88" y="97"/>
                </a:cubicBezTo>
                <a:cubicBezTo>
                  <a:pt x="95" y="91"/>
                  <a:pt x="103" y="87"/>
                  <a:pt x="113" y="87"/>
                </a:cubicBezTo>
                <a:cubicBezTo>
                  <a:pt x="123" y="87"/>
                  <a:pt x="131" y="91"/>
                  <a:pt x="138" y="97"/>
                </a:cubicBezTo>
                <a:cubicBezTo>
                  <a:pt x="144" y="104"/>
                  <a:pt x="148" y="112"/>
                  <a:pt x="148" y="122"/>
                </a:cubicBezTo>
                <a:cubicBezTo>
                  <a:pt x="148" y="132"/>
                  <a:pt x="144" y="140"/>
                  <a:pt x="138" y="147"/>
                </a:cubicBezTo>
                <a:cubicBezTo>
                  <a:pt x="131" y="153"/>
                  <a:pt x="123" y="158"/>
                  <a:pt x="113" y="158"/>
                </a:cubicBezTo>
                <a:cubicBezTo>
                  <a:pt x="103" y="158"/>
                  <a:pt x="95" y="153"/>
                  <a:pt x="88" y="147"/>
                </a:cubicBezTo>
                <a:cubicBezTo>
                  <a:pt x="82" y="140"/>
                  <a:pt x="78" y="132"/>
                  <a:pt x="78" y="122"/>
                </a:cubicBezTo>
                <a:moveTo>
                  <a:pt x="363" y="358"/>
                </a:moveTo>
                <a:cubicBezTo>
                  <a:pt x="368" y="363"/>
                  <a:pt x="375" y="365"/>
                  <a:pt x="382" y="362"/>
                </a:cubicBezTo>
                <a:cubicBezTo>
                  <a:pt x="385" y="361"/>
                  <a:pt x="389" y="359"/>
                  <a:pt x="393" y="357"/>
                </a:cubicBezTo>
                <a:lnTo>
                  <a:pt x="397" y="355"/>
                </a:lnTo>
                <a:cubicBezTo>
                  <a:pt x="400" y="352"/>
                  <a:pt x="404" y="350"/>
                  <a:pt x="407" y="347"/>
                </a:cubicBezTo>
                <a:cubicBezTo>
                  <a:pt x="413" y="343"/>
                  <a:pt x="415" y="336"/>
                  <a:pt x="412" y="330"/>
                </a:cubicBezTo>
                <a:lnTo>
                  <a:pt x="406" y="309"/>
                </a:lnTo>
                <a:cubicBezTo>
                  <a:pt x="412" y="301"/>
                  <a:pt x="417" y="293"/>
                  <a:pt x="421" y="283"/>
                </a:cubicBezTo>
                <a:lnTo>
                  <a:pt x="442" y="279"/>
                </a:lnTo>
                <a:cubicBezTo>
                  <a:pt x="449" y="277"/>
                  <a:pt x="454" y="272"/>
                  <a:pt x="455" y="265"/>
                </a:cubicBezTo>
                <a:cubicBezTo>
                  <a:pt x="455" y="260"/>
                  <a:pt x="456" y="255"/>
                  <a:pt x="456" y="250"/>
                </a:cubicBezTo>
                <a:cubicBezTo>
                  <a:pt x="456" y="245"/>
                  <a:pt x="455" y="240"/>
                  <a:pt x="455" y="236"/>
                </a:cubicBezTo>
                <a:cubicBezTo>
                  <a:pt x="454" y="229"/>
                  <a:pt x="448" y="224"/>
                  <a:pt x="442" y="222"/>
                </a:cubicBezTo>
                <a:lnTo>
                  <a:pt x="421" y="218"/>
                </a:lnTo>
                <a:cubicBezTo>
                  <a:pt x="417" y="208"/>
                  <a:pt x="412" y="199"/>
                  <a:pt x="406" y="192"/>
                </a:cubicBezTo>
                <a:lnTo>
                  <a:pt x="412" y="171"/>
                </a:lnTo>
                <a:cubicBezTo>
                  <a:pt x="415" y="165"/>
                  <a:pt x="413" y="157"/>
                  <a:pt x="407" y="152"/>
                </a:cubicBezTo>
                <a:cubicBezTo>
                  <a:pt x="404" y="150"/>
                  <a:pt x="400" y="147"/>
                  <a:pt x="397" y="145"/>
                </a:cubicBezTo>
                <a:lnTo>
                  <a:pt x="393" y="143"/>
                </a:lnTo>
                <a:cubicBezTo>
                  <a:pt x="389" y="141"/>
                  <a:pt x="385" y="139"/>
                  <a:pt x="382" y="137"/>
                </a:cubicBezTo>
                <a:cubicBezTo>
                  <a:pt x="375" y="135"/>
                  <a:pt x="368" y="137"/>
                  <a:pt x="363" y="142"/>
                </a:cubicBezTo>
                <a:lnTo>
                  <a:pt x="349" y="159"/>
                </a:lnTo>
                <a:cubicBezTo>
                  <a:pt x="344" y="158"/>
                  <a:pt x="339" y="158"/>
                  <a:pt x="334" y="158"/>
                </a:cubicBezTo>
                <a:cubicBezTo>
                  <a:pt x="329" y="158"/>
                  <a:pt x="324" y="158"/>
                  <a:pt x="318" y="159"/>
                </a:cubicBezTo>
                <a:lnTo>
                  <a:pt x="304" y="142"/>
                </a:lnTo>
                <a:cubicBezTo>
                  <a:pt x="299" y="137"/>
                  <a:pt x="292" y="135"/>
                  <a:pt x="285" y="137"/>
                </a:cubicBezTo>
                <a:cubicBezTo>
                  <a:pt x="282" y="139"/>
                  <a:pt x="278" y="141"/>
                  <a:pt x="274" y="143"/>
                </a:cubicBezTo>
                <a:lnTo>
                  <a:pt x="270" y="145"/>
                </a:lnTo>
                <a:cubicBezTo>
                  <a:pt x="267" y="147"/>
                  <a:pt x="263" y="150"/>
                  <a:pt x="260" y="152"/>
                </a:cubicBezTo>
                <a:cubicBezTo>
                  <a:pt x="254" y="157"/>
                  <a:pt x="253" y="165"/>
                  <a:pt x="255" y="171"/>
                </a:cubicBezTo>
                <a:lnTo>
                  <a:pt x="261" y="192"/>
                </a:lnTo>
                <a:cubicBezTo>
                  <a:pt x="255" y="199"/>
                  <a:pt x="250" y="208"/>
                  <a:pt x="246" y="218"/>
                </a:cubicBezTo>
                <a:lnTo>
                  <a:pt x="225" y="222"/>
                </a:lnTo>
                <a:cubicBezTo>
                  <a:pt x="219" y="223"/>
                  <a:pt x="213" y="229"/>
                  <a:pt x="212" y="235"/>
                </a:cubicBezTo>
                <a:cubicBezTo>
                  <a:pt x="212" y="240"/>
                  <a:pt x="212" y="245"/>
                  <a:pt x="212" y="250"/>
                </a:cubicBezTo>
                <a:cubicBezTo>
                  <a:pt x="212" y="255"/>
                  <a:pt x="212" y="260"/>
                  <a:pt x="212" y="265"/>
                </a:cubicBezTo>
                <a:cubicBezTo>
                  <a:pt x="213" y="272"/>
                  <a:pt x="219" y="277"/>
                  <a:pt x="225" y="278"/>
                </a:cubicBezTo>
                <a:lnTo>
                  <a:pt x="246" y="283"/>
                </a:lnTo>
                <a:cubicBezTo>
                  <a:pt x="250" y="292"/>
                  <a:pt x="255" y="301"/>
                  <a:pt x="261" y="309"/>
                </a:cubicBezTo>
                <a:lnTo>
                  <a:pt x="255" y="329"/>
                </a:lnTo>
                <a:cubicBezTo>
                  <a:pt x="253" y="336"/>
                  <a:pt x="254" y="343"/>
                  <a:pt x="260" y="347"/>
                </a:cubicBezTo>
                <a:cubicBezTo>
                  <a:pt x="263" y="350"/>
                  <a:pt x="267" y="352"/>
                  <a:pt x="270" y="354"/>
                </a:cubicBezTo>
                <a:lnTo>
                  <a:pt x="274" y="357"/>
                </a:lnTo>
                <a:cubicBezTo>
                  <a:pt x="278" y="359"/>
                  <a:pt x="282" y="360"/>
                  <a:pt x="286" y="362"/>
                </a:cubicBezTo>
                <a:cubicBezTo>
                  <a:pt x="292" y="365"/>
                  <a:pt x="299" y="363"/>
                  <a:pt x="304" y="358"/>
                </a:cubicBezTo>
                <a:lnTo>
                  <a:pt x="318" y="342"/>
                </a:lnTo>
                <a:cubicBezTo>
                  <a:pt x="324" y="342"/>
                  <a:pt x="329" y="343"/>
                  <a:pt x="334" y="343"/>
                </a:cubicBezTo>
                <a:cubicBezTo>
                  <a:pt x="339" y="343"/>
                  <a:pt x="344" y="342"/>
                  <a:pt x="349" y="342"/>
                </a:cubicBezTo>
                <a:lnTo>
                  <a:pt x="363" y="358"/>
                </a:lnTo>
                <a:moveTo>
                  <a:pt x="334" y="216"/>
                </a:moveTo>
                <a:cubicBezTo>
                  <a:pt x="344" y="216"/>
                  <a:pt x="352" y="219"/>
                  <a:pt x="359" y="226"/>
                </a:cubicBezTo>
                <a:cubicBezTo>
                  <a:pt x="365" y="233"/>
                  <a:pt x="369" y="241"/>
                  <a:pt x="369" y="250"/>
                </a:cubicBezTo>
                <a:cubicBezTo>
                  <a:pt x="369" y="260"/>
                  <a:pt x="365" y="268"/>
                  <a:pt x="359" y="275"/>
                </a:cubicBezTo>
                <a:cubicBezTo>
                  <a:pt x="352" y="282"/>
                  <a:pt x="344" y="285"/>
                  <a:pt x="334" y="285"/>
                </a:cubicBezTo>
                <a:cubicBezTo>
                  <a:pt x="324" y="285"/>
                  <a:pt x="315" y="282"/>
                  <a:pt x="308" y="275"/>
                </a:cubicBezTo>
                <a:cubicBezTo>
                  <a:pt x="302" y="268"/>
                  <a:pt x="298" y="260"/>
                  <a:pt x="298" y="250"/>
                </a:cubicBezTo>
                <a:cubicBezTo>
                  <a:pt x="298" y="241"/>
                  <a:pt x="302" y="233"/>
                  <a:pt x="308" y="226"/>
                </a:cubicBezTo>
                <a:cubicBezTo>
                  <a:pt x="315" y="219"/>
                  <a:pt x="324" y="216"/>
                  <a:pt x="334" y="216"/>
                </a:cubicBez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1" name="文本框 610"/>
          <p:cNvSpPr txBox="1"/>
          <p:nvPr/>
        </p:nvSpPr>
        <p:spPr>
          <a:xfrm>
            <a:off x="847800" y="2109960"/>
            <a:ext cx="573405" cy="16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后端代码</a:t>
            </a:r>
            <a:r>
              <a:rPr lang="en-US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2" name="任意多边形 611"/>
          <p:cNvSpPr/>
          <p:nvPr/>
        </p:nvSpPr>
        <p:spPr>
          <a:xfrm>
            <a:off x="847440" y="279072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3"/>
                </a:moveTo>
                <a:cubicBezTo>
                  <a:pt x="107" y="60"/>
                  <a:pt x="106" y="66"/>
                  <a:pt x="103" y="74"/>
                </a:cubicBezTo>
                <a:cubicBezTo>
                  <a:pt x="100" y="80"/>
                  <a:pt x="97" y="86"/>
                  <a:pt x="92" y="91"/>
                </a:cubicBezTo>
                <a:cubicBezTo>
                  <a:pt x="87" y="96"/>
                  <a:pt x="81" y="100"/>
                  <a:pt x="74" y="103"/>
                </a:cubicBezTo>
                <a:cubicBezTo>
                  <a:pt x="68" y="105"/>
                  <a:pt x="61" y="107"/>
                  <a:pt x="54" y="107"/>
                </a:cubicBezTo>
                <a:cubicBezTo>
                  <a:pt x="47" y="107"/>
                  <a:pt x="40" y="105"/>
                  <a:pt x="34" y="103"/>
                </a:cubicBezTo>
                <a:cubicBezTo>
                  <a:pt x="27" y="100"/>
                  <a:pt x="22" y="96"/>
                  <a:pt x="17" y="91"/>
                </a:cubicBezTo>
                <a:cubicBezTo>
                  <a:pt x="12" y="86"/>
                  <a:pt x="7" y="80"/>
                  <a:pt x="4" y="74"/>
                </a:cubicBezTo>
                <a:cubicBezTo>
                  <a:pt x="2" y="66"/>
                  <a:pt x="0" y="60"/>
                  <a:pt x="0" y="53"/>
                </a:cubicBezTo>
                <a:cubicBezTo>
                  <a:pt x="0" y="46"/>
                  <a:pt x="2" y="39"/>
                  <a:pt x="4" y="32"/>
                </a:cubicBezTo>
                <a:cubicBezTo>
                  <a:pt x="7" y="26"/>
                  <a:pt x="12" y="20"/>
                  <a:pt x="17" y="15"/>
                </a:cubicBezTo>
                <a:cubicBezTo>
                  <a:pt x="22" y="10"/>
                  <a:pt x="27" y="7"/>
                  <a:pt x="34" y="4"/>
                </a:cubicBezTo>
                <a:cubicBezTo>
                  <a:pt x="40" y="1"/>
                  <a:pt x="47" y="0"/>
                  <a:pt x="54" y="0"/>
                </a:cubicBezTo>
                <a:cubicBezTo>
                  <a:pt x="61" y="0"/>
                  <a:pt x="68" y="1"/>
                  <a:pt x="74" y="4"/>
                </a:cubicBezTo>
                <a:cubicBezTo>
                  <a:pt x="81" y="7"/>
                  <a:pt x="87" y="10"/>
                  <a:pt x="92" y="15"/>
                </a:cubicBezTo>
                <a:cubicBezTo>
                  <a:pt x="97" y="20"/>
                  <a:pt x="100" y="26"/>
                  <a:pt x="103" y="32"/>
                </a:cubicBezTo>
                <a:cubicBezTo>
                  <a:pt x="106" y="39"/>
                  <a:pt x="107" y="46"/>
                  <a:pt x="107" y="53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3" name="文本框 612"/>
          <p:cNvSpPr txBox="1"/>
          <p:nvPr/>
        </p:nvSpPr>
        <p:spPr>
          <a:xfrm>
            <a:off x="861840" y="2452680"/>
            <a:ext cx="796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配置管理情况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5" name="文本框 614"/>
          <p:cNvSpPr txBox="1"/>
          <p:nvPr/>
        </p:nvSpPr>
        <p:spPr>
          <a:xfrm>
            <a:off x="1028520" y="2719440"/>
            <a:ext cx="18813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使用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Git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与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GitHub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进行版本控制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1" name="任意多边形 620"/>
          <p:cNvSpPr/>
          <p:nvPr/>
        </p:nvSpPr>
        <p:spPr>
          <a:xfrm>
            <a:off x="6215040" y="919080"/>
            <a:ext cx="5591520" cy="5553360"/>
          </a:xfrm>
          <a:custGeom>
            <a:avLst/>
            <a:gdLst/>
            <a:ahLst/>
            <a:cxnLst/>
            <a:rect l="0" t="0" r="r" b="b"/>
            <a:pathLst>
              <a:path w="15532" h="15426" fill="none">
                <a:moveTo>
                  <a:pt x="0" y="15122"/>
                </a:moveTo>
                <a:lnTo>
                  <a:pt x="0" y="304"/>
                </a:lnTo>
                <a:cubicBezTo>
                  <a:pt x="0" y="284"/>
                  <a:pt x="2" y="264"/>
                  <a:pt x="5" y="245"/>
                </a:cubicBezTo>
                <a:cubicBezTo>
                  <a:pt x="9" y="225"/>
                  <a:pt x="15" y="206"/>
                  <a:pt x="23" y="188"/>
                </a:cubicBezTo>
                <a:cubicBezTo>
                  <a:pt x="30" y="169"/>
                  <a:pt x="40" y="152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3" y="75"/>
                  <a:pt x="118" y="62"/>
                  <a:pt x="135" y="51"/>
                </a:cubicBezTo>
                <a:cubicBezTo>
                  <a:pt x="151" y="40"/>
                  <a:pt x="169" y="31"/>
                  <a:pt x="187" y="23"/>
                </a:cubicBezTo>
                <a:cubicBezTo>
                  <a:pt x="206" y="15"/>
                  <a:pt x="225" y="9"/>
                  <a:pt x="244" y="6"/>
                </a:cubicBezTo>
                <a:cubicBezTo>
                  <a:pt x="264" y="2"/>
                  <a:pt x="284" y="0"/>
                  <a:pt x="304" y="0"/>
                </a:cubicBezTo>
                <a:lnTo>
                  <a:pt x="15227" y="0"/>
                </a:lnTo>
                <a:cubicBezTo>
                  <a:pt x="15247" y="0"/>
                  <a:pt x="15267" y="2"/>
                  <a:pt x="15287" y="6"/>
                </a:cubicBezTo>
                <a:cubicBezTo>
                  <a:pt x="15306" y="9"/>
                  <a:pt x="15325" y="15"/>
                  <a:pt x="15344" y="23"/>
                </a:cubicBezTo>
                <a:cubicBezTo>
                  <a:pt x="15362" y="31"/>
                  <a:pt x="15380" y="40"/>
                  <a:pt x="15396" y="51"/>
                </a:cubicBezTo>
                <a:cubicBezTo>
                  <a:pt x="15413" y="62"/>
                  <a:pt x="15428" y="75"/>
                  <a:pt x="15442" y="89"/>
                </a:cubicBezTo>
                <a:cubicBezTo>
                  <a:pt x="15457" y="103"/>
                  <a:pt x="15469" y="118"/>
                  <a:pt x="15480" y="135"/>
                </a:cubicBezTo>
                <a:cubicBezTo>
                  <a:pt x="15491" y="152"/>
                  <a:pt x="15501" y="169"/>
                  <a:pt x="15508" y="188"/>
                </a:cubicBezTo>
                <a:cubicBezTo>
                  <a:pt x="15516" y="206"/>
                  <a:pt x="15522" y="225"/>
                  <a:pt x="15526" y="245"/>
                </a:cubicBezTo>
                <a:cubicBezTo>
                  <a:pt x="15530" y="264"/>
                  <a:pt x="15532" y="284"/>
                  <a:pt x="15532" y="304"/>
                </a:cubicBezTo>
                <a:lnTo>
                  <a:pt x="15532" y="15122"/>
                </a:lnTo>
                <a:cubicBezTo>
                  <a:pt x="15532" y="15142"/>
                  <a:pt x="15530" y="15161"/>
                  <a:pt x="15526" y="15181"/>
                </a:cubicBezTo>
                <a:cubicBezTo>
                  <a:pt x="15522" y="15201"/>
                  <a:pt x="15516" y="15220"/>
                  <a:pt x="15508" y="15238"/>
                </a:cubicBezTo>
                <a:cubicBezTo>
                  <a:pt x="15501" y="15257"/>
                  <a:pt x="15491" y="15274"/>
                  <a:pt x="15480" y="15291"/>
                </a:cubicBezTo>
                <a:cubicBezTo>
                  <a:pt x="15469" y="15307"/>
                  <a:pt x="15457" y="15323"/>
                  <a:pt x="15442" y="15337"/>
                </a:cubicBezTo>
                <a:cubicBezTo>
                  <a:pt x="15428" y="15351"/>
                  <a:pt x="15413" y="15364"/>
                  <a:pt x="15396" y="15375"/>
                </a:cubicBezTo>
                <a:cubicBezTo>
                  <a:pt x="15380" y="15386"/>
                  <a:pt x="15362" y="15395"/>
                  <a:pt x="15344" y="15403"/>
                </a:cubicBezTo>
                <a:cubicBezTo>
                  <a:pt x="15325" y="15410"/>
                  <a:pt x="15306" y="15416"/>
                  <a:pt x="15287" y="15420"/>
                </a:cubicBezTo>
                <a:cubicBezTo>
                  <a:pt x="15267" y="15424"/>
                  <a:pt x="15247" y="15426"/>
                  <a:pt x="15227" y="15426"/>
                </a:cubicBezTo>
                <a:lnTo>
                  <a:pt x="304" y="15426"/>
                </a:lnTo>
                <a:cubicBezTo>
                  <a:pt x="284" y="15426"/>
                  <a:pt x="264" y="15424"/>
                  <a:pt x="244" y="15420"/>
                </a:cubicBezTo>
                <a:cubicBezTo>
                  <a:pt x="225" y="15416"/>
                  <a:pt x="206" y="15410"/>
                  <a:pt x="187" y="15403"/>
                </a:cubicBezTo>
                <a:cubicBezTo>
                  <a:pt x="169" y="15395"/>
                  <a:pt x="151" y="15386"/>
                  <a:pt x="135" y="15375"/>
                </a:cubicBezTo>
                <a:cubicBezTo>
                  <a:pt x="118" y="15364"/>
                  <a:pt x="103" y="15351"/>
                  <a:pt x="89" y="15337"/>
                </a:cubicBezTo>
                <a:cubicBezTo>
                  <a:pt x="75" y="15323"/>
                  <a:pt x="62" y="15307"/>
                  <a:pt x="51" y="15291"/>
                </a:cubicBezTo>
                <a:cubicBezTo>
                  <a:pt x="40" y="15274"/>
                  <a:pt x="30" y="15257"/>
                  <a:pt x="23" y="15238"/>
                </a:cubicBezTo>
                <a:cubicBezTo>
                  <a:pt x="15" y="15220"/>
                  <a:pt x="9" y="15201"/>
                  <a:pt x="5" y="15181"/>
                </a:cubicBezTo>
                <a:cubicBezTo>
                  <a:pt x="2" y="15161"/>
                  <a:pt x="0" y="15142"/>
                  <a:pt x="0" y="15122"/>
                </a:cubicBezTo>
              </a:path>
            </a:pathLst>
          </a:custGeom>
          <a:ln w="9360">
            <a:solidFill>
              <a:srgbClr val="F3F4F6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3" name="任意多边形 622"/>
          <p:cNvSpPr/>
          <p:nvPr/>
        </p:nvSpPr>
        <p:spPr>
          <a:xfrm>
            <a:off x="10601280" y="1152360"/>
            <a:ext cx="971640" cy="267120"/>
          </a:xfrm>
          <a:custGeom>
            <a:avLst/>
            <a:gdLst/>
            <a:ahLst/>
            <a:cxnLst/>
            <a:rect l="0" t="0" r="r" b="b"/>
            <a:pathLst>
              <a:path w="2699" h="742">
                <a:moveTo>
                  <a:pt x="0" y="371"/>
                </a:moveTo>
                <a:cubicBezTo>
                  <a:pt x="0" y="347"/>
                  <a:pt x="2" y="323"/>
                  <a:pt x="7" y="299"/>
                </a:cubicBezTo>
                <a:cubicBezTo>
                  <a:pt x="11" y="275"/>
                  <a:pt x="19" y="252"/>
                  <a:pt x="28" y="230"/>
                </a:cubicBezTo>
                <a:cubicBezTo>
                  <a:pt x="37" y="207"/>
                  <a:pt x="49" y="186"/>
                  <a:pt x="62" y="166"/>
                </a:cubicBezTo>
                <a:cubicBezTo>
                  <a:pt x="76" y="145"/>
                  <a:pt x="91" y="126"/>
                  <a:pt x="108" y="108"/>
                </a:cubicBezTo>
                <a:cubicBezTo>
                  <a:pt x="125" y="91"/>
                  <a:pt x="144" y="76"/>
                  <a:pt x="164" y="62"/>
                </a:cubicBezTo>
                <a:cubicBezTo>
                  <a:pt x="184" y="49"/>
                  <a:pt x="206" y="37"/>
                  <a:pt x="228" y="28"/>
                </a:cubicBezTo>
                <a:cubicBezTo>
                  <a:pt x="251" y="19"/>
                  <a:pt x="274" y="12"/>
                  <a:pt x="298" y="7"/>
                </a:cubicBezTo>
                <a:cubicBezTo>
                  <a:pt x="322" y="2"/>
                  <a:pt x="346" y="0"/>
                  <a:pt x="370" y="0"/>
                </a:cubicBezTo>
                <a:lnTo>
                  <a:pt x="2329" y="0"/>
                </a:lnTo>
                <a:cubicBezTo>
                  <a:pt x="2353" y="0"/>
                  <a:pt x="2377" y="2"/>
                  <a:pt x="2401" y="7"/>
                </a:cubicBezTo>
                <a:cubicBezTo>
                  <a:pt x="2425" y="12"/>
                  <a:pt x="2448" y="19"/>
                  <a:pt x="2471" y="28"/>
                </a:cubicBezTo>
                <a:cubicBezTo>
                  <a:pt x="2493" y="37"/>
                  <a:pt x="2515" y="49"/>
                  <a:pt x="2535" y="62"/>
                </a:cubicBezTo>
                <a:cubicBezTo>
                  <a:pt x="2555" y="76"/>
                  <a:pt x="2574" y="91"/>
                  <a:pt x="2591" y="108"/>
                </a:cubicBezTo>
                <a:cubicBezTo>
                  <a:pt x="2608" y="126"/>
                  <a:pt x="2623" y="145"/>
                  <a:pt x="2637" y="166"/>
                </a:cubicBezTo>
                <a:cubicBezTo>
                  <a:pt x="2650" y="186"/>
                  <a:pt x="2662" y="207"/>
                  <a:pt x="2671" y="230"/>
                </a:cubicBezTo>
                <a:cubicBezTo>
                  <a:pt x="2680" y="252"/>
                  <a:pt x="2688" y="275"/>
                  <a:pt x="2692" y="299"/>
                </a:cubicBezTo>
                <a:cubicBezTo>
                  <a:pt x="2697" y="323"/>
                  <a:pt x="2699" y="347"/>
                  <a:pt x="2699" y="371"/>
                </a:cubicBezTo>
                <a:cubicBezTo>
                  <a:pt x="2699" y="396"/>
                  <a:pt x="2697" y="420"/>
                  <a:pt x="2692" y="444"/>
                </a:cubicBezTo>
                <a:cubicBezTo>
                  <a:pt x="2688" y="467"/>
                  <a:pt x="2680" y="491"/>
                  <a:pt x="2671" y="513"/>
                </a:cubicBezTo>
                <a:cubicBezTo>
                  <a:pt x="2662" y="536"/>
                  <a:pt x="2650" y="557"/>
                  <a:pt x="2637" y="577"/>
                </a:cubicBezTo>
                <a:cubicBezTo>
                  <a:pt x="2623" y="597"/>
                  <a:pt x="2608" y="616"/>
                  <a:pt x="2591" y="633"/>
                </a:cubicBezTo>
                <a:cubicBezTo>
                  <a:pt x="2574" y="650"/>
                  <a:pt x="2555" y="666"/>
                  <a:pt x="2535" y="679"/>
                </a:cubicBezTo>
                <a:cubicBezTo>
                  <a:pt x="2515" y="693"/>
                  <a:pt x="2493" y="704"/>
                  <a:pt x="2471" y="714"/>
                </a:cubicBezTo>
                <a:cubicBezTo>
                  <a:pt x="2448" y="723"/>
                  <a:pt x="2425" y="730"/>
                  <a:pt x="2401" y="735"/>
                </a:cubicBezTo>
                <a:cubicBezTo>
                  <a:pt x="2377" y="739"/>
                  <a:pt x="2353" y="742"/>
                  <a:pt x="2329" y="742"/>
                </a:cubicBezTo>
                <a:lnTo>
                  <a:pt x="370" y="742"/>
                </a:lnTo>
                <a:cubicBezTo>
                  <a:pt x="346" y="742"/>
                  <a:pt x="322" y="739"/>
                  <a:pt x="298" y="735"/>
                </a:cubicBezTo>
                <a:cubicBezTo>
                  <a:pt x="274" y="730"/>
                  <a:pt x="251" y="723"/>
                  <a:pt x="228" y="714"/>
                </a:cubicBezTo>
                <a:cubicBezTo>
                  <a:pt x="206" y="704"/>
                  <a:pt x="184" y="693"/>
                  <a:pt x="164" y="679"/>
                </a:cubicBezTo>
                <a:cubicBezTo>
                  <a:pt x="144" y="666"/>
                  <a:pt x="125" y="650"/>
                  <a:pt x="108" y="633"/>
                </a:cubicBezTo>
                <a:cubicBezTo>
                  <a:pt x="91" y="616"/>
                  <a:pt x="76" y="597"/>
                  <a:pt x="62" y="577"/>
                </a:cubicBezTo>
                <a:cubicBezTo>
                  <a:pt x="49" y="557"/>
                  <a:pt x="37" y="536"/>
                  <a:pt x="28" y="513"/>
                </a:cubicBezTo>
                <a:cubicBezTo>
                  <a:pt x="19" y="491"/>
                  <a:pt x="11" y="467"/>
                  <a:pt x="7" y="444"/>
                </a:cubicBezTo>
                <a:cubicBezTo>
                  <a:pt x="2" y="420"/>
                  <a:pt x="0" y="396"/>
                  <a:pt x="0" y="371"/>
                </a:cubicBezTo>
                <a:close/>
              </a:path>
            </a:pathLst>
          </a:custGeom>
          <a:solidFill>
            <a:srgbClr val="00B42A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4" name="任意多边形 623"/>
          <p:cNvSpPr/>
          <p:nvPr/>
        </p:nvSpPr>
        <p:spPr>
          <a:xfrm>
            <a:off x="10715400" y="1218960"/>
            <a:ext cx="133920" cy="133920"/>
          </a:xfrm>
          <a:custGeom>
            <a:avLst/>
            <a:gdLst/>
            <a:ahLst/>
            <a:cxnLst/>
            <a:rect l="0" t="0" r="r" b="b"/>
            <a:pathLst>
              <a:path w="372" h="372">
                <a:moveTo>
                  <a:pt x="186" y="372"/>
                </a:moveTo>
                <a:cubicBezTo>
                  <a:pt x="198" y="372"/>
                  <a:pt x="211" y="370"/>
                  <a:pt x="222" y="368"/>
                </a:cubicBezTo>
                <a:cubicBezTo>
                  <a:pt x="234" y="366"/>
                  <a:pt x="246" y="362"/>
                  <a:pt x="257" y="357"/>
                </a:cubicBezTo>
                <a:cubicBezTo>
                  <a:pt x="268" y="353"/>
                  <a:pt x="279" y="347"/>
                  <a:pt x="289" y="340"/>
                </a:cubicBezTo>
                <a:cubicBezTo>
                  <a:pt x="299" y="334"/>
                  <a:pt x="309" y="326"/>
                  <a:pt x="317" y="317"/>
                </a:cubicBezTo>
                <a:cubicBezTo>
                  <a:pt x="326" y="309"/>
                  <a:pt x="334" y="299"/>
                  <a:pt x="340" y="289"/>
                </a:cubicBezTo>
                <a:cubicBezTo>
                  <a:pt x="347" y="279"/>
                  <a:pt x="353" y="268"/>
                  <a:pt x="357" y="257"/>
                </a:cubicBezTo>
                <a:cubicBezTo>
                  <a:pt x="362" y="246"/>
                  <a:pt x="366" y="234"/>
                  <a:pt x="368" y="223"/>
                </a:cubicBezTo>
                <a:cubicBezTo>
                  <a:pt x="370" y="211"/>
                  <a:pt x="372" y="199"/>
                  <a:pt x="372" y="186"/>
                </a:cubicBezTo>
                <a:cubicBezTo>
                  <a:pt x="372" y="174"/>
                  <a:pt x="370" y="162"/>
                  <a:pt x="368" y="150"/>
                </a:cubicBezTo>
                <a:cubicBezTo>
                  <a:pt x="366" y="138"/>
                  <a:pt x="362" y="126"/>
                  <a:pt x="357" y="114"/>
                </a:cubicBezTo>
                <a:cubicBezTo>
                  <a:pt x="353" y="103"/>
                  <a:pt x="347" y="93"/>
                  <a:pt x="340" y="82"/>
                </a:cubicBezTo>
                <a:cubicBezTo>
                  <a:pt x="334" y="72"/>
                  <a:pt x="326" y="63"/>
                  <a:pt x="317" y="54"/>
                </a:cubicBezTo>
                <a:cubicBezTo>
                  <a:pt x="309" y="46"/>
                  <a:pt x="299" y="38"/>
                  <a:pt x="289" y="31"/>
                </a:cubicBezTo>
                <a:cubicBezTo>
                  <a:pt x="279" y="25"/>
                  <a:pt x="268" y="19"/>
                  <a:pt x="257" y="14"/>
                </a:cubicBezTo>
                <a:cubicBezTo>
                  <a:pt x="246" y="10"/>
                  <a:pt x="234" y="6"/>
                  <a:pt x="222" y="4"/>
                </a:cubicBezTo>
                <a:cubicBezTo>
                  <a:pt x="211" y="1"/>
                  <a:pt x="198" y="0"/>
                  <a:pt x="186" y="0"/>
                </a:cubicBezTo>
                <a:cubicBezTo>
                  <a:pt x="174" y="0"/>
                  <a:pt x="162" y="1"/>
                  <a:pt x="150" y="4"/>
                </a:cubicBezTo>
                <a:cubicBezTo>
                  <a:pt x="138" y="6"/>
                  <a:pt x="127" y="10"/>
                  <a:pt x="115" y="14"/>
                </a:cubicBezTo>
                <a:cubicBezTo>
                  <a:pt x="104" y="19"/>
                  <a:pt x="94" y="25"/>
                  <a:pt x="83" y="31"/>
                </a:cubicBezTo>
                <a:cubicBezTo>
                  <a:pt x="73" y="38"/>
                  <a:pt x="64" y="46"/>
                  <a:pt x="55" y="54"/>
                </a:cubicBezTo>
                <a:cubicBezTo>
                  <a:pt x="47" y="63"/>
                  <a:pt x="39" y="72"/>
                  <a:pt x="32" y="82"/>
                </a:cubicBezTo>
                <a:cubicBezTo>
                  <a:pt x="26" y="93"/>
                  <a:pt x="19" y="103"/>
                  <a:pt x="14" y="114"/>
                </a:cubicBezTo>
                <a:cubicBezTo>
                  <a:pt x="10" y="126"/>
                  <a:pt x="6" y="138"/>
                  <a:pt x="4" y="150"/>
                </a:cubicBezTo>
                <a:cubicBezTo>
                  <a:pt x="1" y="162"/>
                  <a:pt x="0" y="174"/>
                  <a:pt x="0" y="186"/>
                </a:cubicBezTo>
                <a:cubicBezTo>
                  <a:pt x="0" y="199"/>
                  <a:pt x="1" y="211"/>
                  <a:pt x="4" y="223"/>
                </a:cubicBezTo>
                <a:cubicBezTo>
                  <a:pt x="6" y="234"/>
                  <a:pt x="10" y="246"/>
                  <a:pt x="14" y="257"/>
                </a:cubicBezTo>
                <a:cubicBezTo>
                  <a:pt x="19" y="268"/>
                  <a:pt x="26" y="279"/>
                  <a:pt x="32" y="289"/>
                </a:cubicBezTo>
                <a:cubicBezTo>
                  <a:pt x="39" y="299"/>
                  <a:pt x="47" y="309"/>
                  <a:pt x="55" y="317"/>
                </a:cubicBezTo>
                <a:cubicBezTo>
                  <a:pt x="64" y="326"/>
                  <a:pt x="73" y="334"/>
                  <a:pt x="83" y="340"/>
                </a:cubicBezTo>
                <a:cubicBezTo>
                  <a:pt x="94" y="347"/>
                  <a:pt x="104" y="353"/>
                  <a:pt x="115" y="357"/>
                </a:cubicBezTo>
                <a:cubicBezTo>
                  <a:pt x="127" y="362"/>
                  <a:pt x="138" y="366"/>
                  <a:pt x="150" y="368"/>
                </a:cubicBezTo>
                <a:cubicBezTo>
                  <a:pt x="162" y="370"/>
                  <a:pt x="174" y="372"/>
                  <a:pt x="186" y="372"/>
                </a:cubicBezTo>
                <a:moveTo>
                  <a:pt x="268" y="152"/>
                </a:moveTo>
                <a:lnTo>
                  <a:pt x="175" y="245"/>
                </a:lnTo>
                <a:cubicBezTo>
                  <a:pt x="169" y="252"/>
                  <a:pt x="158" y="252"/>
                  <a:pt x="151" y="245"/>
                </a:cubicBezTo>
                <a:lnTo>
                  <a:pt x="105" y="199"/>
                </a:lnTo>
                <a:cubicBezTo>
                  <a:pt x="98" y="192"/>
                  <a:pt x="98" y="181"/>
                  <a:pt x="105" y="174"/>
                </a:cubicBezTo>
                <a:cubicBezTo>
                  <a:pt x="111" y="167"/>
                  <a:pt x="122" y="167"/>
                  <a:pt x="129" y="174"/>
                </a:cubicBezTo>
                <a:lnTo>
                  <a:pt x="163" y="208"/>
                </a:lnTo>
                <a:lnTo>
                  <a:pt x="243" y="127"/>
                </a:lnTo>
                <a:cubicBezTo>
                  <a:pt x="250" y="120"/>
                  <a:pt x="261" y="120"/>
                  <a:pt x="268" y="127"/>
                </a:cubicBezTo>
                <a:cubicBezTo>
                  <a:pt x="275" y="135"/>
                  <a:pt x="275" y="146"/>
                  <a:pt x="268" y="152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5" name="文本框 624"/>
          <p:cNvSpPr txBox="1"/>
          <p:nvPr/>
        </p:nvSpPr>
        <p:spPr>
          <a:xfrm>
            <a:off x="6448320" y="1159560"/>
            <a:ext cx="1334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测试计划与执行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6" name="任意多边形 625"/>
          <p:cNvSpPr/>
          <p:nvPr/>
        </p:nvSpPr>
        <p:spPr>
          <a:xfrm>
            <a:off x="6448320" y="1608480"/>
            <a:ext cx="133560" cy="112680"/>
          </a:xfrm>
          <a:custGeom>
            <a:avLst/>
            <a:gdLst/>
            <a:ahLst/>
            <a:cxnLst/>
            <a:rect l="0" t="0" r="r" b="b"/>
            <a:pathLst>
              <a:path w="371" h="313">
                <a:moveTo>
                  <a:pt x="111" y="4"/>
                </a:moveTo>
                <a:cubicBezTo>
                  <a:pt x="118" y="11"/>
                  <a:pt x="119" y="21"/>
                  <a:pt x="112" y="29"/>
                </a:cubicBezTo>
                <a:lnTo>
                  <a:pt x="60" y="88"/>
                </a:lnTo>
                <a:cubicBezTo>
                  <a:pt x="57" y="91"/>
                  <a:pt x="52" y="93"/>
                  <a:pt x="48" y="93"/>
                </a:cubicBezTo>
                <a:cubicBezTo>
                  <a:pt x="43" y="93"/>
                  <a:pt x="38" y="92"/>
                  <a:pt x="35" y="88"/>
                </a:cubicBezTo>
                <a:lnTo>
                  <a:pt x="5" y="59"/>
                </a:lnTo>
                <a:cubicBezTo>
                  <a:pt x="-2" y="51"/>
                  <a:pt x="-2" y="40"/>
                  <a:pt x="5" y="34"/>
                </a:cubicBezTo>
                <a:cubicBezTo>
                  <a:pt x="12" y="27"/>
                  <a:pt x="23" y="27"/>
                  <a:pt x="29" y="34"/>
                </a:cubicBezTo>
                <a:lnTo>
                  <a:pt x="46" y="50"/>
                </a:lnTo>
                <a:lnTo>
                  <a:pt x="86" y="5"/>
                </a:lnTo>
                <a:cubicBezTo>
                  <a:pt x="93" y="-2"/>
                  <a:pt x="104" y="-2"/>
                  <a:pt x="111" y="4"/>
                </a:cubicBezTo>
                <a:moveTo>
                  <a:pt x="111" y="121"/>
                </a:moveTo>
                <a:cubicBezTo>
                  <a:pt x="118" y="127"/>
                  <a:pt x="119" y="138"/>
                  <a:pt x="112" y="145"/>
                </a:cubicBezTo>
                <a:lnTo>
                  <a:pt x="60" y="203"/>
                </a:lnTo>
                <a:cubicBezTo>
                  <a:pt x="57" y="207"/>
                  <a:pt x="52" y="209"/>
                  <a:pt x="48" y="209"/>
                </a:cubicBezTo>
                <a:cubicBezTo>
                  <a:pt x="43" y="209"/>
                  <a:pt x="38" y="207"/>
                  <a:pt x="35" y="204"/>
                </a:cubicBezTo>
                <a:lnTo>
                  <a:pt x="5" y="175"/>
                </a:lnTo>
                <a:cubicBezTo>
                  <a:pt x="-2" y="168"/>
                  <a:pt x="-2" y="157"/>
                  <a:pt x="5" y="150"/>
                </a:cubicBezTo>
                <a:cubicBezTo>
                  <a:pt x="12" y="144"/>
                  <a:pt x="23" y="144"/>
                  <a:pt x="29" y="150"/>
                </a:cubicBezTo>
                <a:lnTo>
                  <a:pt x="46" y="166"/>
                </a:lnTo>
                <a:lnTo>
                  <a:pt x="86" y="122"/>
                </a:lnTo>
                <a:cubicBezTo>
                  <a:pt x="93" y="115"/>
                  <a:pt x="104" y="114"/>
                  <a:pt x="111" y="121"/>
                </a:cubicBezTo>
                <a:moveTo>
                  <a:pt x="163" y="46"/>
                </a:moveTo>
                <a:cubicBezTo>
                  <a:pt x="163" y="33"/>
                  <a:pt x="173" y="23"/>
                  <a:pt x="186" y="23"/>
                </a:cubicBezTo>
                <a:lnTo>
                  <a:pt x="348" y="23"/>
                </a:lnTo>
                <a:cubicBezTo>
                  <a:pt x="361" y="23"/>
                  <a:pt x="371" y="33"/>
                  <a:pt x="371" y="46"/>
                </a:cubicBezTo>
                <a:cubicBezTo>
                  <a:pt x="371" y="60"/>
                  <a:pt x="361" y="70"/>
                  <a:pt x="348" y="70"/>
                </a:cubicBezTo>
                <a:lnTo>
                  <a:pt x="186" y="70"/>
                </a:lnTo>
                <a:cubicBezTo>
                  <a:pt x="173" y="70"/>
                  <a:pt x="163" y="60"/>
                  <a:pt x="163" y="46"/>
                </a:cubicBezTo>
                <a:moveTo>
                  <a:pt x="163" y="163"/>
                </a:moveTo>
                <a:cubicBezTo>
                  <a:pt x="163" y="150"/>
                  <a:pt x="173" y="140"/>
                  <a:pt x="186" y="140"/>
                </a:cubicBezTo>
                <a:lnTo>
                  <a:pt x="348" y="140"/>
                </a:lnTo>
                <a:cubicBezTo>
                  <a:pt x="361" y="140"/>
                  <a:pt x="371" y="150"/>
                  <a:pt x="371" y="163"/>
                </a:cubicBezTo>
                <a:cubicBezTo>
                  <a:pt x="371" y="176"/>
                  <a:pt x="361" y="186"/>
                  <a:pt x="348" y="186"/>
                </a:cubicBezTo>
                <a:lnTo>
                  <a:pt x="186" y="186"/>
                </a:lnTo>
                <a:cubicBezTo>
                  <a:pt x="173" y="186"/>
                  <a:pt x="163" y="176"/>
                  <a:pt x="163" y="163"/>
                </a:cubicBezTo>
                <a:moveTo>
                  <a:pt x="117" y="278"/>
                </a:moveTo>
                <a:cubicBezTo>
                  <a:pt x="117" y="266"/>
                  <a:pt x="127" y="255"/>
                  <a:pt x="140" y="255"/>
                </a:cubicBezTo>
                <a:lnTo>
                  <a:pt x="348" y="255"/>
                </a:lnTo>
                <a:cubicBezTo>
                  <a:pt x="361" y="255"/>
                  <a:pt x="371" y="266"/>
                  <a:pt x="371" y="278"/>
                </a:cubicBezTo>
                <a:cubicBezTo>
                  <a:pt x="371" y="291"/>
                  <a:pt x="361" y="302"/>
                  <a:pt x="348" y="302"/>
                </a:cubicBezTo>
                <a:lnTo>
                  <a:pt x="140" y="302"/>
                </a:lnTo>
                <a:cubicBezTo>
                  <a:pt x="127" y="302"/>
                  <a:pt x="117" y="291"/>
                  <a:pt x="117" y="278"/>
                </a:cubicBezTo>
                <a:moveTo>
                  <a:pt x="36" y="244"/>
                </a:moveTo>
                <a:cubicBezTo>
                  <a:pt x="45" y="244"/>
                  <a:pt x="53" y="247"/>
                  <a:pt x="60" y="254"/>
                </a:cubicBezTo>
                <a:cubicBezTo>
                  <a:pt x="67" y="261"/>
                  <a:pt x="70" y="269"/>
                  <a:pt x="70" y="278"/>
                </a:cubicBezTo>
                <a:cubicBezTo>
                  <a:pt x="70" y="288"/>
                  <a:pt x="67" y="296"/>
                  <a:pt x="60" y="303"/>
                </a:cubicBezTo>
                <a:cubicBezTo>
                  <a:pt x="53" y="310"/>
                  <a:pt x="45" y="313"/>
                  <a:pt x="36" y="313"/>
                </a:cubicBezTo>
                <a:cubicBezTo>
                  <a:pt x="25" y="313"/>
                  <a:pt x="17" y="310"/>
                  <a:pt x="10" y="303"/>
                </a:cubicBezTo>
                <a:cubicBezTo>
                  <a:pt x="3" y="296"/>
                  <a:pt x="0" y="288"/>
                  <a:pt x="0" y="278"/>
                </a:cubicBezTo>
                <a:cubicBezTo>
                  <a:pt x="0" y="269"/>
                  <a:pt x="3" y="261"/>
                  <a:pt x="10" y="254"/>
                </a:cubicBezTo>
                <a:cubicBezTo>
                  <a:pt x="17" y="247"/>
                  <a:pt x="25" y="244"/>
                  <a:pt x="36" y="244"/>
                </a:cubicBez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7" name="文本框 626"/>
          <p:cNvSpPr txBox="1"/>
          <p:nvPr/>
        </p:nvSpPr>
        <p:spPr>
          <a:xfrm>
            <a:off x="10925280" y="1195560"/>
            <a:ext cx="531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符合要求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8" name="文本框 627"/>
          <p:cNvSpPr txBox="1"/>
          <p:nvPr/>
        </p:nvSpPr>
        <p:spPr>
          <a:xfrm>
            <a:off x="6657840" y="1576440"/>
            <a:ext cx="928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测试计划与用例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9" name="文本框 628"/>
          <p:cNvSpPr txBox="1"/>
          <p:nvPr/>
        </p:nvSpPr>
        <p:spPr>
          <a:xfrm>
            <a:off x="6676920" y="1843200"/>
            <a:ext cx="2533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测试范围</a:t>
            </a:r>
            <a:r>
              <a:rPr lang="en-US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: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 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功能、性能、安全、兼容性测试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0" name="任意多边形 629"/>
          <p:cNvSpPr/>
          <p:nvPr/>
        </p:nvSpPr>
        <p:spPr>
          <a:xfrm>
            <a:off x="6448320" y="2476440"/>
            <a:ext cx="117000" cy="133560"/>
          </a:xfrm>
          <a:custGeom>
            <a:avLst/>
            <a:gdLst/>
            <a:ahLst/>
            <a:cxnLst/>
            <a:rect l="0" t="0" r="r" b="b"/>
            <a:pathLst>
              <a:path w="325" h="371">
                <a:moveTo>
                  <a:pt x="209" y="0"/>
                </a:moveTo>
                <a:lnTo>
                  <a:pt x="117" y="0"/>
                </a:lnTo>
                <a:lnTo>
                  <a:pt x="93" y="0"/>
                </a:lnTo>
                <a:cubicBezTo>
                  <a:pt x="81" y="0"/>
                  <a:pt x="69" y="10"/>
                  <a:pt x="69" y="23"/>
                </a:cubicBezTo>
                <a:cubicBezTo>
                  <a:pt x="69" y="36"/>
                  <a:pt x="81" y="46"/>
                  <a:pt x="93" y="46"/>
                </a:cubicBezTo>
                <a:lnTo>
                  <a:pt x="93" y="142"/>
                </a:lnTo>
                <a:cubicBezTo>
                  <a:pt x="93" y="151"/>
                  <a:pt x="91" y="159"/>
                  <a:pt x="87" y="166"/>
                </a:cubicBezTo>
                <a:lnTo>
                  <a:pt x="7" y="294"/>
                </a:lnTo>
                <a:cubicBezTo>
                  <a:pt x="2" y="301"/>
                  <a:pt x="0" y="311"/>
                  <a:pt x="0" y="320"/>
                </a:cubicBezTo>
                <a:cubicBezTo>
                  <a:pt x="0" y="349"/>
                  <a:pt x="22" y="371"/>
                  <a:pt x="50" y="371"/>
                </a:cubicBezTo>
                <a:lnTo>
                  <a:pt x="275" y="371"/>
                </a:lnTo>
                <a:cubicBezTo>
                  <a:pt x="302" y="371"/>
                  <a:pt x="325" y="349"/>
                  <a:pt x="325" y="320"/>
                </a:cubicBezTo>
                <a:cubicBezTo>
                  <a:pt x="325" y="311"/>
                  <a:pt x="322" y="301"/>
                  <a:pt x="317" y="294"/>
                </a:cubicBezTo>
                <a:lnTo>
                  <a:pt x="239" y="166"/>
                </a:lnTo>
                <a:cubicBezTo>
                  <a:pt x="235" y="159"/>
                  <a:pt x="232" y="151"/>
                  <a:pt x="232" y="142"/>
                </a:cubicBezTo>
                <a:lnTo>
                  <a:pt x="232" y="46"/>
                </a:lnTo>
                <a:cubicBezTo>
                  <a:pt x="245" y="46"/>
                  <a:pt x="255" y="36"/>
                  <a:pt x="255" y="23"/>
                </a:cubicBezTo>
                <a:cubicBezTo>
                  <a:pt x="255" y="10"/>
                  <a:pt x="245" y="0"/>
                  <a:pt x="232" y="0"/>
                </a:cubicBezTo>
                <a:lnTo>
                  <a:pt x="209" y="0"/>
                </a:lnTo>
                <a:moveTo>
                  <a:pt x="140" y="142"/>
                </a:moveTo>
                <a:lnTo>
                  <a:pt x="140" y="46"/>
                </a:lnTo>
                <a:lnTo>
                  <a:pt x="186" y="46"/>
                </a:lnTo>
                <a:lnTo>
                  <a:pt x="186" y="142"/>
                </a:lnTo>
                <a:cubicBezTo>
                  <a:pt x="186" y="159"/>
                  <a:pt x="191" y="176"/>
                  <a:pt x="200" y="191"/>
                </a:cubicBezTo>
                <a:lnTo>
                  <a:pt x="225" y="231"/>
                </a:lnTo>
                <a:lnTo>
                  <a:pt x="101" y="231"/>
                </a:lnTo>
                <a:lnTo>
                  <a:pt x="126" y="191"/>
                </a:lnTo>
                <a:cubicBezTo>
                  <a:pt x="135" y="176"/>
                  <a:pt x="140" y="159"/>
                  <a:pt x="140" y="142"/>
                </a:cubicBez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1" name="文本框 630"/>
          <p:cNvSpPr txBox="1"/>
          <p:nvPr/>
        </p:nvSpPr>
        <p:spPr>
          <a:xfrm>
            <a:off x="6676920" y="2109960"/>
            <a:ext cx="2626995" cy="16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测试用例</a:t>
            </a:r>
            <a:r>
              <a:rPr lang="en-US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: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 </a:t>
            </a:r>
            <a:r>
              <a:rPr lang="zh-CN" alt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建立了</a:t>
            </a:r>
            <a:r>
              <a:rPr lang="zh-CN" alt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单元，集成，系统测试</a:t>
            </a:r>
            <a:r>
              <a:rPr lang="zh-CN" alt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用例</a:t>
            </a:r>
            <a:endParaRPr lang="zh-CN" altLang="en-US" sz="1050" b="0" u="none" strike="noStrike">
              <a:solidFill>
                <a:srgbClr val="4E5969"/>
              </a:solidFill>
              <a:effectLst/>
              <a:uFillTx/>
              <a:latin typeface="WenQuanYiZenHei"/>
              <a:ea typeface="WenQuanYiZenHei"/>
            </a:endParaRPr>
          </a:p>
        </p:txBody>
      </p:sp>
      <p:sp>
        <p:nvSpPr>
          <p:cNvPr id="632" name="任意多边形 631"/>
          <p:cNvSpPr/>
          <p:nvPr/>
        </p:nvSpPr>
        <p:spPr>
          <a:xfrm>
            <a:off x="6676920" y="279072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3"/>
                </a:moveTo>
                <a:cubicBezTo>
                  <a:pt x="107" y="60"/>
                  <a:pt x="105" y="66"/>
                  <a:pt x="103" y="74"/>
                </a:cubicBezTo>
                <a:cubicBezTo>
                  <a:pt x="100" y="80"/>
                  <a:pt x="96" y="86"/>
                  <a:pt x="90" y="91"/>
                </a:cubicBezTo>
                <a:cubicBezTo>
                  <a:pt x="85" y="96"/>
                  <a:pt x="79" y="100"/>
                  <a:pt x="73" y="103"/>
                </a:cubicBezTo>
                <a:cubicBezTo>
                  <a:pt x="66" y="105"/>
                  <a:pt x="60" y="107"/>
                  <a:pt x="53" y="107"/>
                </a:cubicBezTo>
                <a:cubicBezTo>
                  <a:pt x="46" y="107"/>
                  <a:pt x="39" y="105"/>
                  <a:pt x="32" y="103"/>
                </a:cubicBezTo>
                <a:cubicBezTo>
                  <a:pt x="26" y="100"/>
                  <a:pt x="20" y="96"/>
                  <a:pt x="15" y="91"/>
                </a:cubicBezTo>
                <a:cubicBezTo>
                  <a:pt x="10" y="86"/>
                  <a:pt x="7" y="80"/>
                  <a:pt x="4" y="74"/>
                </a:cubicBezTo>
                <a:cubicBezTo>
                  <a:pt x="1" y="66"/>
                  <a:pt x="0" y="60"/>
                  <a:pt x="0" y="53"/>
                </a:cubicBezTo>
                <a:cubicBezTo>
                  <a:pt x="0" y="46"/>
                  <a:pt x="1" y="39"/>
                  <a:pt x="4" y="32"/>
                </a:cubicBezTo>
                <a:cubicBezTo>
                  <a:pt x="7" y="26"/>
                  <a:pt x="10" y="20"/>
                  <a:pt x="15" y="15"/>
                </a:cubicBezTo>
                <a:cubicBezTo>
                  <a:pt x="20" y="10"/>
                  <a:pt x="26" y="7"/>
                  <a:pt x="32" y="4"/>
                </a:cubicBezTo>
                <a:cubicBezTo>
                  <a:pt x="39" y="1"/>
                  <a:pt x="46" y="0"/>
                  <a:pt x="53" y="0"/>
                </a:cubicBezTo>
                <a:cubicBezTo>
                  <a:pt x="60" y="0"/>
                  <a:pt x="66" y="1"/>
                  <a:pt x="73" y="4"/>
                </a:cubicBezTo>
                <a:cubicBezTo>
                  <a:pt x="79" y="7"/>
                  <a:pt x="85" y="10"/>
                  <a:pt x="90" y="15"/>
                </a:cubicBezTo>
                <a:cubicBezTo>
                  <a:pt x="96" y="20"/>
                  <a:pt x="100" y="26"/>
                  <a:pt x="103" y="32"/>
                </a:cubicBezTo>
                <a:cubicBezTo>
                  <a:pt x="105" y="39"/>
                  <a:pt x="107" y="46"/>
                  <a:pt x="107" y="53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3" name="文本框 632"/>
          <p:cNvSpPr txBox="1"/>
          <p:nvPr/>
        </p:nvSpPr>
        <p:spPr>
          <a:xfrm>
            <a:off x="6641280" y="2452680"/>
            <a:ext cx="796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测试执行情况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5" name="文本框 634"/>
          <p:cNvSpPr txBox="1"/>
          <p:nvPr/>
        </p:nvSpPr>
        <p:spPr>
          <a:xfrm>
            <a:off x="6858000" y="2719440"/>
            <a:ext cx="1733550" cy="16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altLang="en-US" sz="105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完成了单元，集成，系统</a:t>
            </a:r>
            <a:r>
              <a:rPr lang="zh-CN" altLang="en-US" sz="105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测试</a:t>
            </a:r>
            <a:endParaRPr lang="zh-CN" alt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6" name="任意多边形 635"/>
          <p:cNvSpPr/>
          <p:nvPr/>
        </p:nvSpPr>
        <p:spPr>
          <a:xfrm>
            <a:off x="6676920" y="324792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3"/>
                </a:moveTo>
                <a:cubicBezTo>
                  <a:pt x="107" y="60"/>
                  <a:pt x="105" y="67"/>
                  <a:pt x="103" y="74"/>
                </a:cubicBezTo>
                <a:cubicBezTo>
                  <a:pt x="100" y="80"/>
                  <a:pt x="96" y="86"/>
                  <a:pt x="90" y="91"/>
                </a:cubicBezTo>
                <a:cubicBezTo>
                  <a:pt x="85" y="96"/>
                  <a:pt x="79" y="100"/>
                  <a:pt x="73" y="103"/>
                </a:cubicBezTo>
                <a:cubicBezTo>
                  <a:pt x="66" y="105"/>
                  <a:pt x="60" y="107"/>
                  <a:pt x="53" y="107"/>
                </a:cubicBezTo>
                <a:cubicBezTo>
                  <a:pt x="46" y="107"/>
                  <a:pt x="39" y="105"/>
                  <a:pt x="32" y="103"/>
                </a:cubicBezTo>
                <a:cubicBezTo>
                  <a:pt x="26" y="100"/>
                  <a:pt x="20" y="96"/>
                  <a:pt x="15" y="91"/>
                </a:cubicBezTo>
                <a:cubicBezTo>
                  <a:pt x="10" y="86"/>
                  <a:pt x="7" y="80"/>
                  <a:pt x="4" y="74"/>
                </a:cubicBezTo>
                <a:cubicBezTo>
                  <a:pt x="1" y="67"/>
                  <a:pt x="0" y="60"/>
                  <a:pt x="0" y="53"/>
                </a:cubicBezTo>
                <a:cubicBezTo>
                  <a:pt x="0" y="46"/>
                  <a:pt x="1" y="39"/>
                  <a:pt x="4" y="32"/>
                </a:cubicBezTo>
                <a:cubicBezTo>
                  <a:pt x="7" y="26"/>
                  <a:pt x="10" y="20"/>
                  <a:pt x="15" y="15"/>
                </a:cubicBezTo>
                <a:cubicBezTo>
                  <a:pt x="20" y="10"/>
                  <a:pt x="26" y="7"/>
                  <a:pt x="32" y="4"/>
                </a:cubicBezTo>
                <a:cubicBezTo>
                  <a:pt x="39" y="1"/>
                  <a:pt x="46" y="0"/>
                  <a:pt x="53" y="0"/>
                </a:cubicBezTo>
                <a:cubicBezTo>
                  <a:pt x="60" y="0"/>
                  <a:pt x="66" y="1"/>
                  <a:pt x="73" y="4"/>
                </a:cubicBezTo>
                <a:cubicBezTo>
                  <a:pt x="79" y="7"/>
                  <a:pt x="85" y="10"/>
                  <a:pt x="90" y="15"/>
                </a:cubicBezTo>
                <a:cubicBezTo>
                  <a:pt x="96" y="20"/>
                  <a:pt x="100" y="26"/>
                  <a:pt x="103" y="32"/>
                </a:cubicBezTo>
                <a:cubicBezTo>
                  <a:pt x="105" y="39"/>
                  <a:pt x="107" y="46"/>
                  <a:pt x="107" y="53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8" name="任意多边形 637"/>
          <p:cNvSpPr/>
          <p:nvPr/>
        </p:nvSpPr>
        <p:spPr>
          <a:xfrm>
            <a:off x="6450480" y="3545280"/>
            <a:ext cx="129240" cy="129240"/>
          </a:xfrm>
          <a:custGeom>
            <a:avLst/>
            <a:gdLst/>
            <a:ahLst/>
            <a:cxnLst/>
            <a:rect l="0" t="0" r="r" b="b"/>
            <a:pathLst>
              <a:path w="359" h="359">
                <a:moveTo>
                  <a:pt x="107" y="318"/>
                </a:moveTo>
                <a:lnTo>
                  <a:pt x="98" y="339"/>
                </a:lnTo>
                <a:cubicBezTo>
                  <a:pt x="84" y="332"/>
                  <a:pt x="72" y="324"/>
                  <a:pt x="61" y="314"/>
                </a:cubicBezTo>
                <a:lnTo>
                  <a:pt x="77" y="298"/>
                </a:lnTo>
                <a:cubicBezTo>
                  <a:pt x="86" y="305"/>
                  <a:pt x="96" y="312"/>
                  <a:pt x="107" y="318"/>
                </a:cubicBezTo>
                <a:moveTo>
                  <a:pt x="23" y="191"/>
                </a:moveTo>
                <a:lnTo>
                  <a:pt x="0" y="191"/>
                </a:lnTo>
                <a:cubicBezTo>
                  <a:pt x="1" y="206"/>
                  <a:pt x="4" y="221"/>
                  <a:pt x="8" y="235"/>
                </a:cubicBezTo>
                <a:lnTo>
                  <a:pt x="30" y="226"/>
                </a:lnTo>
                <a:cubicBezTo>
                  <a:pt x="26" y="215"/>
                  <a:pt x="24" y="203"/>
                  <a:pt x="23" y="191"/>
                </a:cubicBezTo>
                <a:moveTo>
                  <a:pt x="23" y="168"/>
                </a:moveTo>
                <a:cubicBezTo>
                  <a:pt x="24" y="154"/>
                  <a:pt x="27" y="141"/>
                  <a:pt x="31" y="128"/>
                </a:cubicBezTo>
                <a:lnTo>
                  <a:pt x="10" y="119"/>
                </a:lnTo>
                <a:cubicBezTo>
                  <a:pt x="4" y="135"/>
                  <a:pt x="1" y="151"/>
                  <a:pt x="0" y="168"/>
                </a:cubicBezTo>
                <a:lnTo>
                  <a:pt x="23" y="168"/>
                </a:lnTo>
                <a:moveTo>
                  <a:pt x="40" y="107"/>
                </a:moveTo>
                <a:cubicBezTo>
                  <a:pt x="46" y="96"/>
                  <a:pt x="53" y="86"/>
                  <a:pt x="61" y="77"/>
                </a:cubicBezTo>
                <a:lnTo>
                  <a:pt x="44" y="61"/>
                </a:lnTo>
                <a:cubicBezTo>
                  <a:pt x="34" y="72"/>
                  <a:pt x="26" y="85"/>
                  <a:pt x="19" y="98"/>
                </a:cubicBezTo>
                <a:lnTo>
                  <a:pt x="40" y="107"/>
                </a:lnTo>
                <a:moveTo>
                  <a:pt x="282" y="298"/>
                </a:moveTo>
                <a:cubicBezTo>
                  <a:pt x="272" y="306"/>
                  <a:pt x="261" y="314"/>
                  <a:pt x="249" y="320"/>
                </a:cubicBezTo>
                <a:lnTo>
                  <a:pt x="257" y="341"/>
                </a:lnTo>
                <a:cubicBezTo>
                  <a:pt x="272" y="334"/>
                  <a:pt x="286" y="325"/>
                  <a:pt x="298" y="314"/>
                </a:cubicBezTo>
                <a:lnTo>
                  <a:pt x="282" y="298"/>
                </a:lnTo>
                <a:moveTo>
                  <a:pt x="77" y="61"/>
                </a:moveTo>
                <a:cubicBezTo>
                  <a:pt x="87" y="52"/>
                  <a:pt x="98" y="45"/>
                  <a:pt x="110" y="39"/>
                </a:cubicBezTo>
                <a:lnTo>
                  <a:pt x="102" y="17"/>
                </a:lnTo>
                <a:cubicBezTo>
                  <a:pt x="87" y="24"/>
                  <a:pt x="73" y="34"/>
                  <a:pt x="61" y="44"/>
                </a:cubicBezTo>
                <a:lnTo>
                  <a:pt x="77" y="61"/>
                </a:lnTo>
                <a:moveTo>
                  <a:pt x="319" y="251"/>
                </a:moveTo>
                <a:cubicBezTo>
                  <a:pt x="313" y="262"/>
                  <a:pt x="306" y="272"/>
                  <a:pt x="298" y="281"/>
                </a:cubicBezTo>
                <a:lnTo>
                  <a:pt x="315" y="298"/>
                </a:lnTo>
                <a:cubicBezTo>
                  <a:pt x="325" y="286"/>
                  <a:pt x="333" y="274"/>
                  <a:pt x="340" y="260"/>
                </a:cubicBezTo>
                <a:lnTo>
                  <a:pt x="319" y="251"/>
                </a:lnTo>
                <a:moveTo>
                  <a:pt x="336" y="191"/>
                </a:moveTo>
                <a:cubicBezTo>
                  <a:pt x="335" y="204"/>
                  <a:pt x="332" y="218"/>
                  <a:pt x="328" y="230"/>
                </a:cubicBezTo>
                <a:lnTo>
                  <a:pt x="349" y="239"/>
                </a:lnTo>
                <a:cubicBezTo>
                  <a:pt x="355" y="224"/>
                  <a:pt x="358" y="208"/>
                  <a:pt x="359" y="191"/>
                </a:cubicBezTo>
                <a:lnTo>
                  <a:pt x="336" y="191"/>
                </a:lnTo>
                <a:moveTo>
                  <a:pt x="227" y="328"/>
                </a:moveTo>
                <a:cubicBezTo>
                  <a:pt x="216" y="332"/>
                  <a:pt x="204" y="334"/>
                  <a:pt x="192" y="335"/>
                </a:cubicBezTo>
                <a:lnTo>
                  <a:pt x="192" y="359"/>
                </a:lnTo>
                <a:cubicBezTo>
                  <a:pt x="207" y="358"/>
                  <a:pt x="222" y="354"/>
                  <a:pt x="236" y="350"/>
                </a:cubicBezTo>
                <a:lnTo>
                  <a:pt x="227" y="328"/>
                </a:lnTo>
                <a:moveTo>
                  <a:pt x="168" y="335"/>
                </a:moveTo>
                <a:cubicBezTo>
                  <a:pt x="154" y="334"/>
                  <a:pt x="141" y="331"/>
                  <a:pt x="128" y="327"/>
                </a:cubicBezTo>
                <a:lnTo>
                  <a:pt x="119" y="348"/>
                </a:lnTo>
                <a:cubicBezTo>
                  <a:pt x="134" y="354"/>
                  <a:pt x="151" y="358"/>
                  <a:pt x="168" y="359"/>
                </a:cubicBezTo>
                <a:lnTo>
                  <a:pt x="168" y="335"/>
                </a:lnTo>
                <a:moveTo>
                  <a:pt x="329" y="132"/>
                </a:moveTo>
                <a:cubicBezTo>
                  <a:pt x="333" y="143"/>
                  <a:pt x="335" y="155"/>
                  <a:pt x="336" y="168"/>
                </a:cubicBezTo>
                <a:lnTo>
                  <a:pt x="359" y="168"/>
                </a:lnTo>
                <a:cubicBezTo>
                  <a:pt x="358" y="152"/>
                  <a:pt x="355" y="137"/>
                  <a:pt x="351" y="123"/>
                </a:cubicBezTo>
                <a:lnTo>
                  <a:pt x="329" y="132"/>
                </a:lnTo>
                <a:moveTo>
                  <a:pt x="61" y="281"/>
                </a:moveTo>
                <a:cubicBezTo>
                  <a:pt x="52" y="271"/>
                  <a:pt x="45" y="260"/>
                  <a:pt x="39" y="248"/>
                </a:cubicBezTo>
                <a:lnTo>
                  <a:pt x="17" y="256"/>
                </a:lnTo>
                <a:cubicBezTo>
                  <a:pt x="24" y="271"/>
                  <a:pt x="33" y="285"/>
                  <a:pt x="44" y="298"/>
                </a:cubicBezTo>
                <a:lnTo>
                  <a:pt x="61" y="281"/>
                </a:lnTo>
                <a:moveTo>
                  <a:pt x="192" y="23"/>
                </a:moveTo>
                <a:cubicBezTo>
                  <a:pt x="205" y="24"/>
                  <a:pt x="218" y="27"/>
                  <a:pt x="231" y="31"/>
                </a:cubicBezTo>
                <a:lnTo>
                  <a:pt x="240" y="10"/>
                </a:lnTo>
                <a:cubicBezTo>
                  <a:pt x="225" y="5"/>
                  <a:pt x="208" y="1"/>
                  <a:pt x="192" y="0"/>
                </a:cubicBezTo>
                <a:lnTo>
                  <a:pt x="192" y="23"/>
                </a:lnTo>
                <a:moveTo>
                  <a:pt x="132" y="30"/>
                </a:moveTo>
                <a:cubicBezTo>
                  <a:pt x="143" y="27"/>
                  <a:pt x="155" y="24"/>
                  <a:pt x="168" y="23"/>
                </a:cubicBezTo>
                <a:lnTo>
                  <a:pt x="168" y="0"/>
                </a:lnTo>
                <a:cubicBezTo>
                  <a:pt x="152" y="1"/>
                  <a:pt x="137" y="4"/>
                  <a:pt x="123" y="9"/>
                </a:cubicBezTo>
                <a:lnTo>
                  <a:pt x="132" y="30"/>
                </a:lnTo>
                <a:moveTo>
                  <a:pt x="315" y="61"/>
                </a:moveTo>
                <a:lnTo>
                  <a:pt x="298" y="77"/>
                </a:lnTo>
                <a:cubicBezTo>
                  <a:pt x="307" y="87"/>
                  <a:pt x="314" y="98"/>
                  <a:pt x="320" y="111"/>
                </a:cubicBezTo>
                <a:lnTo>
                  <a:pt x="342" y="102"/>
                </a:lnTo>
                <a:cubicBezTo>
                  <a:pt x="335" y="87"/>
                  <a:pt x="326" y="73"/>
                  <a:pt x="315" y="61"/>
                </a:cubicBezTo>
                <a:moveTo>
                  <a:pt x="282" y="61"/>
                </a:moveTo>
                <a:lnTo>
                  <a:pt x="298" y="44"/>
                </a:lnTo>
                <a:cubicBezTo>
                  <a:pt x="287" y="35"/>
                  <a:pt x="275" y="26"/>
                  <a:pt x="261" y="19"/>
                </a:cubicBezTo>
                <a:lnTo>
                  <a:pt x="252" y="41"/>
                </a:lnTo>
                <a:cubicBezTo>
                  <a:pt x="263" y="46"/>
                  <a:pt x="273" y="53"/>
                  <a:pt x="282" y="61"/>
                </a:cubicBez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9" name="任意多边形 638"/>
          <p:cNvSpPr/>
          <p:nvPr/>
        </p:nvSpPr>
        <p:spPr>
          <a:xfrm>
            <a:off x="6507720" y="3630600"/>
            <a:ext cx="14760" cy="15120"/>
          </a:xfrm>
          <a:custGeom>
            <a:avLst/>
            <a:gdLst/>
            <a:ahLst/>
            <a:cxnLst/>
            <a:rect l="0" t="0" r="r" b="b"/>
            <a:pathLst>
              <a:path w="41" h="42">
                <a:moveTo>
                  <a:pt x="41" y="21"/>
                </a:moveTo>
                <a:cubicBezTo>
                  <a:pt x="41" y="27"/>
                  <a:pt x="39" y="32"/>
                  <a:pt x="35" y="36"/>
                </a:cubicBezTo>
                <a:cubicBezTo>
                  <a:pt x="31" y="40"/>
                  <a:pt x="27" y="42"/>
                  <a:pt x="20" y="42"/>
                </a:cubicBezTo>
                <a:cubicBezTo>
                  <a:pt x="14" y="42"/>
                  <a:pt x="10" y="40"/>
                  <a:pt x="6" y="36"/>
                </a:cubicBezTo>
                <a:cubicBezTo>
                  <a:pt x="2" y="32"/>
                  <a:pt x="0" y="27"/>
                  <a:pt x="0" y="21"/>
                </a:cubicBezTo>
                <a:cubicBezTo>
                  <a:pt x="0" y="16"/>
                  <a:pt x="2" y="10"/>
                  <a:pt x="6" y="6"/>
                </a:cubicBezTo>
                <a:cubicBezTo>
                  <a:pt x="10" y="2"/>
                  <a:pt x="14" y="0"/>
                  <a:pt x="20" y="0"/>
                </a:cubicBezTo>
                <a:cubicBezTo>
                  <a:pt x="27" y="0"/>
                  <a:pt x="31" y="2"/>
                  <a:pt x="35" y="6"/>
                </a:cubicBezTo>
                <a:cubicBezTo>
                  <a:pt x="39" y="10"/>
                  <a:pt x="41" y="16"/>
                  <a:pt x="41" y="21"/>
                </a:cubicBez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0" name="任意多边形 639"/>
          <p:cNvSpPr/>
          <p:nvPr/>
        </p:nvSpPr>
        <p:spPr>
          <a:xfrm>
            <a:off x="6508800" y="3574800"/>
            <a:ext cx="12600" cy="50400"/>
          </a:xfrm>
          <a:custGeom>
            <a:avLst/>
            <a:gdLst/>
            <a:ahLst/>
            <a:cxnLst/>
            <a:rect l="0" t="0" r="r" b="b"/>
            <a:pathLst>
              <a:path w="35" h="140">
                <a:moveTo>
                  <a:pt x="0" y="9"/>
                </a:moveTo>
                <a:lnTo>
                  <a:pt x="5" y="132"/>
                </a:lnTo>
                <a:cubicBezTo>
                  <a:pt x="5" y="136"/>
                  <a:pt x="9" y="140"/>
                  <a:pt x="14" y="140"/>
                </a:cubicBezTo>
                <a:lnTo>
                  <a:pt x="20" y="140"/>
                </a:lnTo>
                <a:cubicBezTo>
                  <a:pt x="25" y="140"/>
                  <a:pt x="30" y="136"/>
                  <a:pt x="30" y="132"/>
                </a:cubicBezTo>
                <a:lnTo>
                  <a:pt x="35" y="9"/>
                </a:lnTo>
                <a:cubicBezTo>
                  <a:pt x="35" y="4"/>
                  <a:pt x="31" y="0"/>
                  <a:pt x="25" y="0"/>
                </a:cubicBezTo>
                <a:lnTo>
                  <a:pt x="9" y="0"/>
                </a:lnTo>
                <a:cubicBezTo>
                  <a:pt x="4" y="0"/>
                  <a:pt x="0" y="4"/>
                  <a:pt x="0" y="9"/>
                </a:cubicBez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1" name="文本框 640"/>
          <p:cNvSpPr txBox="1"/>
          <p:nvPr/>
        </p:nvSpPr>
        <p:spPr>
          <a:xfrm>
            <a:off x="6858000" y="3176640"/>
            <a:ext cx="1697355" cy="16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邀</a:t>
            </a:r>
            <a:r>
              <a:rPr lang="en-US" alt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1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名真实用户进行使用测试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2" name="文本框 641"/>
          <p:cNvSpPr txBox="1"/>
          <p:nvPr/>
        </p:nvSpPr>
        <p:spPr>
          <a:xfrm>
            <a:off x="6657840" y="3519720"/>
            <a:ext cx="531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测试成果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3" name="文本框 642"/>
          <p:cNvSpPr txBox="1"/>
          <p:nvPr/>
        </p:nvSpPr>
        <p:spPr>
          <a:xfrm>
            <a:off x="6676920" y="3786480"/>
            <a:ext cx="2254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系统功能正常，性能达标，安全可靠。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任意多边形 64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6" name="任意多边形 645"/>
          <p:cNvSpPr/>
          <p:nvPr/>
        </p:nvSpPr>
        <p:spPr>
          <a:xfrm>
            <a:off x="612720" y="1184040"/>
            <a:ext cx="184320" cy="184680"/>
          </a:xfrm>
          <a:custGeom>
            <a:avLst/>
            <a:gdLst/>
            <a:ahLst/>
            <a:cxnLst/>
            <a:rect l="0" t="0" r="r" b="b"/>
            <a:pathLst>
              <a:path w="512" h="513">
                <a:moveTo>
                  <a:pt x="154" y="455"/>
                </a:moveTo>
                <a:lnTo>
                  <a:pt x="141" y="486"/>
                </a:lnTo>
                <a:cubicBezTo>
                  <a:pt x="121" y="476"/>
                  <a:pt x="103" y="464"/>
                  <a:pt x="86" y="449"/>
                </a:cubicBezTo>
                <a:lnTo>
                  <a:pt x="111" y="426"/>
                </a:lnTo>
                <a:cubicBezTo>
                  <a:pt x="124" y="437"/>
                  <a:pt x="138" y="447"/>
                  <a:pt x="154" y="455"/>
                </a:cubicBezTo>
                <a:moveTo>
                  <a:pt x="33" y="273"/>
                </a:moveTo>
                <a:lnTo>
                  <a:pt x="0" y="273"/>
                </a:lnTo>
                <a:cubicBezTo>
                  <a:pt x="1" y="295"/>
                  <a:pt x="5" y="317"/>
                  <a:pt x="12" y="337"/>
                </a:cubicBezTo>
                <a:lnTo>
                  <a:pt x="43" y="324"/>
                </a:lnTo>
                <a:cubicBezTo>
                  <a:pt x="37" y="308"/>
                  <a:pt x="34" y="291"/>
                  <a:pt x="33" y="273"/>
                </a:cubicBezTo>
                <a:moveTo>
                  <a:pt x="33" y="240"/>
                </a:moveTo>
                <a:cubicBezTo>
                  <a:pt x="34" y="221"/>
                  <a:pt x="38" y="202"/>
                  <a:pt x="44" y="184"/>
                </a:cubicBezTo>
                <a:lnTo>
                  <a:pt x="14" y="171"/>
                </a:lnTo>
                <a:cubicBezTo>
                  <a:pt x="6" y="193"/>
                  <a:pt x="1" y="216"/>
                  <a:pt x="0" y="240"/>
                </a:cubicBezTo>
                <a:lnTo>
                  <a:pt x="33" y="240"/>
                </a:lnTo>
                <a:moveTo>
                  <a:pt x="57" y="154"/>
                </a:moveTo>
                <a:cubicBezTo>
                  <a:pt x="65" y="139"/>
                  <a:pt x="75" y="124"/>
                  <a:pt x="86" y="111"/>
                </a:cubicBezTo>
                <a:lnTo>
                  <a:pt x="63" y="88"/>
                </a:lnTo>
                <a:cubicBezTo>
                  <a:pt x="49" y="104"/>
                  <a:pt x="37" y="122"/>
                  <a:pt x="27" y="141"/>
                </a:cubicBezTo>
                <a:lnTo>
                  <a:pt x="57" y="154"/>
                </a:lnTo>
                <a:moveTo>
                  <a:pt x="402" y="426"/>
                </a:moveTo>
                <a:cubicBezTo>
                  <a:pt x="388" y="438"/>
                  <a:pt x="372" y="449"/>
                  <a:pt x="354" y="457"/>
                </a:cubicBezTo>
                <a:lnTo>
                  <a:pt x="367" y="488"/>
                </a:lnTo>
                <a:cubicBezTo>
                  <a:pt x="388" y="478"/>
                  <a:pt x="408" y="465"/>
                  <a:pt x="426" y="449"/>
                </a:cubicBezTo>
                <a:lnTo>
                  <a:pt x="402" y="426"/>
                </a:lnTo>
                <a:moveTo>
                  <a:pt x="111" y="88"/>
                </a:moveTo>
                <a:cubicBezTo>
                  <a:pt x="125" y="75"/>
                  <a:pt x="141" y="65"/>
                  <a:pt x="158" y="56"/>
                </a:cubicBezTo>
                <a:lnTo>
                  <a:pt x="146" y="25"/>
                </a:lnTo>
                <a:cubicBezTo>
                  <a:pt x="125" y="36"/>
                  <a:pt x="105" y="49"/>
                  <a:pt x="86" y="64"/>
                </a:cubicBezTo>
                <a:lnTo>
                  <a:pt x="111" y="88"/>
                </a:lnTo>
                <a:moveTo>
                  <a:pt x="455" y="360"/>
                </a:moveTo>
                <a:cubicBezTo>
                  <a:pt x="446" y="375"/>
                  <a:pt x="437" y="390"/>
                  <a:pt x="426" y="403"/>
                </a:cubicBezTo>
                <a:lnTo>
                  <a:pt x="449" y="426"/>
                </a:lnTo>
                <a:cubicBezTo>
                  <a:pt x="463" y="410"/>
                  <a:pt x="475" y="392"/>
                  <a:pt x="485" y="373"/>
                </a:cubicBezTo>
                <a:lnTo>
                  <a:pt x="455" y="360"/>
                </a:lnTo>
                <a:moveTo>
                  <a:pt x="479" y="273"/>
                </a:moveTo>
                <a:cubicBezTo>
                  <a:pt x="478" y="293"/>
                  <a:pt x="474" y="312"/>
                  <a:pt x="468" y="329"/>
                </a:cubicBezTo>
                <a:lnTo>
                  <a:pt x="498" y="342"/>
                </a:lnTo>
                <a:cubicBezTo>
                  <a:pt x="506" y="321"/>
                  <a:pt x="511" y="297"/>
                  <a:pt x="512" y="273"/>
                </a:cubicBezTo>
                <a:lnTo>
                  <a:pt x="479" y="273"/>
                </a:lnTo>
                <a:moveTo>
                  <a:pt x="324" y="470"/>
                </a:moveTo>
                <a:cubicBezTo>
                  <a:pt x="308" y="475"/>
                  <a:pt x="291" y="478"/>
                  <a:pt x="273" y="480"/>
                </a:cubicBezTo>
                <a:lnTo>
                  <a:pt x="273" y="513"/>
                </a:lnTo>
                <a:cubicBezTo>
                  <a:pt x="295" y="511"/>
                  <a:pt x="316" y="507"/>
                  <a:pt x="336" y="501"/>
                </a:cubicBezTo>
                <a:lnTo>
                  <a:pt x="324" y="470"/>
                </a:lnTo>
                <a:moveTo>
                  <a:pt x="240" y="480"/>
                </a:moveTo>
                <a:cubicBezTo>
                  <a:pt x="220" y="478"/>
                  <a:pt x="202" y="474"/>
                  <a:pt x="184" y="468"/>
                </a:cubicBezTo>
                <a:lnTo>
                  <a:pt x="171" y="499"/>
                </a:lnTo>
                <a:cubicBezTo>
                  <a:pt x="193" y="506"/>
                  <a:pt x="216" y="511"/>
                  <a:pt x="240" y="513"/>
                </a:cubicBezTo>
                <a:lnTo>
                  <a:pt x="240" y="480"/>
                </a:lnTo>
                <a:moveTo>
                  <a:pt x="469" y="190"/>
                </a:moveTo>
                <a:cubicBezTo>
                  <a:pt x="474" y="206"/>
                  <a:pt x="478" y="223"/>
                  <a:pt x="479" y="240"/>
                </a:cubicBezTo>
                <a:lnTo>
                  <a:pt x="512" y="240"/>
                </a:lnTo>
                <a:cubicBezTo>
                  <a:pt x="511" y="218"/>
                  <a:pt x="507" y="197"/>
                  <a:pt x="500" y="177"/>
                </a:cubicBezTo>
                <a:lnTo>
                  <a:pt x="469" y="190"/>
                </a:lnTo>
                <a:moveTo>
                  <a:pt x="86" y="403"/>
                </a:moveTo>
                <a:cubicBezTo>
                  <a:pt x="74" y="388"/>
                  <a:pt x="63" y="372"/>
                  <a:pt x="55" y="355"/>
                </a:cubicBezTo>
                <a:lnTo>
                  <a:pt x="24" y="367"/>
                </a:lnTo>
                <a:cubicBezTo>
                  <a:pt x="34" y="389"/>
                  <a:pt x="47" y="408"/>
                  <a:pt x="63" y="426"/>
                </a:cubicBezTo>
                <a:lnTo>
                  <a:pt x="86" y="403"/>
                </a:lnTo>
                <a:moveTo>
                  <a:pt x="273" y="34"/>
                </a:moveTo>
                <a:cubicBezTo>
                  <a:pt x="292" y="36"/>
                  <a:pt x="311" y="40"/>
                  <a:pt x="329" y="46"/>
                </a:cubicBezTo>
                <a:lnTo>
                  <a:pt x="342" y="14"/>
                </a:lnTo>
                <a:cubicBezTo>
                  <a:pt x="320" y="7"/>
                  <a:pt x="297" y="2"/>
                  <a:pt x="273" y="0"/>
                </a:cubicBezTo>
                <a:lnTo>
                  <a:pt x="273" y="34"/>
                </a:lnTo>
                <a:moveTo>
                  <a:pt x="189" y="44"/>
                </a:moveTo>
                <a:cubicBezTo>
                  <a:pt x="205" y="39"/>
                  <a:pt x="222" y="36"/>
                  <a:pt x="240" y="34"/>
                </a:cubicBezTo>
                <a:lnTo>
                  <a:pt x="240" y="0"/>
                </a:lnTo>
                <a:cubicBezTo>
                  <a:pt x="218" y="2"/>
                  <a:pt x="197" y="6"/>
                  <a:pt x="177" y="12"/>
                </a:cubicBezTo>
                <a:lnTo>
                  <a:pt x="189" y="44"/>
                </a:lnTo>
                <a:moveTo>
                  <a:pt x="449" y="88"/>
                </a:moveTo>
                <a:lnTo>
                  <a:pt x="426" y="111"/>
                </a:lnTo>
                <a:cubicBezTo>
                  <a:pt x="438" y="126"/>
                  <a:pt x="449" y="142"/>
                  <a:pt x="457" y="159"/>
                </a:cubicBezTo>
                <a:lnTo>
                  <a:pt x="488" y="147"/>
                </a:lnTo>
                <a:cubicBezTo>
                  <a:pt x="478" y="125"/>
                  <a:pt x="464" y="105"/>
                  <a:pt x="449" y="88"/>
                </a:cubicBezTo>
                <a:moveTo>
                  <a:pt x="402" y="88"/>
                </a:moveTo>
                <a:lnTo>
                  <a:pt x="426" y="64"/>
                </a:lnTo>
                <a:cubicBezTo>
                  <a:pt x="409" y="50"/>
                  <a:pt x="392" y="38"/>
                  <a:pt x="372" y="27"/>
                </a:cubicBezTo>
                <a:lnTo>
                  <a:pt x="359" y="59"/>
                </a:lnTo>
                <a:cubicBezTo>
                  <a:pt x="375" y="67"/>
                  <a:pt x="389" y="77"/>
                  <a:pt x="402" y="88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7" name="任意多边形 646"/>
          <p:cNvSpPr/>
          <p:nvPr/>
        </p:nvSpPr>
        <p:spPr>
          <a:xfrm>
            <a:off x="694080" y="1306080"/>
            <a:ext cx="21240" cy="20880"/>
          </a:xfrm>
          <a:custGeom>
            <a:avLst/>
            <a:gdLst/>
            <a:ahLst/>
            <a:cxnLst/>
            <a:rect l="0" t="0" r="r" b="b"/>
            <a:pathLst>
              <a:path w="59" h="58">
                <a:moveTo>
                  <a:pt x="59" y="29"/>
                </a:moveTo>
                <a:cubicBezTo>
                  <a:pt x="59" y="37"/>
                  <a:pt x="57" y="43"/>
                  <a:pt x="51" y="50"/>
                </a:cubicBezTo>
                <a:cubicBezTo>
                  <a:pt x="45" y="56"/>
                  <a:pt x="37" y="58"/>
                  <a:pt x="29" y="58"/>
                </a:cubicBezTo>
                <a:cubicBezTo>
                  <a:pt x="21" y="58"/>
                  <a:pt x="15" y="56"/>
                  <a:pt x="9" y="50"/>
                </a:cubicBezTo>
                <a:cubicBezTo>
                  <a:pt x="3" y="43"/>
                  <a:pt x="0" y="37"/>
                  <a:pt x="0" y="29"/>
                </a:cubicBezTo>
                <a:cubicBezTo>
                  <a:pt x="0" y="21"/>
                  <a:pt x="3" y="14"/>
                  <a:pt x="9" y="8"/>
                </a:cubicBezTo>
                <a:cubicBezTo>
                  <a:pt x="15" y="2"/>
                  <a:pt x="21" y="0"/>
                  <a:pt x="29" y="0"/>
                </a:cubicBezTo>
                <a:cubicBezTo>
                  <a:pt x="37" y="0"/>
                  <a:pt x="45" y="2"/>
                  <a:pt x="51" y="8"/>
                </a:cubicBezTo>
                <a:cubicBezTo>
                  <a:pt x="57" y="14"/>
                  <a:pt x="59" y="21"/>
                  <a:pt x="59" y="29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8" name="任意多边形 647"/>
          <p:cNvSpPr/>
          <p:nvPr/>
        </p:nvSpPr>
        <p:spPr>
          <a:xfrm>
            <a:off x="695880" y="1226160"/>
            <a:ext cx="18000" cy="72000"/>
          </a:xfrm>
          <a:custGeom>
            <a:avLst/>
            <a:gdLst/>
            <a:ahLst/>
            <a:cxnLst/>
            <a:rect l="0" t="0" r="r" b="b"/>
            <a:pathLst>
              <a:path w="50" h="200">
                <a:moveTo>
                  <a:pt x="0" y="13"/>
                </a:moveTo>
                <a:lnTo>
                  <a:pt x="7" y="188"/>
                </a:lnTo>
                <a:cubicBezTo>
                  <a:pt x="8" y="195"/>
                  <a:pt x="14" y="200"/>
                  <a:pt x="21" y="200"/>
                </a:cubicBezTo>
                <a:lnTo>
                  <a:pt x="30" y="200"/>
                </a:lnTo>
                <a:cubicBezTo>
                  <a:pt x="37" y="200"/>
                  <a:pt x="42" y="195"/>
                  <a:pt x="42" y="188"/>
                </a:cubicBezTo>
                <a:lnTo>
                  <a:pt x="50" y="13"/>
                </a:lnTo>
                <a:cubicBezTo>
                  <a:pt x="50" y="6"/>
                  <a:pt x="44" y="0"/>
                  <a:pt x="37" y="0"/>
                </a:cubicBezTo>
                <a:lnTo>
                  <a:pt x="14" y="0"/>
                </a:lnTo>
                <a:cubicBezTo>
                  <a:pt x="6" y="0"/>
                  <a:pt x="0" y="6"/>
                  <a:pt x="0" y="13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9" name="文本框 648"/>
          <p:cNvSpPr txBox="1"/>
          <p:nvPr/>
        </p:nvSpPr>
        <p:spPr>
          <a:xfrm>
            <a:off x="380880" y="389520"/>
            <a:ext cx="2514600" cy="276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五、实现与</a:t>
            </a:r>
            <a:r>
              <a:rPr lang="zh-CN" sz="18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测试阶段评审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0" name="任意多边形 649"/>
          <p:cNvSpPr/>
          <p:nvPr/>
        </p:nvSpPr>
        <p:spPr>
          <a:xfrm>
            <a:off x="609480" y="2438280"/>
            <a:ext cx="5105520" cy="381240"/>
          </a:xfrm>
          <a:custGeom>
            <a:avLst/>
            <a:gdLst/>
            <a:ahLst/>
            <a:cxnLst/>
            <a:rect l="0" t="0" r="r" b="b"/>
            <a:pathLst>
              <a:path w="14182" h="1059">
                <a:moveTo>
                  <a:pt x="0" y="847"/>
                </a:moveTo>
                <a:lnTo>
                  <a:pt x="0" y="212"/>
                </a:lnTo>
                <a:cubicBezTo>
                  <a:pt x="0" y="199"/>
                  <a:pt x="1" y="185"/>
                  <a:pt x="4" y="171"/>
                </a:cubicBezTo>
                <a:cubicBezTo>
                  <a:pt x="7" y="158"/>
                  <a:pt x="11" y="144"/>
                  <a:pt x="16" y="131"/>
                </a:cubicBezTo>
                <a:cubicBezTo>
                  <a:pt x="21" y="119"/>
                  <a:pt x="28" y="106"/>
                  <a:pt x="36" y="94"/>
                </a:cubicBezTo>
                <a:cubicBezTo>
                  <a:pt x="43" y="82"/>
                  <a:pt x="52" y="72"/>
                  <a:pt x="62" y="62"/>
                </a:cubicBezTo>
                <a:cubicBezTo>
                  <a:pt x="72" y="52"/>
                  <a:pt x="82" y="43"/>
                  <a:pt x="94" y="36"/>
                </a:cubicBezTo>
                <a:cubicBezTo>
                  <a:pt x="105" y="28"/>
                  <a:pt x="118" y="21"/>
                  <a:pt x="130" y="16"/>
                </a:cubicBezTo>
                <a:cubicBezTo>
                  <a:pt x="143" y="11"/>
                  <a:pt x="157" y="7"/>
                  <a:pt x="170" y="4"/>
                </a:cubicBezTo>
                <a:cubicBezTo>
                  <a:pt x="184" y="1"/>
                  <a:pt x="198" y="0"/>
                  <a:pt x="211" y="0"/>
                </a:cubicBezTo>
                <a:lnTo>
                  <a:pt x="13971" y="0"/>
                </a:lnTo>
                <a:cubicBezTo>
                  <a:pt x="13985" y="0"/>
                  <a:pt x="13998" y="1"/>
                  <a:pt x="14012" y="4"/>
                </a:cubicBezTo>
                <a:cubicBezTo>
                  <a:pt x="14026" y="7"/>
                  <a:pt x="14039" y="11"/>
                  <a:pt x="14052" y="16"/>
                </a:cubicBezTo>
                <a:cubicBezTo>
                  <a:pt x="14065" y="21"/>
                  <a:pt x="14077" y="28"/>
                  <a:pt x="14088" y="36"/>
                </a:cubicBezTo>
                <a:cubicBezTo>
                  <a:pt x="14100" y="43"/>
                  <a:pt x="14111" y="52"/>
                  <a:pt x="14121" y="62"/>
                </a:cubicBezTo>
                <a:cubicBezTo>
                  <a:pt x="14130" y="72"/>
                  <a:pt x="14139" y="82"/>
                  <a:pt x="14147" y="94"/>
                </a:cubicBezTo>
                <a:cubicBezTo>
                  <a:pt x="14155" y="106"/>
                  <a:pt x="14161" y="119"/>
                  <a:pt x="14166" y="131"/>
                </a:cubicBezTo>
                <a:cubicBezTo>
                  <a:pt x="14172" y="144"/>
                  <a:pt x="14176" y="158"/>
                  <a:pt x="14178" y="171"/>
                </a:cubicBezTo>
                <a:cubicBezTo>
                  <a:pt x="14181" y="185"/>
                  <a:pt x="14182" y="199"/>
                  <a:pt x="14182" y="212"/>
                </a:cubicBezTo>
                <a:lnTo>
                  <a:pt x="14182" y="847"/>
                </a:lnTo>
                <a:cubicBezTo>
                  <a:pt x="14182" y="861"/>
                  <a:pt x="14181" y="875"/>
                  <a:pt x="14178" y="889"/>
                </a:cubicBezTo>
                <a:cubicBezTo>
                  <a:pt x="14176" y="902"/>
                  <a:pt x="14172" y="916"/>
                  <a:pt x="14166" y="929"/>
                </a:cubicBezTo>
                <a:cubicBezTo>
                  <a:pt x="14161" y="941"/>
                  <a:pt x="14155" y="954"/>
                  <a:pt x="14147" y="965"/>
                </a:cubicBezTo>
                <a:cubicBezTo>
                  <a:pt x="14139" y="977"/>
                  <a:pt x="14130" y="987"/>
                  <a:pt x="14121" y="997"/>
                </a:cubicBezTo>
                <a:cubicBezTo>
                  <a:pt x="14111" y="1007"/>
                  <a:pt x="14100" y="1016"/>
                  <a:pt x="14088" y="1023"/>
                </a:cubicBezTo>
                <a:cubicBezTo>
                  <a:pt x="14077" y="1031"/>
                  <a:pt x="14065" y="1038"/>
                  <a:pt x="14052" y="1043"/>
                </a:cubicBezTo>
                <a:cubicBezTo>
                  <a:pt x="14039" y="1048"/>
                  <a:pt x="14026" y="1052"/>
                  <a:pt x="14012" y="1055"/>
                </a:cubicBezTo>
                <a:cubicBezTo>
                  <a:pt x="13998" y="1058"/>
                  <a:pt x="13985" y="1059"/>
                  <a:pt x="13971" y="1059"/>
                </a:cubicBezTo>
                <a:lnTo>
                  <a:pt x="211" y="1059"/>
                </a:lnTo>
                <a:cubicBezTo>
                  <a:pt x="198" y="1059"/>
                  <a:pt x="184" y="1058"/>
                  <a:pt x="170" y="1055"/>
                </a:cubicBezTo>
                <a:cubicBezTo>
                  <a:pt x="157" y="1052"/>
                  <a:pt x="143" y="1048"/>
                  <a:pt x="130" y="1043"/>
                </a:cubicBezTo>
                <a:cubicBezTo>
                  <a:pt x="118" y="1038"/>
                  <a:pt x="105" y="1031"/>
                  <a:pt x="94" y="1023"/>
                </a:cubicBezTo>
                <a:cubicBezTo>
                  <a:pt x="82" y="1016"/>
                  <a:pt x="72" y="1007"/>
                  <a:pt x="62" y="997"/>
                </a:cubicBezTo>
                <a:cubicBezTo>
                  <a:pt x="52" y="987"/>
                  <a:pt x="43" y="977"/>
                  <a:pt x="36" y="965"/>
                </a:cubicBezTo>
                <a:cubicBezTo>
                  <a:pt x="28" y="954"/>
                  <a:pt x="21" y="941"/>
                  <a:pt x="16" y="929"/>
                </a:cubicBezTo>
                <a:cubicBezTo>
                  <a:pt x="11" y="916"/>
                  <a:pt x="7" y="902"/>
                  <a:pt x="4" y="889"/>
                </a:cubicBezTo>
                <a:cubicBezTo>
                  <a:pt x="1" y="875"/>
                  <a:pt x="0" y="861"/>
                  <a:pt x="0" y="847"/>
                </a:cubicBezTo>
                <a:close/>
              </a:path>
            </a:pathLst>
          </a:custGeom>
          <a:solidFill>
            <a:srgbClr val="E8F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1" name="任意多边形 650"/>
          <p:cNvSpPr/>
          <p:nvPr/>
        </p:nvSpPr>
        <p:spPr>
          <a:xfrm>
            <a:off x="609480" y="4457520"/>
            <a:ext cx="5105520" cy="762480"/>
          </a:xfrm>
          <a:custGeom>
            <a:avLst/>
            <a:gdLst/>
            <a:ahLst/>
            <a:cxnLst/>
            <a:rect l="0" t="0" r="r" b="b"/>
            <a:pathLst>
              <a:path w="14182" h="2118">
                <a:moveTo>
                  <a:pt x="0" y="1906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2"/>
                  <a:pt x="82" y="43"/>
                  <a:pt x="94" y="36"/>
                </a:cubicBezTo>
                <a:cubicBezTo>
                  <a:pt x="105" y="28"/>
                  <a:pt x="118" y="21"/>
                  <a:pt x="130" y="16"/>
                </a:cubicBezTo>
                <a:cubicBezTo>
                  <a:pt x="143" y="11"/>
                  <a:pt x="157" y="7"/>
                  <a:pt x="170" y="4"/>
                </a:cubicBezTo>
                <a:cubicBezTo>
                  <a:pt x="184" y="1"/>
                  <a:pt x="198" y="0"/>
                  <a:pt x="211" y="0"/>
                </a:cubicBezTo>
                <a:lnTo>
                  <a:pt x="13971" y="0"/>
                </a:lnTo>
                <a:cubicBezTo>
                  <a:pt x="13985" y="0"/>
                  <a:pt x="13998" y="1"/>
                  <a:pt x="14012" y="4"/>
                </a:cubicBezTo>
                <a:cubicBezTo>
                  <a:pt x="14026" y="7"/>
                  <a:pt x="14039" y="11"/>
                  <a:pt x="14052" y="16"/>
                </a:cubicBezTo>
                <a:cubicBezTo>
                  <a:pt x="14065" y="21"/>
                  <a:pt x="14077" y="28"/>
                  <a:pt x="14088" y="36"/>
                </a:cubicBezTo>
                <a:cubicBezTo>
                  <a:pt x="14100" y="43"/>
                  <a:pt x="14111" y="52"/>
                  <a:pt x="14121" y="62"/>
                </a:cubicBezTo>
                <a:cubicBezTo>
                  <a:pt x="14130" y="72"/>
                  <a:pt x="14139" y="83"/>
                  <a:pt x="14147" y="94"/>
                </a:cubicBezTo>
                <a:cubicBezTo>
                  <a:pt x="14155" y="106"/>
                  <a:pt x="14161" y="118"/>
                  <a:pt x="14166" y="131"/>
                </a:cubicBezTo>
                <a:cubicBezTo>
                  <a:pt x="14172" y="144"/>
                  <a:pt x="14176" y="157"/>
                  <a:pt x="14178" y="170"/>
                </a:cubicBezTo>
                <a:cubicBezTo>
                  <a:pt x="14181" y="184"/>
                  <a:pt x="14182" y="198"/>
                  <a:pt x="14182" y="212"/>
                </a:cubicBezTo>
                <a:lnTo>
                  <a:pt x="14182" y="1906"/>
                </a:lnTo>
                <a:cubicBezTo>
                  <a:pt x="14182" y="1920"/>
                  <a:pt x="14181" y="1934"/>
                  <a:pt x="14178" y="1947"/>
                </a:cubicBezTo>
                <a:cubicBezTo>
                  <a:pt x="14176" y="1961"/>
                  <a:pt x="14172" y="1974"/>
                  <a:pt x="14166" y="1987"/>
                </a:cubicBezTo>
                <a:cubicBezTo>
                  <a:pt x="14161" y="2000"/>
                  <a:pt x="14155" y="2012"/>
                  <a:pt x="14147" y="2024"/>
                </a:cubicBezTo>
                <a:cubicBezTo>
                  <a:pt x="14139" y="2035"/>
                  <a:pt x="14130" y="2046"/>
                  <a:pt x="14121" y="2056"/>
                </a:cubicBezTo>
                <a:cubicBezTo>
                  <a:pt x="14111" y="2065"/>
                  <a:pt x="14100" y="2074"/>
                  <a:pt x="14088" y="2082"/>
                </a:cubicBezTo>
                <a:cubicBezTo>
                  <a:pt x="14077" y="2090"/>
                  <a:pt x="14065" y="2096"/>
                  <a:pt x="14052" y="2102"/>
                </a:cubicBezTo>
                <a:cubicBezTo>
                  <a:pt x="14039" y="2107"/>
                  <a:pt x="14026" y="2111"/>
                  <a:pt x="14012" y="2114"/>
                </a:cubicBezTo>
                <a:cubicBezTo>
                  <a:pt x="13998" y="2116"/>
                  <a:pt x="13985" y="2118"/>
                  <a:pt x="13971" y="2118"/>
                </a:cubicBezTo>
                <a:lnTo>
                  <a:pt x="211" y="2118"/>
                </a:lnTo>
                <a:cubicBezTo>
                  <a:pt x="198" y="2118"/>
                  <a:pt x="184" y="2116"/>
                  <a:pt x="170" y="2114"/>
                </a:cubicBezTo>
                <a:cubicBezTo>
                  <a:pt x="157" y="2111"/>
                  <a:pt x="143" y="2107"/>
                  <a:pt x="130" y="2102"/>
                </a:cubicBezTo>
                <a:cubicBezTo>
                  <a:pt x="118" y="2096"/>
                  <a:pt x="105" y="2090"/>
                  <a:pt x="94" y="2082"/>
                </a:cubicBezTo>
                <a:cubicBezTo>
                  <a:pt x="82" y="2074"/>
                  <a:pt x="72" y="2065"/>
                  <a:pt x="62" y="2056"/>
                </a:cubicBezTo>
                <a:cubicBezTo>
                  <a:pt x="52" y="2046"/>
                  <a:pt x="43" y="2035"/>
                  <a:pt x="36" y="2024"/>
                </a:cubicBezTo>
                <a:cubicBezTo>
                  <a:pt x="28" y="2012"/>
                  <a:pt x="21" y="2000"/>
                  <a:pt x="16" y="1987"/>
                </a:cubicBezTo>
                <a:cubicBezTo>
                  <a:pt x="11" y="1974"/>
                  <a:pt x="7" y="1961"/>
                  <a:pt x="4" y="1947"/>
                </a:cubicBezTo>
                <a:cubicBezTo>
                  <a:pt x="1" y="1934"/>
                  <a:pt x="0" y="1920"/>
                  <a:pt x="0" y="1906"/>
                </a:cubicBez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2" name="文本框 651"/>
          <p:cNvSpPr txBox="1"/>
          <p:nvPr/>
        </p:nvSpPr>
        <p:spPr>
          <a:xfrm>
            <a:off x="914400" y="1150200"/>
            <a:ext cx="1715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测试结果与用户反馈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3" name="文本框 652"/>
          <p:cNvSpPr txBox="1"/>
          <p:nvPr/>
        </p:nvSpPr>
        <p:spPr>
          <a:xfrm>
            <a:off x="609480" y="1577160"/>
            <a:ext cx="9151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测试结果统计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4" name="文本框 653"/>
          <p:cNvSpPr txBox="1"/>
          <p:nvPr/>
        </p:nvSpPr>
        <p:spPr>
          <a:xfrm>
            <a:off x="609480" y="1872000"/>
            <a:ext cx="1335405" cy="16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功能测试</a:t>
            </a:r>
            <a:r>
              <a:rPr lang="en-US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: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 100% 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通过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3" name="任意多边形 662"/>
          <p:cNvSpPr/>
          <p:nvPr/>
        </p:nvSpPr>
        <p:spPr>
          <a:xfrm>
            <a:off x="609480" y="3848040"/>
            <a:ext cx="38520" cy="38160"/>
          </a:xfrm>
          <a:custGeom>
            <a:avLst/>
            <a:gdLst/>
            <a:ahLst/>
            <a:cxnLst/>
            <a:rect l="0" t="0" r="r" b="b"/>
            <a:pathLst>
              <a:path w="107" h="106">
                <a:moveTo>
                  <a:pt x="107" y="53"/>
                </a:moveTo>
                <a:cubicBezTo>
                  <a:pt x="107" y="60"/>
                  <a:pt x="105" y="66"/>
                  <a:pt x="103" y="73"/>
                </a:cubicBezTo>
                <a:cubicBezTo>
                  <a:pt x="100" y="80"/>
                  <a:pt x="96" y="86"/>
                  <a:pt x="91" y="91"/>
                </a:cubicBezTo>
                <a:cubicBezTo>
                  <a:pt x="86" y="96"/>
                  <a:pt x="80" y="100"/>
                  <a:pt x="74" y="102"/>
                </a:cubicBezTo>
                <a:cubicBezTo>
                  <a:pt x="68" y="105"/>
                  <a:pt x="61" y="106"/>
                  <a:pt x="54" y="106"/>
                </a:cubicBezTo>
                <a:cubicBezTo>
                  <a:pt x="47" y="106"/>
                  <a:pt x="39" y="105"/>
                  <a:pt x="32" y="102"/>
                </a:cubicBezTo>
                <a:cubicBezTo>
                  <a:pt x="26" y="100"/>
                  <a:pt x="20" y="96"/>
                  <a:pt x="15" y="91"/>
                </a:cubicBezTo>
                <a:cubicBezTo>
                  <a:pt x="10" y="86"/>
                  <a:pt x="7" y="80"/>
                  <a:pt x="4" y="73"/>
                </a:cubicBezTo>
                <a:cubicBezTo>
                  <a:pt x="1" y="66"/>
                  <a:pt x="0" y="60"/>
                  <a:pt x="0" y="53"/>
                </a:cubicBezTo>
                <a:cubicBezTo>
                  <a:pt x="0" y="46"/>
                  <a:pt x="1" y="39"/>
                  <a:pt x="4" y="32"/>
                </a:cubicBezTo>
                <a:cubicBezTo>
                  <a:pt x="7" y="26"/>
                  <a:pt x="10" y="20"/>
                  <a:pt x="15" y="15"/>
                </a:cubicBezTo>
                <a:cubicBezTo>
                  <a:pt x="20" y="10"/>
                  <a:pt x="26" y="6"/>
                  <a:pt x="32" y="4"/>
                </a:cubicBezTo>
                <a:cubicBezTo>
                  <a:pt x="39" y="1"/>
                  <a:pt x="47" y="0"/>
                  <a:pt x="54" y="0"/>
                </a:cubicBezTo>
                <a:cubicBezTo>
                  <a:pt x="61" y="0"/>
                  <a:pt x="68" y="1"/>
                  <a:pt x="74" y="4"/>
                </a:cubicBezTo>
                <a:cubicBezTo>
                  <a:pt x="80" y="6"/>
                  <a:pt x="86" y="10"/>
                  <a:pt x="91" y="15"/>
                </a:cubicBezTo>
                <a:cubicBezTo>
                  <a:pt x="96" y="20"/>
                  <a:pt x="100" y="26"/>
                  <a:pt x="103" y="32"/>
                </a:cubicBezTo>
                <a:cubicBezTo>
                  <a:pt x="105" y="39"/>
                  <a:pt x="107" y="46"/>
                  <a:pt x="107" y="53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6" name="文本框 665"/>
          <p:cNvSpPr txBox="1"/>
          <p:nvPr/>
        </p:nvSpPr>
        <p:spPr>
          <a:xfrm>
            <a:off x="609480" y="4168080"/>
            <a:ext cx="9151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用户测试反馈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7" name="文本框 666"/>
          <p:cNvSpPr txBox="1"/>
          <p:nvPr/>
        </p:nvSpPr>
        <p:spPr>
          <a:xfrm>
            <a:off x="723960" y="4653000"/>
            <a:ext cx="1123950" cy="16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参与用户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: 1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名学生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9" name="文本框 668"/>
          <p:cNvSpPr txBox="1"/>
          <p:nvPr/>
        </p:nvSpPr>
        <p:spPr>
          <a:xfrm>
            <a:off x="4791960" y="4546440"/>
            <a:ext cx="514800" cy="43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70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8.9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0" name="文本框 669"/>
          <p:cNvSpPr txBox="1"/>
          <p:nvPr/>
        </p:nvSpPr>
        <p:spPr>
          <a:xfrm>
            <a:off x="5306040" y="4711680"/>
            <a:ext cx="2941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/10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1" name="任意多边形 670"/>
          <p:cNvSpPr/>
          <p:nvPr/>
        </p:nvSpPr>
        <p:spPr>
          <a:xfrm>
            <a:off x="609480" y="5867280"/>
            <a:ext cx="5105520" cy="381240"/>
          </a:xfrm>
          <a:custGeom>
            <a:avLst/>
            <a:gdLst/>
            <a:ahLst/>
            <a:cxnLst/>
            <a:rect l="0" t="0" r="r" b="b"/>
            <a:pathLst>
              <a:path w="14182" h="1059">
                <a:moveTo>
                  <a:pt x="0" y="847"/>
                </a:moveTo>
                <a:lnTo>
                  <a:pt x="0" y="212"/>
                </a:lnTo>
                <a:cubicBezTo>
                  <a:pt x="0" y="199"/>
                  <a:pt x="1" y="185"/>
                  <a:pt x="4" y="171"/>
                </a:cubicBezTo>
                <a:cubicBezTo>
                  <a:pt x="7" y="158"/>
                  <a:pt x="11" y="144"/>
                  <a:pt x="16" y="131"/>
                </a:cubicBezTo>
                <a:cubicBezTo>
                  <a:pt x="21" y="119"/>
                  <a:pt x="28" y="106"/>
                  <a:pt x="36" y="94"/>
                </a:cubicBezTo>
                <a:cubicBezTo>
                  <a:pt x="43" y="82"/>
                  <a:pt x="52" y="72"/>
                  <a:pt x="62" y="62"/>
                </a:cubicBezTo>
                <a:cubicBezTo>
                  <a:pt x="72" y="52"/>
                  <a:pt x="82" y="43"/>
                  <a:pt x="94" y="36"/>
                </a:cubicBezTo>
                <a:cubicBezTo>
                  <a:pt x="105" y="28"/>
                  <a:pt x="118" y="21"/>
                  <a:pt x="130" y="16"/>
                </a:cubicBezTo>
                <a:cubicBezTo>
                  <a:pt x="143" y="11"/>
                  <a:pt x="157" y="7"/>
                  <a:pt x="170" y="4"/>
                </a:cubicBezTo>
                <a:cubicBezTo>
                  <a:pt x="184" y="1"/>
                  <a:pt x="198" y="0"/>
                  <a:pt x="211" y="0"/>
                </a:cubicBezTo>
                <a:lnTo>
                  <a:pt x="13971" y="0"/>
                </a:lnTo>
                <a:cubicBezTo>
                  <a:pt x="13985" y="0"/>
                  <a:pt x="13998" y="1"/>
                  <a:pt x="14012" y="4"/>
                </a:cubicBezTo>
                <a:cubicBezTo>
                  <a:pt x="14026" y="7"/>
                  <a:pt x="14039" y="11"/>
                  <a:pt x="14052" y="16"/>
                </a:cubicBezTo>
                <a:cubicBezTo>
                  <a:pt x="14065" y="21"/>
                  <a:pt x="14077" y="28"/>
                  <a:pt x="14088" y="36"/>
                </a:cubicBezTo>
                <a:cubicBezTo>
                  <a:pt x="14100" y="43"/>
                  <a:pt x="14111" y="52"/>
                  <a:pt x="14121" y="62"/>
                </a:cubicBezTo>
                <a:cubicBezTo>
                  <a:pt x="14130" y="72"/>
                  <a:pt x="14139" y="82"/>
                  <a:pt x="14147" y="94"/>
                </a:cubicBezTo>
                <a:cubicBezTo>
                  <a:pt x="14155" y="106"/>
                  <a:pt x="14161" y="119"/>
                  <a:pt x="14166" y="131"/>
                </a:cubicBezTo>
                <a:cubicBezTo>
                  <a:pt x="14172" y="144"/>
                  <a:pt x="14176" y="158"/>
                  <a:pt x="14178" y="171"/>
                </a:cubicBezTo>
                <a:cubicBezTo>
                  <a:pt x="14181" y="185"/>
                  <a:pt x="14182" y="199"/>
                  <a:pt x="14182" y="212"/>
                </a:cubicBezTo>
                <a:lnTo>
                  <a:pt x="14182" y="847"/>
                </a:lnTo>
                <a:cubicBezTo>
                  <a:pt x="14182" y="861"/>
                  <a:pt x="14181" y="875"/>
                  <a:pt x="14178" y="889"/>
                </a:cubicBezTo>
                <a:cubicBezTo>
                  <a:pt x="14176" y="902"/>
                  <a:pt x="14172" y="916"/>
                  <a:pt x="14166" y="928"/>
                </a:cubicBezTo>
                <a:cubicBezTo>
                  <a:pt x="14161" y="941"/>
                  <a:pt x="14155" y="954"/>
                  <a:pt x="14147" y="965"/>
                </a:cubicBezTo>
                <a:cubicBezTo>
                  <a:pt x="14139" y="977"/>
                  <a:pt x="14130" y="987"/>
                  <a:pt x="14121" y="997"/>
                </a:cubicBezTo>
                <a:cubicBezTo>
                  <a:pt x="14111" y="1007"/>
                  <a:pt x="14100" y="1016"/>
                  <a:pt x="14088" y="1023"/>
                </a:cubicBezTo>
                <a:cubicBezTo>
                  <a:pt x="14077" y="1031"/>
                  <a:pt x="14065" y="1038"/>
                  <a:pt x="14052" y="1043"/>
                </a:cubicBezTo>
                <a:cubicBezTo>
                  <a:pt x="14039" y="1048"/>
                  <a:pt x="14026" y="1052"/>
                  <a:pt x="14012" y="1055"/>
                </a:cubicBezTo>
                <a:cubicBezTo>
                  <a:pt x="13998" y="1058"/>
                  <a:pt x="13985" y="1059"/>
                  <a:pt x="13971" y="1059"/>
                </a:cubicBezTo>
                <a:lnTo>
                  <a:pt x="211" y="1059"/>
                </a:lnTo>
                <a:cubicBezTo>
                  <a:pt x="198" y="1059"/>
                  <a:pt x="184" y="1058"/>
                  <a:pt x="170" y="1055"/>
                </a:cubicBezTo>
                <a:cubicBezTo>
                  <a:pt x="157" y="1052"/>
                  <a:pt x="143" y="1048"/>
                  <a:pt x="130" y="1043"/>
                </a:cubicBezTo>
                <a:cubicBezTo>
                  <a:pt x="118" y="1038"/>
                  <a:pt x="105" y="1031"/>
                  <a:pt x="94" y="1023"/>
                </a:cubicBezTo>
                <a:cubicBezTo>
                  <a:pt x="82" y="1016"/>
                  <a:pt x="72" y="1007"/>
                  <a:pt x="62" y="997"/>
                </a:cubicBezTo>
                <a:cubicBezTo>
                  <a:pt x="52" y="987"/>
                  <a:pt x="43" y="977"/>
                  <a:pt x="36" y="965"/>
                </a:cubicBezTo>
                <a:cubicBezTo>
                  <a:pt x="28" y="954"/>
                  <a:pt x="21" y="941"/>
                  <a:pt x="16" y="928"/>
                </a:cubicBezTo>
                <a:cubicBezTo>
                  <a:pt x="11" y="916"/>
                  <a:pt x="7" y="902"/>
                  <a:pt x="4" y="889"/>
                </a:cubicBezTo>
                <a:cubicBezTo>
                  <a:pt x="1" y="875"/>
                  <a:pt x="0" y="861"/>
                  <a:pt x="0" y="847"/>
                </a:cubicBezTo>
                <a:close/>
              </a:path>
            </a:pathLst>
          </a:custGeom>
          <a:solidFill>
            <a:srgbClr val="00B42A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2" name="任意多边形 671"/>
          <p:cNvSpPr/>
          <p:nvPr/>
        </p:nvSpPr>
        <p:spPr>
          <a:xfrm>
            <a:off x="1657080" y="5972040"/>
            <a:ext cx="153000" cy="152640"/>
          </a:xfrm>
          <a:custGeom>
            <a:avLst/>
            <a:gdLst/>
            <a:ahLst/>
            <a:cxnLst/>
            <a:rect l="0" t="0" r="r" b="b"/>
            <a:pathLst>
              <a:path w="425" h="424">
                <a:moveTo>
                  <a:pt x="212" y="424"/>
                </a:moveTo>
                <a:cubicBezTo>
                  <a:pt x="226" y="424"/>
                  <a:pt x="240" y="423"/>
                  <a:pt x="253" y="420"/>
                </a:cubicBezTo>
                <a:cubicBezTo>
                  <a:pt x="268" y="417"/>
                  <a:pt x="281" y="413"/>
                  <a:pt x="294" y="408"/>
                </a:cubicBezTo>
                <a:cubicBezTo>
                  <a:pt x="307" y="403"/>
                  <a:pt x="319" y="396"/>
                  <a:pt x="331" y="389"/>
                </a:cubicBezTo>
                <a:cubicBezTo>
                  <a:pt x="342" y="381"/>
                  <a:pt x="353" y="372"/>
                  <a:pt x="363" y="362"/>
                </a:cubicBezTo>
                <a:cubicBezTo>
                  <a:pt x="372" y="352"/>
                  <a:pt x="381" y="342"/>
                  <a:pt x="389" y="330"/>
                </a:cubicBezTo>
                <a:cubicBezTo>
                  <a:pt x="397" y="319"/>
                  <a:pt x="403" y="306"/>
                  <a:pt x="408" y="294"/>
                </a:cubicBezTo>
                <a:cubicBezTo>
                  <a:pt x="414" y="281"/>
                  <a:pt x="418" y="267"/>
                  <a:pt x="421" y="254"/>
                </a:cubicBezTo>
                <a:cubicBezTo>
                  <a:pt x="423" y="240"/>
                  <a:pt x="425" y="226"/>
                  <a:pt x="425" y="213"/>
                </a:cubicBezTo>
                <a:cubicBezTo>
                  <a:pt x="425" y="199"/>
                  <a:pt x="423" y="185"/>
                  <a:pt x="421" y="171"/>
                </a:cubicBezTo>
                <a:cubicBezTo>
                  <a:pt x="418" y="158"/>
                  <a:pt x="414" y="144"/>
                  <a:pt x="408" y="132"/>
                </a:cubicBezTo>
                <a:cubicBezTo>
                  <a:pt x="403" y="118"/>
                  <a:pt x="397" y="106"/>
                  <a:pt x="389" y="94"/>
                </a:cubicBezTo>
                <a:cubicBezTo>
                  <a:pt x="381" y="82"/>
                  <a:pt x="372" y="72"/>
                  <a:pt x="363" y="62"/>
                </a:cubicBezTo>
                <a:cubicBezTo>
                  <a:pt x="353" y="52"/>
                  <a:pt x="342" y="43"/>
                  <a:pt x="331" y="36"/>
                </a:cubicBezTo>
                <a:cubicBezTo>
                  <a:pt x="319" y="28"/>
                  <a:pt x="307" y="21"/>
                  <a:pt x="294" y="16"/>
                </a:cubicBezTo>
                <a:cubicBezTo>
                  <a:pt x="281" y="11"/>
                  <a:pt x="268" y="7"/>
                  <a:pt x="253" y="4"/>
                </a:cubicBezTo>
                <a:cubicBezTo>
                  <a:pt x="240" y="1"/>
                  <a:pt x="226" y="0"/>
                  <a:pt x="212" y="0"/>
                </a:cubicBezTo>
                <a:cubicBezTo>
                  <a:pt x="198" y="0"/>
                  <a:pt x="184" y="1"/>
                  <a:pt x="171" y="4"/>
                </a:cubicBezTo>
                <a:cubicBezTo>
                  <a:pt x="157" y="7"/>
                  <a:pt x="144" y="11"/>
                  <a:pt x="131" y="16"/>
                </a:cubicBezTo>
                <a:cubicBezTo>
                  <a:pt x="118" y="21"/>
                  <a:pt x="106" y="28"/>
                  <a:pt x="94" y="36"/>
                </a:cubicBezTo>
                <a:cubicBezTo>
                  <a:pt x="83" y="43"/>
                  <a:pt x="72" y="52"/>
                  <a:pt x="62" y="62"/>
                </a:cubicBezTo>
                <a:cubicBezTo>
                  <a:pt x="52" y="72"/>
                  <a:pt x="44" y="82"/>
                  <a:pt x="36" y="94"/>
                </a:cubicBezTo>
                <a:cubicBezTo>
                  <a:pt x="28" y="106"/>
                  <a:pt x="22" y="118"/>
                  <a:pt x="16" y="132"/>
                </a:cubicBezTo>
                <a:cubicBezTo>
                  <a:pt x="11" y="144"/>
                  <a:pt x="7" y="158"/>
                  <a:pt x="4" y="171"/>
                </a:cubicBezTo>
                <a:cubicBezTo>
                  <a:pt x="2" y="185"/>
                  <a:pt x="0" y="199"/>
                  <a:pt x="0" y="213"/>
                </a:cubicBezTo>
                <a:cubicBezTo>
                  <a:pt x="0" y="226"/>
                  <a:pt x="2" y="240"/>
                  <a:pt x="4" y="254"/>
                </a:cubicBezTo>
                <a:cubicBezTo>
                  <a:pt x="7" y="267"/>
                  <a:pt x="11" y="281"/>
                  <a:pt x="16" y="294"/>
                </a:cubicBezTo>
                <a:cubicBezTo>
                  <a:pt x="22" y="306"/>
                  <a:pt x="28" y="319"/>
                  <a:pt x="36" y="330"/>
                </a:cubicBezTo>
                <a:cubicBezTo>
                  <a:pt x="44" y="342"/>
                  <a:pt x="52" y="352"/>
                  <a:pt x="62" y="362"/>
                </a:cubicBezTo>
                <a:cubicBezTo>
                  <a:pt x="72" y="372"/>
                  <a:pt x="83" y="381"/>
                  <a:pt x="94" y="389"/>
                </a:cubicBezTo>
                <a:cubicBezTo>
                  <a:pt x="106" y="396"/>
                  <a:pt x="118" y="403"/>
                  <a:pt x="131" y="408"/>
                </a:cubicBezTo>
                <a:cubicBezTo>
                  <a:pt x="144" y="413"/>
                  <a:pt x="157" y="417"/>
                  <a:pt x="171" y="420"/>
                </a:cubicBezTo>
                <a:cubicBezTo>
                  <a:pt x="184" y="423"/>
                  <a:pt x="198" y="424"/>
                  <a:pt x="212" y="424"/>
                </a:cubicBezTo>
                <a:moveTo>
                  <a:pt x="306" y="174"/>
                </a:moveTo>
                <a:lnTo>
                  <a:pt x="200" y="280"/>
                </a:lnTo>
                <a:cubicBezTo>
                  <a:pt x="192" y="287"/>
                  <a:pt x="179" y="287"/>
                  <a:pt x="171" y="280"/>
                </a:cubicBezTo>
                <a:lnTo>
                  <a:pt x="119" y="227"/>
                </a:lnTo>
                <a:cubicBezTo>
                  <a:pt x="111" y="219"/>
                  <a:pt x="111" y="206"/>
                  <a:pt x="119" y="199"/>
                </a:cubicBezTo>
                <a:cubicBezTo>
                  <a:pt x="126" y="191"/>
                  <a:pt x="139" y="191"/>
                  <a:pt x="147" y="199"/>
                </a:cubicBezTo>
                <a:lnTo>
                  <a:pt x="185" y="237"/>
                </a:lnTo>
                <a:lnTo>
                  <a:pt x="278" y="146"/>
                </a:lnTo>
                <a:cubicBezTo>
                  <a:pt x="286" y="138"/>
                  <a:pt x="299" y="138"/>
                  <a:pt x="306" y="146"/>
                </a:cubicBezTo>
                <a:cubicBezTo>
                  <a:pt x="314" y="153"/>
                  <a:pt x="314" y="166"/>
                  <a:pt x="306" y="174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3" name="文本框 672"/>
          <p:cNvSpPr txBox="1"/>
          <p:nvPr/>
        </p:nvSpPr>
        <p:spPr>
          <a:xfrm>
            <a:off x="4910760" y="4957200"/>
            <a:ext cx="5724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满意度评分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4" name="任意多边形 673"/>
          <p:cNvSpPr/>
          <p:nvPr/>
        </p:nvSpPr>
        <p:spPr>
          <a:xfrm>
            <a:off x="6248160" y="914040"/>
            <a:ext cx="5563080" cy="5563080"/>
          </a:xfrm>
          <a:custGeom>
            <a:avLst/>
            <a:gdLst/>
            <a:ahLst/>
            <a:cxnLst/>
            <a:rect l="0" t="0" r="r" b="b"/>
            <a:pathLst>
              <a:path w="15453" h="15453">
                <a:moveTo>
                  <a:pt x="0" y="15136"/>
                </a:moveTo>
                <a:lnTo>
                  <a:pt x="0" y="318"/>
                </a:lnTo>
                <a:cubicBezTo>
                  <a:pt x="0" y="297"/>
                  <a:pt x="2" y="277"/>
                  <a:pt x="6" y="256"/>
                </a:cubicBezTo>
                <a:cubicBezTo>
                  <a:pt x="10" y="236"/>
                  <a:pt x="16" y="216"/>
                  <a:pt x="24" y="196"/>
                </a:cubicBezTo>
                <a:cubicBezTo>
                  <a:pt x="32" y="177"/>
                  <a:pt x="42" y="159"/>
                  <a:pt x="54" y="142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9"/>
                  <a:pt x="124" y="66"/>
                  <a:pt x="141" y="54"/>
                </a:cubicBezTo>
                <a:cubicBezTo>
                  <a:pt x="159" y="42"/>
                  <a:pt x="177" y="33"/>
                  <a:pt x="196" y="25"/>
                </a:cubicBezTo>
                <a:cubicBezTo>
                  <a:pt x="215" y="17"/>
                  <a:pt x="235" y="11"/>
                  <a:pt x="256" y="7"/>
                </a:cubicBezTo>
                <a:cubicBezTo>
                  <a:pt x="276" y="3"/>
                  <a:pt x="297" y="0"/>
                  <a:pt x="318" y="0"/>
                </a:cubicBezTo>
                <a:lnTo>
                  <a:pt x="15135" y="0"/>
                </a:lnTo>
                <a:cubicBezTo>
                  <a:pt x="15156" y="0"/>
                  <a:pt x="15177" y="3"/>
                  <a:pt x="15197" y="7"/>
                </a:cubicBezTo>
                <a:cubicBezTo>
                  <a:pt x="15218" y="11"/>
                  <a:pt x="15238" y="17"/>
                  <a:pt x="15257" y="25"/>
                </a:cubicBezTo>
                <a:cubicBezTo>
                  <a:pt x="15276" y="33"/>
                  <a:pt x="15294" y="42"/>
                  <a:pt x="15312" y="54"/>
                </a:cubicBezTo>
                <a:cubicBezTo>
                  <a:pt x="15329" y="66"/>
                  <a:pt x="15345" y="79"/>
                  <a:pt x="15360" y="93"/>
                </a:cubicBezTo>
                <a:cubicBezTo>
                  <a:pt x="15375" y="108"/>
                  <a:pt x="15388" y="124"/>
                  <a:pt x="15399" y="142"/>
                </a:cubicBezTo>
                <a:cubicBezTo>
                  <a:pt x="15411" y="159"/>
                  <a:pt x="15421" y="177"/>
                  <a:pt x="15429" y="196"/>
                </a:cubicBezTo>
                <a:cubicBezTo>
                  <a:pt x="15437" y="216"/>
                  <a:pt x="15443" y="236"/>
                  <a:pt x="15447" y="256"/>
                </a:cubicBezTo>
                <a:cubicBezTo>
                  <a:pt x="15451" y="277"/>
                  <a:pt x="15453" y="297"/>
                  <a:pt x="15453" y="318"/>
                </a:cubicBezTo>
                <a:lnTo>
                  <a:pt x="15453" y="15136"/>
                </a:lnTo>
                <a:cubicBezTo>
                  <a:pt x="15453" y="15157"/>
                  <a:pt x="15451" y="15177"/>
                  <a:pt x="15447" y="15198"/>
                </a:cubicBezTo>
                <a:cubicBezTo>
                  <a:pt x="15443" y="15218"/>
                  <a:pt x="15437" y="15238"/>
                  <a:pt x="15429" y="15257"/>
                </a:cubicBezTo>
                <a:cubicBezTo>
                  <a:pt x="15421" y="15276"/>
                  <a:pt x="15411" y="15295"/>
                  <a:pt x="15399" y="15312"/>
                </a:cubicBezTo>
                <a:cubicBezTo>
                  <a:pt x="15388" y="15329"/>
                  <a:pt x="15375" y="15345"/>
                  <a:pt x="15360" y="15360"/>
                </a:cubicBezTo>
                <a:cubicBezTo>
                  <a:pt x="15345" y="15375"/>
                  <a:pt x="15329" y="15388"/>
                  <a:pt x="15312" y="15400"/>
                </a:cubicBezTo>
                <a:cubicBezTo>
                  <a:pt x="15294" y="15411"/>
                  <a:pt x="15276" y="15421"/>
                  <a:pt x="15257" y="15429"/>
                </a:cubicBezTo>
                <a:cubicBezTo>
                  <a:pt x="15238" y="15437"/>
                  <a:pt x="15218" y="15443"/>
                  <a:pt x="15197" y="15447"/>
                </a:cubicBezTo>
                <a:cubicBezTo>
                  <a:pt x="15177" y="15451"/>
                  <a:pt x="15156" y="15453"/>
                  <a:pt x="15135" y="15453"/>
                </a:cubicBezTo>
                <a:lnTo>
                  <a:pt x="318" y="15453"/>
                </a:lnTo>
                <a:cubicBezTo>
                  <a:pt x="297" y="15453"/>
                  <a:pt x="276" y="15451"/>
                  <a:pt x="256" y="15447"/>
                </a:cubicBezTo>
                <a:cubicBezTo>
                  <a:pt x="235" y="15443"/>
                  <a:pt x="215" y="15437"/>
                  <a:pt x="196" y="15429"/>
                </a:cubicBezTo>
                <a:cubicBezTo>
                  <a:pt x="177" y="15421"/>
                  <a:pt x="159" y="15411"/>
                  <a:pt x="141" y="15400"/>
                </a:cubicBezTo>
                <a:cubicBezTo>
                  <a:pt x="124" y="15388"/>
                  <a:pt x="108" y="15375"/>
                  <a:pt x="93" y="15360"/>
                </a:cubicBezTo>
                <a:cubicBezTo>
                  <a:pt x="78" y="15345"/>
                  <a:pt x="65" y="15329"/>
                  <a:pt x="54" y="15312"/>
                </a:cubicBezTo>
                <a:cubicBezTo>
                  <a:pt x="42" y="15295"/>
                  <a:pt x="32" y="15276"/>
                  <a:pt x="24" y="15257"/>
                </a:cubicBezTo>
                <a:cubicBezTo>
                  <a:pt x="16" y="15238"/>
                  <a:pt x="10" y="15218"/>
                  <a:pt x="6" y="15198"/>
                </a:cubicBezTo>
                <a:cubicBezTo>
                  <a:pt x="2" y="15177"/>
                  <a:pt x="0" y="15157"/>
                  <a:pt x="0" y="151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5" name="任意多边形 674"/>
          <p:cNvSpPr/>
          <p:nvPr/>
        </p:nvSpPr>
        <p:spPr>
          <a:xfrm>
            <a:off x="6482880" y="1180800"/>
            <a:ext cx="178920" cy="190080"/>
          </a:xfrm>
          <a:custGeom>
            <a:avLst/>
            <a:gdLst/>
            <a:ahLst/>
            <a:cxnLst/>
            <a:rect l="0" t="0" r="r" b="b"/>
            <a:pathLst>
              <a:path w="497" h="528">
                <a:moveTo>
                  <a:pt x="249" y="0"/>
                </a:moveTo>
                <a:cubicBezTo>
                  <a:pt x="254" y="0"/>
                  <a:pt x="258" y="1"/>
                  <a:pt x="263" y="3"/>
                </a:cubicBezTo>
                <a:lnTo>
                  <a:pt x="457" y="86"/>
                </a:lnTo>
                <a:cubicBezTo>
                  <a:pt x="480" y="96"/>
                  <a:pt x="497" y="118"/>
                  <a:pt x="497" y="146"/>
                </a:cubicBezTo>
                <a:cubicBezTo>
                  <a:pt x="496" y="249"/>
                  <a:pt x="454" y="436"/>
                  <a:pt x="276" y="521"/>
                </a:cubicBezTo>
                <a:cubicBezTo>
                  <a:pt x="259" y="530"/>
                  <a:pt x="239" y="530"/>
                  <a:pt x="221" y="521"/>
                </a:cubicBezTo>
                <a:cubicBezTo>
                  <a:pt x="42" y="436"/>
                  <a:pt x="0" y="249"/>
                  <a:pt x="0" y="146"/>
                </a:cubicBezTo>
                <a:cubicBezTo>
                  <a:pt x="0" y="118"/>
                  <a:pt x="17" y="96"/>
                  <a:pt x="39" y="86"/>
                </a:cubicBezTo>
                <a:lnTo>
                  <a:pt x="235" y="3"/>
                </a:lnTo>
                <a:cubicBezTo>
                  <a:pt x="239" y="1"/>
                  <a:pt x="244" y="0"/>
                  <a:pt x="249" y="0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6" name="文本框 675"/>
          <p:cNvSpPr txBox="1"/>
          <p:nvPr/>
        </p:nvSpPr>
        <p:spPr>
          <a:xfrm>
            <a:off x="1889640" y="5958720"/>
            <a:ext cx="285048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 符合要求 </a:t>
            </a:r>
            <a:r>
              <a:rPr lang="en-US" sz="120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- </a:t>
            </a:r>
            <a:r>
              <a:rPr lang="zh-CN" sz="120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测试结果良好，用户反馈积极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7" name="任意多边形 676"/>
          <p:cNvSpPr/>
          <p:nvPr/>
        </p:nvSpPr>
        <p:spPr>
          <a:xfrm>
            <a:off x="6476760" y="1599840"/>
            <a:ext cx="305280" cy="305280"/>
          </a:xfrm>
          <a:custGeom>
            <a:avLst/>
            <a:gdLst/>
            <a:ahLst/>
            <a:cxnLst/>
            <a:rect l="0" t="0" r="r" b="b"/>
            <a:pathLst>
              <a:path w="848" h="848">
                <a:moveTo>
                  <a:pt x="848" y="425"/>
                </a:moveTo>
                <a:cubicBezTo>
                  <a:pt x="848" y="453"/>
                  <a:pt x="845" y="480"/>
                  <a:pt x="840" y="507"/>
                </a:cubicBezTo>
                <a:cubicBezTo>
                  <a:pt x="834" y="535"/>
                  <a:pt x="826" y="561"/>
                  <a:pt x="816" y="587"/>
                </a:cubicBezTo>
                <a:cubicBezTo>
                  <a:pt x="805" y="613"/>
                  <a:pt x="792" y="637"/>
                  <a:pt x="776" y="660"/>
                </a:cubicBezTo>
                <a:cubicBezTo>
                  <a:pt x="761" y="683"/>
                  <a:pt x="743" y="705"/>
                  <a:pt x="724" y="724"/>
                </a:cubicBezTo>
                <a:cubicBezTo>
                  <a:pt x="704" y="744"/>
                  <a:pt x="683" y="761"/>
                  <a:pt x="660" y="777"/>
                </a:cubicBezTo>
                <a:cubicBezTo>
                  <a:pt x="637" y="792"/>
                  <a:pt x="612" y="805"/>
                  <a:pt x="586" y="816"/>
                </a:cubicBezTo>
                <a:cubicBezTo>
                  <a:pt x="561" y="827"/>
                  <a:pt x="534" y="835"/>
                  <a:pt x="507" y="840"/>
                </a:cubicBezTo>
                <a:cubicBezTo>
                  <a:pt x="480" y="845"/>
                  <a:pt x="452" y="848"/>
                  <a:pt x="424" y="848"/>
                </a:cubicBezTo>
                <a:cubicBezTo>
                  <a:pt x="397" y="848"/>
                  <a:pt x="369" y="845"/>
                  <a:pt x="342" y="840"/>
                </a:cubicBezTo>
                <a:cubicBezTo>
                  <a:pt x="315" y="835"/>
                  <a:pt x="288" y="827"/>
                  <a:pt x="262" y="816"/>
                </a:cubicBezTo>
                <a:cubicBezTo>
                  <a:pt x="237" y="805"/>
                  <a:pt x="212" y="792"/>
                  <a:pt x="188" y="777"/>
                </a:cubicBezTo>
                <a:cubicBezTo>
                  <a:pt x="165" y="761"/>
                  <a:pt x="144" y="744"/>
                  <a:pt x="124" y="724"/>
                </a:cubicBezTo>
                <a:cubicBezTo>
                  <a:pt x="105" y="705"/>
                  <a:pt x="87" y="683"/>
                  <a:pt x="72" y="660"/>
                </a:cubicBezTo>
                <a:cubicBezTo>
                  <a:pt x="56" y="637"/>
                  <a:pt x="43" y="613"/>
                  <a:pt x="32" y="587"/>
                </a:cubicBezTo>
                <a:cubicBezTo>
                  <a:pt x="22" y="561"/>
                  <a:pt x="14" y="535"/>
                  <a:pt x="8" y="507"/>
                </a:cubicBezTo>
                <a:cubicBezTo>
                  <a:pt x="3" y="480"/>
                  <a:pt x="0" y="453"/>
                  <a:pt x="0" y="425"/>
                </a:cubicBezTo>
                <a:cubicBezTo>
                  <a:pt x="0" y="397"/>
                  <a:pt x="3" y="370"/>
                  <a:pt x="8" y="342"/>
                </a:cubicBezTo>
                <a:cubicBezTo>
                  <a:pt x="14" y="315"/>
                  <a:pt x="22" y="289"/>
                  <a:pt x="32" y="263"/>
                </a:cubicBezTo>
                <a:cubicBezTo>
                  <a:pt x="43" y="237"/>
                  <a:pt x="56" y="213"/>
                  <a:pt x="72" y="189"/>
                </a:cubicBezTo>
                <a:cubicBezTo>
                  <a:pt x="87" y="166"/>
                  <a:pt x="105" y="144"/>
                  <a:pt x="124" y="124"/>
                </a:cubicBezTo>
                <a:cubicBezTo>
                  <a:pt x="144" y="105"/>
                  <a:pt x="165" y="87"/>
                  <a:pt x="188" y="72"/>
                </a:cubicBezTo>
                <a:cubicBezTo>
                  <a:pt x="212" y="56"/>
                  <a:pt x="237" y="43"/>
                  <a:pt x="262" y="33"/>
                </a:cubicBezTo>
                <a:cubicBezTo>
                  <a:pt x="288" y="22"/>
                  <a:pt x="315" y="14"/>
                  <a:pt x="342" y="9"/>
                </a:cubicBezTo>
                <a:cubicBezTo>
                  <a:pt x="369" y="3"/>
                  <a:pt x="397" y="0"/>
                  <a:pt x="424" y="0"/>
                </a:cubicBezTo>
                <a:cubicBezTo>
                  <a:pt x="452" y="0"/>
                  <a:pt x="480" y="3"/>
                  <a:pt x="507" y="9"/>
                </a:cubicBezTo>
                <a:cubicBezTo>
                  <a:pt x="534" y="14"/>
                  <a:pt x="561" y="22"/>
                  <a:pt x="586" y="33"/>
                </a:cubicBezTo>
                <a:cubicBezTo>
                  <a:pt x="612" y="43"/>
                  <a:pt x="637" y="56"/>
                  <a:pt x="660" y="72"/>
                </a:cubicBezTo>
                <a:cubicBezTo>
                  <a:pt x="683" y="87"/>
                  <a:pt x="704" y="105"/>
                  <a:pt x="724" y="124"/>
                </a:cubicBezTo>
                <a:cubicBezTo>
                  <a:pt x="743" y="144"/>
                  <a:pt x="761" y="166"/>
                  <a:pt x="776" y="189"/>
                </a:cubicBezTo>
                <a:cubicBezTo>
                  <a:pt x="792" y="213"/>
                  <a:pt x="805" y="237"/>
                  <a:pt x="816" y="263"/>
                </a:cubicBezTo>
                <a:cubicBezTo>
                  <a:pt x="826" y="289"/>
                  <a:pt x="834" y="315"/>
                  <a:pt x="840" y="342"/>
                </a:cubicBezTo>
                <a:cubicBezTo>
                  <a:pt x="845" y="370"/>
                  <a:pt x="848" y="397"/>
                  <a:pt x="848" y="425"/>
                </a:cubicBezTo>
                <a:close/>
              </a:path>
            </a:pathLst>
          </a:custGeom>
          <a:solidFill>
            <a:srgbClr val="E8F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8" name="任意多边形 677"/>
          <p:cNvSpPr/>
          <p:nvPr/>
        </p:nvSpPr>
        <p:spPr>
          <a:xfrm>
            <a:off x="6534000" y="1676160"/>
            <a:ext cx="191160" cy="153000"/>
          </a:xfrm>
          <a:custGeom>
            <a:avLst/>
            <a:gdLst/>
            <a:ahLst/>
            <a:cxnLst/>
            <a:rect l="0" t="0" r="r" b="b"/>
            <a:pathLst>
              <a:path w="531" h="425">
                <a:moveTo>
                  <a:pt x="326" y="1"/>
                </a:moveTo>
                <a:cubicBezTo>
                  <a:pt x="312" y="-3"/>
                  <a:pt x="297" y="5"/>
                  <a:pt x="293" y="19"/>
                </a:cubicBezTo>
                <a:lnTo>
                  <a:pt x="187" y="391"/>
                </a:lnTo>
                <a:cubicBezTo>
                  <a:pt x="183" y="405"/>
                  <a:pt x="191" y="419"/>
                  <a:pt x="205" y="424"/>
                </a:cubicBezTo>
                <a:cubicBezTo>
                  <a:pt x="219" y="428"/>
                  <a:pt x="234" y="419"/>
                  <a:pt x="238" y="405"/>
                </a:cubicBezTo>
                <a:lnTo>
                  <a:pt x="344" y="34"/>
                </a:lnTo>
                <a:cubicBezTo>
                  <a:pt x="348" y="20"/>
                  <a:pt x="340" y="5"/>
                  <a:pt x="326" y="1"/>
                </a:cubicBezTo>
                <a:moveTo>
                  <a:pt x="392" y="100"/>
                </a:moveTo>
                <a:cubicBezTo>
                  <a:pt x="382" y="111"/>
                  <a:pt x="382" y="128"/>
                  <a:pt x="392" y="138"/>
                </a:cubicBezTo>
                <a:lnTo>
                  <a:pt x="466" y="213"/>
                </a:lnTo>
                <a:lnTo>
                  <a:pt x="392" y="287"/>
                </a:lnTo>
                <a:cubicBezTo>
                  <a:pt x="382" y="297"/>
                  <a:pt x="382" y="314"/>
                  <a:pt x="392" y="324"/>
                </a:cubicBezTo>
                <a:cubicBezTo>
                  <a:pt x="403" y="335"/>
                  <a:pt x="419" y="335"/>
                  <a:pt x="430" y="324"/>
                </a:cubicBezTo>
                <a:lnTo>
                  <a:pt x="522" y="232"/>
                </a:lnTo>
                <a:cubicBezTo>
                  <a:pt x="533" y="221"/>
                  <a:pt x="533" y="203"/>
                  <a:pt x="522" y="193"/>
                </a:cubicBezTo>
                <a:lnTo>
                  <a:pt x="430" y="101"/>
                </a:lnTo>
                <a:cubicBezTo>
                  <a:pt x="419" y="90"/>
                  <a:pt x="403" y="90"/>
                  <a:pt x="392" y="101"/>
                </a:cubicBezTo>
                <a:lnTo>
                  <a:pt x="392" y="100"/>
                </a:lnTo>
                <a:moveTo>
                  <a:pt x="139" y="100"/>
                </a:moveTo>
                <a:cubicBezTo>
                  <a:pt x="128" y="90"/>
                  <a:pt x="112" y="90"/>
                  <a:pt x="100" y="100"/>
                </a:cubicBezTo>
                <a:lnTo>
                  <a:pt x="8" y="193"/>
                </a:lnTo>
                <a:cubicBezTo>
                  <a:pt x="-3" y="203"/>
                  <a:pt x="-3" y="221"/>
                  <a:pt x="8" y="232"/>
                </a:cubicBezTo>
                <a:lnTo>
                  <a:pt x="100" y="324"/>
                </a:lnTo>
                <a:cubicBezTo>
                  <a:pt x="112" y="334"/>
                  <a:pt x="128" y="334"/>
                  <a:pt x="139" y="324"/>
                </a:cubicBezTo>
                <a:cubicBezTo>
                  <a:pt x="149" y="314"/>
                  <a:pt x="149" y="297"/>
                  <a:pt x="139" y="287"/>
                </a:cubicBezTo>
                <a:lnTo>
                  <a:pt x="64" y="213"/>
                </a:lnTo>
                <a:lnTo>
                  <a:pt x="139" y="138"/>
                </a:lnTo>
                <a:cubicBezTo>
                  <a:pt x="149" y="128"/>
                  <a:pt x="149" y="111"/>
                  <a:pt x="139" y="100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9" name="文本框 678"/>
          <p:cNvSpPr txBox="1"/>
          <p:nvPr/>
        </p:nvSpPr>
        <p:spPr>
          <a:xfrm>
            <a:off x="6781680" y="1150200"/>
            <a:ext cx="1143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质量保障措施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0" name="文本框 679"/>
          <p:cNvSpPr txBox="1"/>
          <p:nvPr/>
        </p:nvSpPr>
        <p:spPr>
          <a:xfrm>
            <a:off x="6934320" y="1577160"/>
            <a:ext cx="9151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代码质量保障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1" name="任意多边形 680"/>
          <p:cNvSpPr/>
          <p:nvPr/>
        </p:nvSpPr>
        <p:spPr>
          <a:xfrm>
            <a:off x="6476760" y="2209680"/>
            <a:ext cx="305280" cy="304920"/>
          </a:xfrm>
          <a:custGeom>
            <a:avLst/>
            <a:gdLst/>
            <a:ahLst/>
            <a:cxnLst/>
            <a:rect l="0" t="0" r="r" b="b"/>
            <a:pathLst>
              <a:path w="848" h="847">
                <a:moveTo>
                  <a:pt x="848" y="424"/>
                </a:moveTo>
                <a:cubicBezTo>
                  <a:pt x="848" y="452"/>
                  <a:pt x="845" y="479"/>
                  <a:pt x="840" y="507"/>
                </a:cubicBezTo>
                <a:cubicBezTo>
                  <a:pt x="834" y="534"/>
                  <a:pt x="826" y="560"/>
                  <a:pt x="816" y="586"/>
                </a:cubicBezTo>
                <a:cubicBezTo>
                  <a:pt x="805" y="612"/>
                  <a:pt x="792" y="636"/>
                  <a:pt x="776" y="659"/>
                </a:cubicBezTo>
                <a:cubicBezTo>
                  <a:pt x="761" y="682"/>
                  <a:pt x="743" y="704"/>
                  <a:pt x="724" y="724"/>
                </a:cubicBezTo>
                <a:cubicBezTo>
                  <a:pt x="704" y="743"/>
                  <a:pt x="683" y="761"/>
                  <a:pt x="660" y="776"/>
                </a:cubicBezTo>
                <a:cubicBezTo>
                  <a:pt x="637" y="792"/>
                  <a:pt x="612" y="805"/>
                  <a:pt x="586" y="815"/>
                </a:cubicBezTo>
                <a:cubicBezTo>
                  <a:pt x="561" y="826"/>
                  <a:pt x="534" y="834"/>
                  <a:pt x="507" y="839"/>
                </a:cubicBezTo>
                <a:cubicBezTo>
                  <a:pt x="480" y="845"/>
                  <a:pt x="452" y="847"/>
                  <a:pt x="424" y="847"/>
                </a:cubicBezTo>
                <a:cubicBezTo>
                  <a:pt x="397" y="847"/>
                  <a:pt x="369" y="845"/>
                  <a:pt x="342" y="839"/>
                </a:cubicBezTo>
                <a:cubicBezTo>
                  <a:pt x="315" y="834"/>
                  <a:pt x="288" y="826"/>
                  <a:pt x="262" y="815"/>
                </a:cubicBezTo>
                <a:cubicBezTo>
                  <a:pt x="237" y="805"/>
                  <a:pt x="212" y="792"/>
                  <a:pt x="188" y="776"/>
                </a:cubicBezTo>
                <a:cubicBezTo>
                  <a:pt x="165" y="761"/>
                  <a:pt x="144" y="743"/>
                  <a:pt x="124" y="724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2" y="586"/>
                </a:cubicBezTo>
                <a:cubicBezTo>
                  <a:pt x="22" y="560"/>
                  <a:pt x="14" y="534"/>
                  <a:pt x="8" y="507"/>
                </a:cubicBezTo>
                <a:cubicBezTo>
                  <a:pt x="3" y="479"/>
                  <a:pt x="0" y="452"/>
                  <a:pt x="0" y="424"/>
                </a:cubicBezTo>
                <a:cubicBezTo>
                  <a:pt x="0" y="396"/>
                  <a:pt x="3" y="369"/>
                  <a:pt x="8" y="342"/>
                </a:cubicBezTo>
                <a:cubicBezTo>
                  <a:pt x="14" y="314"/>
                  <a:pt x="22" y="288"/>
                  <a:pt x="32" y="262"/>
                </a:cubicBezTo>
                <a:cubicBezTo>
                  <a:pt x="43" y="236"/>
                  <a:pt x="56" y="212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5" y="87"/>
                  <a:pt x="188" y="71"/>
                </a:cubicBezTo>
                <a:cubicBezTo>
                  <a:pt x="212" y="56"/>
                  <a:pt x="237" y="43"/>
                  <a:pt x="262" y="32"/>
                </a:cubicBezTo>
                <a:cubicBezTo>
                  <a:pt x="288" y="21"/>
                  <a:pt x="315" y="13"/>
                  <a:pt x="342" y="8"/>
                </a:cubicBezTo>
                <a:cubicBezTo>
                  <a:pt x="369" y="3"/>
                  <a:pt x="397" y="0"/>
                  <a:pt x="424" y="0"/>
                </a:cubicBezTo>
                <a:cubicBezTo>
                  <a:pt x="452" y="0"/>
                  <a:pt x="480" y="3"/>
                  <a:pt x="507" y="8"/>
                </a:cubicBezTo>
                <a:cubicBezTo>
                  <a:pt x="534" y="13"/>
                  <a:pt x="561" y="21"/>
                  <a:pt x="586" y="32"/>
                </a:cubicBezTo>
                <a:cubicBezTo>
                  <a:pt x="612" y="43"/>
                  <a:pt x="637" y="56"/>
                  <a:pt x="660" y="71"/>
                </a:cubicBezTo>
                <a:cubicBezTo>
                  <a:pt x="683" y="87"/>
                  <a:pt x="704" y="104"/>
                  <a:pt x="724" y="124"/>
                </a:cubicBezTo>
                <a:cubicBezTo>
                  <a:pt x="743" y="143"/>
                  <a:pt x="761" y="165"/>
                  <a:pt x="776" y="188"/>
                </a:cubicBezTo>
                <a:cubicBezTo>
                  <a:pt x="792" y="212"/>
                  <a:pt x="805" y="236"/>
                  <a:pt x="816" y="262"/>
                </a:cubicBezTo>
                <a:cubicBezTo>
                  <a:pt x="826" y="288"/>
                  <a:pt x="834" y="314"/>
                  <a:pt x="840" y="342"/>
                </a:cubicBezTo>
                <a:cubicBezTo>
                  <a:pt x="845" y="369"/>
                  <a:pt x="848" y="396"/>
                  <a:pt x="848" y="424"/>
                </a:cubicBezTo>
                <a:close/>
              </a:path>
            </a:pathLst>
          </a:custGeom>
          <a:solidFill>
            <a:srgbClr val="E8F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2" name="任意多边形 681"/>
          <p:cNvSpPr/>
          <p:nvPr/>
        </p:nvSpPr>
        <p:spPr>
          <a:xfrm>
            <a:off x="6555600" y="2288520"/>
            <a:ext cx="147600" cy="147600"/>
          </a:xfrm>
          <a:custGeom>
            <a:avLst/>
            <a:gdLst/>
            <a:ahLst/>
            <a:cxnLst/>
            <a:rect l="0" t="0" r="r" b="b"/>
            <a:pathLst>
              <a:path w="410" h="410">
                <a:moveTo>
                  <a:pt x="122" y="363"/>
                </a:moveTo>
                <a:lnTo>
                  <a:pt x="112" y="387"/>
                </a:lnTo>
                <a:cubicBezTo>
                  <a:pt x="96" y="379"/>
                  <a:pt x="82" y="370"/>
                  <a:pt x="69" y="358"/>
                </a:cubicBezTo>
                <a:lnTo>
                  <a:pt x="88" y="339"/>
                </a:lnTo>
                <a:cubicBezTo>
                  <a:pt x="98" y="348"/>
                  <a:pt x="110" y="356"/>
                  <a:pt x="122" y="363"/>
                </a:cubicBezTo>
                <a:moveTo>
                  <a:pt x="26" y="217"/>
                </a:moveTo>
                <a:lnTo>
                  <a:pt x="0" y="217"/>
                </a:lnTo>
                <a:cubicBezTo>
                  <a:pt x="1" y="235"/>
                  <a:pt x="4" y="252"/>
                  <a:pt x="10" y="268"/>
                </a:cubicBezTo>
                <a:lnTo>
                  <a:pt x="34" y="258"/>
                </a:lnTo>
                <a:cubicBezTo>
                  <a:pt x="30" y="245"/>
                  <a:pt x="27" y="231"/>
                  <a:pt x="26" y="217"/>
                </a:cubicBezTo>
                <a:moveTo>
                  <a:pt x="26" y="191"/>
                </a:moveTo>
                <a:cubicBezTo>
                  <a:pt x="28" y="175"/>
                  <a:pt x="31" y="160"/>
                  <a:pt x="36" y="146"/>
                </a:cubicBezTo>
                <a:lnTo>
                  <a:pt x="11" y="136"/>
                </a:lnTo>
                <a:cubicBezTo>
                  <a:pt x="5" y="153"/>
                  <a:pt x="1" y="172"/>
                  <a:pt x="0" y="191"/>
                </a:cubicBezTo>
                <a:lnTo>
                  <a:pt x="26" y="191"/>
                </a:lnTo>
                <a:moveTo>
                  <a:pt x="46" y="122"/>
                </a:moveTo>
                <a:cubicBezTo>
                  <a:pt x="52" y="110"/>
                  <a:pt x="60" y="98"/>
                  <a:pt x="69" y="88"/>
                </a:cubicBezTo>
                <a:lnTo>
                  <a:pt x="50" y="69"/>
                </a:lnTo>
                <a:cubicBezTo>
                  <a:pt x="39" y="82"/>
                  <a:pt x="29" y="96"/>
                  <a:pt x="22" y="111"/>
                </a:cubicBezTo>
                <a:lnTo>
                  <a:pt x="46" y="122"/>
                </a:lnTo>
                <a:moveTo>
                  <a:pt x="321" y="339"/>
                </a:moveTo>
                <a:cubicBezTo>
                  <a:pt x="310" y="349"/>
                  <a:pt x="297" y="358"/>
                  <a:pt x="283" y="365"/>
                </a:cubicBezTo>
                <a:lnTo>
                  <a:pt x="293" y="389"/>
                </a:lnTo>
                <a:cubicBezTo>
                  <a:pt x="310" y="381"/>
                  <a:pt x="326" y="371"/>
                  <a:pt x="340" y="358"/>
                </a:cubicBezTo>
                <a:lnTo>
                  <a:pt x="321" y="339"/>
                </a:lnTo>
                <a:moveTo>
                  <a:pt x="88" y="69"/>
                </a:moveTo>
                <a:cubicBezTo>
                  <a:pt x="99" y="59"/>
                  <a:pt x="112" y="50"/>
                  <a:pt x="126" y="44"/>
                </a:cubicBezTo>
                <a:lnTo>
                  <a:pt x="116" y="19"/>
                </a:lnTo>
                <a:cubicBezTo>
                  <a:pt x="99" y="27"/>
                  <a:pt x="83" y="38"/>
                  <a:pt x="69" y="50"/>
                </a:cubicBezTo>
                <a:lnTo>
                  <a:pt x="88" y="69"/>
                </a:lnTo>
                <a:moveTo>
                  <a:pt x="363" y="286"/>
                </a:moveTo>
                <a:cubicBezTo>
                  <a:pt x="357" y="299"/>
                  <a:pt x="349" y="310"/>
                  <a:pt x="340" y="321"/>
                </a:cubicBezTo>
                <a:lnTo>
                  <a:pt x="359" y="340"/>
                </a:lnTo>
                <a:cubicBezTo>
                  <a:pt x="370" y="327"/>
                  <a:pt x="380" y="312"/>
                  <a:pt x="387" y="297"/>
                </a:cubicBezTo>
                <a:lnTo>
                  <a:pt x="363" y="286"/>
                </a:lnTo>
                <a:moveTo>
                  <a:pt x="383" y="217"/>
                </a:moveTo>
                <a:cubicBezTo>
                  <a:pt x="381" y="233"/>
                  <a:pt x="378" y="248"/>
                  <a:pt x="373" y="262"/>
                </a:cubicBezTo>
                <a:lnTo>
                  <a:pt x="398" y="273"/>
                </a:lnTo>
                <a:cubicBezTo>
                  <a:pt x="405" y="255"/>
                  <a:pt x="409" y="237"/>
                  <a:pt x="410" y="217"/>
                </a:cubicBezTo>
                <a:lnTo>
                  <a:pt x="383" y="217"/>
                </a:lnTo>
                <a:moveTo>
                  <a:pt x="258" y="374"/>
                </a:moveTo>
                <a:cubicBezTo>
                  <a:pt x="245" y="379"/>
                  <a:pt x="232" y="381"/>
                  <a:pt x="218" y="382"/>
                </a:cubicBezTo>
                <a:lnTo>
                  <a:pt x="218" y="410"/>
                </a:lnTo>
                <a:cubicBezTo>
                  <a:pt x="235" y="409"/>
                  <a:pt x="252" y="405"/>
                  <a:pt x="268" y="400"/>
                </a:cubicBezTo>
                <a:lnTo>
                  <a:pt x="258" y="374"/>
                </a:lnTo>
                <a:moveTo>
                  <a:pt x="191" y="382"/>
                </a:moveTo>
                <a:cubicBezTo>
                  <a:pt x="176" y="381"/>
                  <a:pt x="161" y="378"/>
                  <a:pt x="147" y="373"/>
                </a:cubicBezTo>
                <a:lnTo>
                  <a:pt x="136" y="398"/>
                </a:lnTo>
                <a:cubicBezTo>
                  <a:pt x="154" y="405"/>
                  <a:pt x="172" y="409"/>
                  <a:pt x="191" y="410"/>
                </a:cubicBezTo>
                <a:lnTo>
                  <a:pt x="191" y="382"/>
                </a:lnTo>
                <a:moveTo>
                  <a:pt x="375" y="150"/>
                </a:moveTo>
                <a:cubicBezTo>
                  <a:pt x="379" y="163"/>
                  <a:pt x="382" y="177"/>
                  <a:pt x="383" y="191"/>
                </a:cubicBezTo>
                <a:lnTo>
                  <a:pt x="410" y="191"/>
                </a:lnTo>
                <a:cubicBezTo>
                  <a:pt x="409" y="173"/>
                  <a:pt x="406" y="156"/>
                  <a:pt x="399" y="140"/>
                </a:cubicBezTo>
                <a:lnTo>
                  <a:pt x="375" y="150"/>
                </a:lnTo>
                <a:moveTo>
                  <a:pt x="69" y="321"/>
                </a:moveTo>
                <a:cubicBezTo>
                  <a:pt x="59" y="309"/>
                  <a:pt x="51" y="296"/>
                  <a:pt x="44" y="283"/>
                </a:cubicBezTo>
                <a:lnTo>
                  <a:pt x="19" y="292"/>
                </a:lnTo>
                <a:cubicBezTo>
                  <a:pt x="28" y="310"/>
                  <a:pt x="38" y="325"/>
                  <a:pt x="51" y="340"/>
                </a:cubicBezTo>
                <a:lnTo>
                  <a:pt x="69" y="321"/>
                </a:lnTo>
                <a:moveTo>
                  <a:pt x="218" y="26"/>
                </a:moveTo>
                <a:cubicBezTo>
                  <a:pt x="233" y="27"/>
                  <a:pt x="248" y="30"/>
                  <a:pt x="262" y="35"/>
                </a:cubicBezTo>
                <a:lnTo>
                  <a:pt x="273" y="11"/>
                </a:lnTo>
                <a:cubicBezTo>
                  <a:pt x="256" y="5"/>
                  <a:pt x="237" y="1"/>
                  <a:pt x="218" y="0"/>
                </a:cubicBezTo>
                <a:lnTo>
                  <a:pt x="218" y="26"/>
                </a:lnTo>
                <a:moveTo>
                  <a:pt x="151" y="34"/>
                </a:moveTo>
                <a:cubicBezTo>
                  <a:pt x="164" y="30"/>
                  <a:pt x="177" y="27"/>
                  <a:pt x="191" y="26"/>
                </a:cubicBezTo>
                <a:lnTo>
                  <a:pt x="191" y="0"/>
                </a:lnTo>
                <a:cubicBezTo>
                  <a:pt x="174" y="1"/>
                  <a:pt x="157" y="4"/>
                  <a:pt x="141" y="9"/>
                </a:cubicBezTo>
                <a:lnTo>
                  <a:pt x="151" y="34"/>
                </a:lnTo>
                <a:moveTo>
                  <a:pt x="359" y="69"/>
                </a:moveTo>
                <a:lnTo>
                  <a:pt x="340" y="88"/>
                </a:lnTo>
                <a:cubicBezTo>
                  <a:pt x="350" y="99"/>
                  <a:pt x="358" y="112"/>
                  <a:pt x="365" y="126"/>
                </a:cubicBezTo>
                <a:lnTo>
                  <a:pt x="390" y="116"/>
                </a:lnTo>
                <a:cubicBezTo>
                  <a:pt x="381" y="99"/>
                  <a:pt x="371" y="83"/>
                  <a:pt x="359" y="69"/>
                </a:cubicBezTo>
                <a:moveTo>
                  <a:pt x="321" y="69"/>
                </a:moveTo>
                <a:lnTo>
                  <a:pt x="340" y="50"/>
                </a:lnTo>
                <a:cubicBezTo>
                  <a:pt x="327" y="39"/>
                  <a:pt x="313" y="29"/>
                  <a:pt x="297" y="21"/>
                </a:cubicBezTo>
                <a:lnTo>
                  <a:pt x="287" y="46"/>
                </a:lnTo>
                <a:cubicBezTo>
                  <a:pt x="299" y="52"/>
                  <a:pt x="311" y="60"/>
                  <a:pt x="321" y="69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3" name="任意多边形 682"/>
          <p:cNvSpPr/>
          <p:nvPr/>
        </p:nvSpPr>
        <p:spPr>
          <a:xfrm>
            <a:off x="6620760" y="2385720"/>
            <a:ext cx="17280" cy="17280"/>
          </a:xfrm>
          <a:custGeom>
            <a:avLst/>
            <a:gdLst/>
            <a:ahLst/>
            <a:cxnLst/>
            <a:rect l="0" t="0" r="r" b="b"/>
            <a:pathLst>
              <a:path w="48" h="48">
                <a:moveTo>
                  <a:pt x="48" y="24"/>
                </a:moveTo>
                <a:cubicBezTo>
                  <a:pt x="48" y="31"/>
                  <a:pt x="45" y="36"/>
                  <a:pt x="41" y="41"/>
                </a:cubicBezTo>
                <a:cubicBezTo>
                  <a:pt x="36" y="45"/>
                  <a:pt x="30" y="48"/>
                  <a:pt x="23" y="48"/>
                </a:cubicBezTo>
                <a:cubicBezTo>
                  <a:pt x="17" y="48"/>
                  <a:pt x="12" y="45"/>
                  <a:pt x="7" y="41"/>
                </a:cubicBezTo>
                <a:cubicBezTo>
                  <a:pt x="3" y="36"/>
                  <a:pt x="0" y="31"/>
                  <a:pt x="0" y="24"/>
                </a:cubicBezTo>
                <a:cubicBezTo>
                  <a:pt x="0" y="17"/>
                  <a:pt x="3" y="12"/>
                  <a:pt x="7" y="7"/>
                </a:cubicBezTo>
                <a:cubicBezTo>
                  <a:pt x="12" y="3"/>
                  <a:pt x="17" y="0"/>
                  <a:pt x="23" y="0"/>
                </a:cubicBezTo>
                <a:cubicBezTo>
                  <a:pt x="30" y="0"/>
                  <a:pt x="36" y="3"/>
                  <a:pt x="41" y="7"/>
                </a:cubicBezTo>
                <a:cubicBezTo>
                  <a:pt x="45" y="12"/>
                  <a:pt x="48" y="17"/>
                  <a:pt x="48" y="24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4" name="任意多边形 683"/>
          <p:cNvSpPr/>
          <p:nvPr/>
        </p:nvSpPr>
        <p:spPr>
          <a:xfrm>
            <a:off x="6622200" y="2322000"/>
            <a:ext cx="14400" cy="57600"/>
          </a:xfrm>
          <a:custGeom>
            <a:avLst/>
            <a:gdLst/>
            <a:ahLst/>
            <a:cxnLst/>
            <a:rect l="0" t="0" r="r" b="b"/>
            <a:pathLst>
              <a:path w="40" h="160">
                <a:moveTo>
                  <a:pt x="0" y="11"/>
                </a:moveTo>
                <a:lnTo>
                  <a:pt x="6" y="151"/>
                </a:lnTo>
                <a:cubicBezTo>
                  <a:pt x="6" y="156"/>
                  <a:pt x="10" y="160"/>
                  <a:pt x="17" y="160"/>
                </a:cubicBezTo>
                <a:lnTo>
                  <a:pt x="24" y="160"/>
                </a:lnTo>
                <a:cubicBezTo>
                  <a:pt x="30" y="160"/>
                  <a:pt x="34" y="156"/>
                  <a:pt x="34" y="151"/>
                </a:cubicBezTo>
                <a:lnTo>
                  <a:pt x="40" y="11"/>
                </a:lnTo>
                <a:cubicBezTo>
                  <a:pt x="40" y="5"/>
                  <a:pt x="36" y="0"/>
                  <a:pt x="30" y="0"/>
                </a:cubicBezTo>
                <a:lnTo>
                  <a:pt x="10" y="0"/>
                </a:lnTo>
                <a:cubicBezTo>
                  <a:pt x="4" y="0"/>
                  <a:pt x="0" y="5"/>
                  <a:pt x="0" y="11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5" name="文本框 684"/>
          <p:cNvSpPr txBox="1"/>
          <p:nvPr/>
        </p:nvSpPr>
        <p:spPr>
          <a:xfrm>
            <a:off x="6934320" y="1833840"/>
            <a:ext cx="2400300" cy="16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制定代码规范，实施代码走查与审查，。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6" name="文本框 685"/>
          <p:cNvSpPr txBox="1"/>
          <p:nvPr/>
        </p:nvSpPr>
        <p:spPr>
          <a:xfrm>
            <a:off x="6934320" y="2187000"/>
            <a:ext cx="9151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文档质量保障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7" name="任意多边形 686"/>
          <p:cNvSpPr/>
          <p:nvPr/>
        </p:nvSpPr>
        <p:spPr>
          <a:xfrm>
            <a:off x="6476760" y="2819160"/>
            <a:ext cx="305280" cy="305280"/>
          </a:xfrm>
          <a:custGeom>
            <a:avLst/>
            <a:gdLst/>
            <a:ahLst/>
            <a:cxnLst/>
            <a:rect l="0" t="0" r="r" b="b"/>
            <a:pathLst>
              <a:path w="848" h="848">
                <a:moveTo>
                  <a:pt x="848" y="424"/>
                </a:moveTo>
                <a:cubicBezTo>
                  <a:pt x="848" y="452"/>
                  <a:pt x="845" y="480"/>
                  <a:pt x="840" y="507"/>
                </a:cubicBezTo>
                <a:cubicBezTo>
                  <a:pt x="834" y="534"/>
                  <a:pt x="826" y="561"/>
                  <a:pt x="816" y="587"/>
                </a:cubicBezTo>
                <a:cubicBezTo>
                  <a:pt x="805" y="612"/>
                  <a:pt x="792" y="637"/>
                  <a:pt x="776" y="660"/>
                </a:cubicBezTo>
                <a:cubicBezTo>
                  <a:pt x="761" y="683"/>
                  <a:pt x="743" y="704"/>
                  <a:pt x="724" y="724"/>
                </a:cubicBezTo>
                <a:cubicBezTo>
                  <a:pt x="704" y="743"/>
                  <a:pt x="683" y="761"/>
                  <a:pt x="660" y="776"/>
                </a:cubicBezTo>
                <a:cubicBezTo>
                  <a:pt x="637" y="792"/>
                  <a:pt x="612" y="805"/>
                  <a:pt x="586" y="816"/>
                </a:cubicBezTo>
                <a:cubicBezTo>
                  <a:pt x="561" y="826"/>
                  <a:pt x="534" y="834"/>
                  <a:pt x="507" y="840"/>
                </a:cubicBezTo>
                <a:cubicBezTo>
                  <a:pt x="480" y="845"/>
                  <a:pt x="452" y="848"/>
                  <a:pt x="424" y="848"/>
                </a:cubicBezTo>
                <a:cubicBezTo>
                  <a:pt x="397" y="848"/>
                  <a:pt x="369" y="845"/>
                  <a:pt x="342" y="840"/>
                </a:cubicBezTo>
                <a:cubicBezTo>
                  <a:pt x="315" y="834"/>
                  <a:pt x="288" y="826"/>
                  <a:pt x="262" y="816"/>
                </a:cubicBezTo>
                <a:cubicBezTo>
                  <a:pt x="237" y="805"/>
                  <a:pt x="212" y="792"/>
                  <a:pt x="188" y="776"/>
                </a:cubicBezTo>
                <a:cubicBezTo>
                  <a:pt x="165" y="761"/>
                  <a:pt x="144" y="743"/>
                  <a:pt x="124" y="724"/>
                </a:cubicBezTo>
                <a:cubicBezTo>
                  <a:pt x="105" y="704"/>
                  <a:pt x="87" y="683"/>
                  <a:pt x="72" y="660"/>
                </a:cubicBezTo>
                <a:cubicBezTo>
                  <a:pt x="56" y="637"/>
                  <a:pt x="43" y="612"/>
                  <a:pt x="32" y="587"/>
                </a:cubicBezTo>
                <a:cubicBezTo>
                  <a:pt x="22" y="561"/>
                  <a:pt x="14" y="534"/>
                  <a:pt x="8" y="507"/>
                </a:cubicBezTo>
                <a:cubicBezTo>
                  <a:pt x="3" y="480"/>
                  <a:pt x="0" y="452"/>
                  <a:pt x="0" y="424"/>
                </a:cubicBezTo>
                <a:cubicBezTo>
                  <a:pt x="0" y="397"/>
                  <a:pt x="3" y="369"/>
                  <a:pt x="8" y="342"/>
                </a:cubicBezTo>
                <a:cubicBezTo>
                  <a:pt x="14" y="315"/>
                  <a:pt x="22" y="288"/>
                  <a:pt x="32" y="262"/>
                </a:cubicBezTo>
                <a:cubicBezTo>
                  <a:pt x="43" y="237"/>
                  <a:pt x="56" y="212"/>
                  <a:pt x="72" y="188"/>
                </a:cubicBezTo>
                <a:cubicBezTo>
                  <a:pt x="87" y="165"/>
                  <a:pt x="105" y="144"/>
                  <a:pt x="124" y="124"/>
                </a:cubicBezTo>
                <a:cubicBezTo>
                  <a:pt x="144" y="105"/>
                  <a:pt x="165" y="87"/>
                  <a:pt x="188" y="72"/>
                </a:cubicBezTo>
                <a:cubicBezTo>
                  <a:pt x="212" y="56"/>
                  <a:pt x="237" y="43"/>
                  <a:pt x="262" y="32"/>
                </a:cubicBezTo>
                <a:cubicBezTo>
                  <a:pt x="288" y="22"/>
                  <a:pt x="315" y="14"/>
                  <a:pt x="342" y="8"/>
                </a:cubicBezTo>
                <a:cubicBezTo>
                  <a:pt x="369" y="3"/>
                  <a:pt x="397" y="0"/>
                  <a:pt x="424" y="0"/>
                </a:cubicBezTo>
                <a:cubicBezTo>
                  <a:pt x="452" y="0"/>
                  <a:pt x="480" y="3"/>
                  <a:pt x="507" y="8"/>
                </a:cubicBezTo>
                <a:cubicBezTo>
                  <a:pt x="534" y="14"/>
                  <a:pt x="561" y="22"/>
                  <a:pt x="586" y="32"/>
                </a:cubicBezTo>
                <a:cubicBezTo>
                  <a:pt x="612" y="43"/>
                  <a:pt x="637" y="56"/>
                  <a:pt x="660" y="72"/>
                </a:cubicBezTo>
                <a:cubicBezTo>
                  <a:pt x="683" y="87"/>
                  <a:pt x="704" y="105"/>
                  <a:pt x="724" y="124"/>
                </a:cubicBezTo>
                <a:cubicBezTo>
                  <a:pt x="743" y="144"/>
                  <a:pt x="761" y="165"/>
                  <a:pt x="776" y="188"/>
                </a:cubicBezTo>
                <a:cubicBezTo>
                  <a:pt x="792" y="212"/>
                  <a:pt x="805" y="237"/>
                  <a:pt x="816" y="262"/>
                </a:cubicBezTo>
                <a:cubicBezTo>
                  <a:pt x="826" y="288"/>
                  <a:pt x="834" y="315"/>
                  <a:pt x="840" y="342"/>
                </a:cubicBezTo>
                <a:cubicBezTo>
                  <a:pt x="845" y="369"/>
                  <a:pt x="848" y="397"/>
                  <a:pt x="848" y="424"/>
                </a:cubicBezTo>
                <a:close/>
              </a:path>
            </a:pathLst>
          </a:custGeom>
          <a:solidFill>
            <a:srgbClr val="E8F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8" name="任意多边形 687"/>
          <p:cNvSpPr/>
          <p:nvPr/>
        </p:nvSpPr>
        <p:spPr>
          <a:xfrm>
            <a:off x="6535080" y="2897640"/>
            <a:ext cx="187200" cy="149400"/>
          </a:xfrm>
          <a:custGeom>
            <a:avLst/>
            <a:gdLst/>
            <a:ahLst/>
            <a:cxnLst/>
            <a:rect l="0" t="0" r="r" b="b"/>
            <a:pathLst>
              <a:path w="520" h="415">
                <a:moveTo>
                  <a:pt x="252" y="107"/>
                </a:moveTo>
                <a:cubicBezTo>
                  <a:pt x="258" y="101"/>
                  <a:pt x="260" y="93"/>
                  <a:pt x="257" y="86"/>
                </a:cubicBezTo>
                <a:cubicBezTo>
                  <a:pt x="255" y="82"/>
                  <a:pt x="253" y="77"/>
                  <a:pt x="251" y="73"/>
                </a:cubicBezTo>
                <a:lnTo>
                  <a:pt x="248" y="69"/>
                </a:lnTo>
                <a:cubicBezTo>
                  <a:pt x="246" y="65"/>
                  <a:pt x="243" y="61"/>
                  <a:pt x="240" y="57"/>
                </a:cubicBezTo>
                <a:cubicBezTo>
                  <a:pt x="235" y="50"/>
                  <a:pt x="227" y="48"/>
                  <a:pt x="220" y="51"/>
                </a:cubicBezTo>
                <a:lnTo>
                  <a:pt x="196" y="58"/>
                </a:lnTo>
                <a:cubicBezTo>
                  <a:pt x="188" y="51"/>
                  <a:pt x="177" y="45"/>
                  <a:pt x="166" y="41"/>
                </a:cubicBezTo>
                <a:lnTo>
                  <a:pt x="161" y="17"/>
                </a:lnTo>
                <a:cubicBezTo>
                  <a:pt x="160" y="10"/>
                  <a:pt x="154" y="2"/>
                  <a:pt x="146" y="2"/>
                </a:cubicBezTo>
                <a:cubicBezTo>
                  <a:pt x="141" y="1"/>
                  <a:pt x="135" y="0"/>
                  <a:pt x="130" y="0"/>
                </a:cubicBezTo>
                <a:lnTo>
                  <a:pt x="129" y="0"/>
                </a:lnTo>
                <a:cubicBezTo>
                  <a:pt x="123" y="0"/>
                  <a:pt x="118" y="1"/>
                  <a:pt x="112" y="1"/>
                </a:cubicBezTo>
                <a:cubicBezTo>
                  <a:pt x="105" y="2"/>
                  <a:pt x="99" y="10"/>
                  <a:pt x="97" y="17"/>
                </a:cubicBezTo>
                <a:lnTo>
                  <a:pt x="92" y="41"/>
                </a:lnTo>
                <a:cubicBezTo>
                  <a:pt x="81" y="45"/>
                  <a:pt x="71" y="51"/>
                  <a:pt x="62" y="58"/>
                </a:cubicBezTo>
                <a:lnTo>
                  <a:pt x="39" y="51"/>
                </a:lnTo>
                <a:cubicBezTo>
                  <a:pt x="31" y="48"/>
                  <a:pt x="23" y="50"/>
                  <a:pt x="18" y="57"/>
                </a:cubicBezTo>
                <a:cubicBezTo>
                  <a:pt x="15" y="61"/>
                  <a:pt x="13" y="65"/>
                  <a:pt x="10" y="69"/>
                </a:cubicBezTo>
                <a:lnTo>
                  <a:pt x="8" y="73"/>
                </a:lnTo>
                <a:cubicBezTo>
                  <a:pt x="5" y="77"/>
                  <a:pt x="3" y="82"/>
                  <a:pt x="1" y="86"/>
                </a:cubicBezTo>
                <a:cubicBezTo>
                  <a:pt x="-2" y="93"/>
                  <a:pt x="1" y="101"/>
                  <a:pt x="6" y="107"/>
                </a:cubicBezTo>
                <a:lnTo>
                  <a:pt x="25" y="123"/>
                </a:lnTo>
                <a:cubicBezTo>
                  <a:pt x="24" y="129"/>
                  <a:pt x="23" y="134"/>
                  <a:pt x="23" y="140"/>
                </a:cubicBezTo>
                <a:cubicBezTo>
                  <a:pt x="23" y="146"/>
                  <a:pt x="24" y="152"/>
                  <a:pt x="25" y="158"/>
                </a:cubicBezTo>
                <a:lnTo>
                  <a:pt x="6" y="174"/>
                </a:lnTo>
                <a:cubicBezTo>
                  <a:pt x="1" y="179"/>
                  <a:pt x="-2" y="187"/>
                  <a:pt x="1" y="195"/>
                </a:cubicBezTo>
                <a:cubicBezTo>
                  <a:pt x="3" y="199"/>
                  <a:pt x="5" y="203"/>
                  <a:pt x="8" y="208"/>
                </a:cubicBezTo>
                <a:lnTo>
                  <a:pt x="10" y="212"/>
                </a:lnTo>
                <a:cubicBezTo>
                  <a:pt x="13" y="216"/>
                  <a:pt x="15" y="220"/>
                  <a:pt x="18" y="224"/>
                </a:cubicBezTo>
                <a:cubicBezTo>
                  <a:pt x="23" y="230"/>
                  <a:pt x="31" y="232"/>
                  <a:pt x="39" y="230"/>
                </a:cubicBezTo>
                <a:lnTo>
                  <a:pt x="62" y="222"/>
                </a:lnTo>
                <a:cubicBezTo>
                  <a:pt x="71" y="229"/>
                  <a:pt x="81" y="235"/>
                  <a:pt x="92" y="239"/>
                </a:cubicBezTo>
                <a:lnTo>
                  <a:pt x="97" y="263"/>
                </a:lnTo>
                <a:cubicBezTo>
                  <a:pt x="99" y="271"/>
                  <a:pt x="104" y="277"/>
                  <a:pt x="112" y="278"/>
                </a:cubicBezTo>
                <a:cubicBezTo>
                  <a:pt x="118" y="279"/>
                  <a:pt x="123" y="279"/>
                  <a:pt x="129" y="279"/>
                </a:cubicBezTo>
                <a:cubicBezTo>
                  <a:pt x="135" y="279"/>
                  <a:pt x="140" y="279"/>
                  <a:pt x="146" y="278"/>
                </a:cubicBezTo>
                <a:cubicBezTo>
                  <a:pt x="154" y="277"/>
                  <a:pt x="160" y="271"/>
                  <a:pt x="161" y="263"/>
                </a:cubicBezTo>
                <a:lnTo>
                  <a:pt x="166" y="239"/>
                </a:lnTo>
                <a:cubicBezTo>
                  <a:pt x="177" y="235"/>
                  <a:pt x="187" y="229"/>
                  <a:pt x="196" y="222"/>
                </a:cubicBezTo>
                <a:lnTo>
                  <a:pt x="220" y="230"/>
                </a:lnTo>
                <a:cubicBezTo>
                  <a:pt x="227" y="232"/>
                  <a:pt x="235" y="230"/>
                  <a:pt x="240" y="224"/>
                </a:cubicBezTo>
                <a:cubicBezTo>
                  <a:pt x="243" y="220"/>
                  <a:pt x="246" y="216"/>
                  <a:pt x="248" y="212"/>
                </a:cubicBezTo>
                <a:lnTo>
                  <a:pt x="251" y="207"/>
                </a:lnTo>
                <a:cubicBezTo>
                  <a:pt x="253" y="203"/>
                  <a:pt x="255" y="199"/>
                  <a:pt x="257" y="195"/>
                </a:cubicBezTo>
                <a:cubicBezTo>
                  <a:pt x="260" y="187"/>
                  <a:pt x="258" y="179"/>
                  <a:pt x="252" y="174"/>
                </a:cubicBezTo>
                <a:lnTo>
                  <a:pt x="233" y="158"/>
                </a:lnTo>
                <a:cubicBezTo>
                  <a:pt x="234" y="152"/>
                  <a:pt x="235" y="146"/>
                  <a:pt x="235" y="140"/>
                </a:cubicBezTo>
                <a:cubicBezTo>
                  <a:pt x="235" y="134"/>
                  <a:pt x="234" y="129"/>
                  <a:pt x="233" y="123"/>
                </a:cubicBezTo>
                <a:lnTo>
                  <a:pt x="252" y="107"/>
                </a:lnTo>
                <a:moveTo>
                  <a:pt x="90" y="140"/>
                </a:moveTo>
                <a:cubicBezTo>
                  <a:pt x="90" y="135"/>
                  <a:pt x="91" y="130"/>
                  <a:pt x="93" y="125"/>
                </a:cubicBezTo>
                <a:cubicBezTo>
                  <a:pt x="95" y="120"/>
                  <a:pt x="97" y="116"/>
                  <a:pt x="101" y="112"/>
                </a:cubicBezTo>
                <a:cubicBezTo>
                  <a:pt x="105" y="109"/>
                  <a:pt x="109" y="106"/>
                  <a:pt x="114" y="104"/>
                </a:cubicBezTo>
                <a:cubicBezTo>
                  <a:pt x="119" y="102"/>
                  <a:pt x="124" y="101"/>
                  <a:pt x="129" y="101"/>
                </a:cubicBezTo>
                <a:cubicBezTo>
                  <a:pt x="134" y="101"/>
                  <a:pt x="140" y="102"/>
                  <a:pt x="144" y="104"/>
                </a:cubicBezTo>
                <a:cubicBezTo>
                  <a:pt x="149" y="106"/>
                  <a:pt x="154" y="109"/>
                  <a:pt x="157" y="112"/>
                </a:cubicBezTo>
                <a:cubicBezTo>
                  <a:pt x="161" y="116"/>
                  <a:pt x="164" y="120"/>
                  <a:pt x="166" y="125"/>
                </a:cubicBezTo>
                <a:cubicBezTo>
                  <a:pt x="168" y="130"/>
                  <a:pt x="169" y="135"/>
                  <a:pt x="169" y="140"/>
                </a:cubicBezTo>
                <a:cubicBezTo>
                  <a:pt x="169" y="146"/>
                  <a:pt x="168" y="151"/>
                  <a:pt x="166" y="156"/>
                </a:cubicBezTo>
                <a:cubicBezTo>
                  <a:pt x="164" y="160"/>
                  <a:pt x="161" y="165"/>
                  <a:pt x="157" y="168"/>
                </a:cubicBezTo>
                <a:cubicBezTo>
                  <a:pt x="154" y="172"/>
                  <a:pt x="149" y="175"/>
                  <a:pt x="144" y="177"/>
                </a:cubicBezTo>
                <a:cubicBezTo>
                  <a:pt x="140" y="179"/>
                  <a:pt x="134" y="180"/>
                  <a:pt x="129" y="180"/>
                </a:cubicBezTo>
                <a:cubicBezTo>
                  <a:pt x="124" y="180"/>
                  <a:pt x="119" y="179"/>
                  <a:pt x="114" y="177"/>
                </a:cubicBezTo>
                <a:cubicBezTo>
                  <a:pt x="109" y="175"/>
                  <a:pt x="105" y="172"/>
                  <a:pt x="101" y="168"/>
                </a:cubicBezTo>
                <a:cubicBezTo>
                  <a:pt x="97" y="165"/>
                  <a:pt x="95" y="160"/>
                  <a:pt x="93" y="156"/>
                </a:cubicBezTo>
                <a:cubicBezTo>
                  <a:pt x="91" y="151"/>
                  <a:pt x="90" y="146"/>
                  <a:pt x="90" y="140"/>
                </a:cubicBezTo>
                <a:moveTo>
                  <a:pt x="415" y="409"/>
                </a:moveTo>
                <a:cubicBezTo>
                  <a:pt x="420" y="415"/>
                  <a:pt x="429" y="417"/>
                  <a:pt x="436" y="414"/>
                </a:cubicBezTo>
                <a:cubicBezTo>
                  <a:pt x="440" y="412"/>
                  <a:pt x="445" y="410"/>
                  <a:pt x="449" y="408"/>
                </a:cubicBezTo>
                <a:lnTo>
                  <a:pt x="453" y="405"/>
                </a:lnTo>
                <a:cubicBezTo>
                  <a:pt x="457" y="402"/>
                  <a:pt x="461" y="400"/>
                  <a:pt x="465" y="397"/>
                </a:cubicBezTo>
                <a:cubicBezTo>
                  <a:pt x="472" y="392"/>
                  <a:pt x="474" y="384"/>
                  <a:pt x="471" y="376"/>
                </a:cubicBezTo>
                <a:lnTo>
                  <a:pt x="463" y="353"/>
                </a:lnTo>
                <a:cubicBezTo>
                  <a:pt x="471" y="344"/>
                  <a:pt x="477" y="334"/>
                  <a:pt x="481" y="323"/>
                </a:cubicBezTo>
                <a:lnTo>
                  <a:pt x="505" y="318"/>
                </a:lnTo>
                <a:cubicBezTo>
                  <a:pt x="512" y="317"/>
                  <a:pt x="519" y="311"/>
                  <a:pt x="519" y="303"/>
                </a:cubicBezTo>
                <a:cubicBezTo>
                  <a:pt x="520" y="297"/>
                  <a:pt x="520" y="292"/>
                  <a:pt x="520" y="286"/>
                </a:cubicBezTo>
                <a:cubicBezTo>
                  <a:pt x="520" y="280"/>
                  <a:pt x="520" y="275"/>
                  <a:pt x="519" y="269"/>
                </a:cubicBezTo>
                <a:cubicBezTo>
                  <a:pt x="519" y="261"/>
                  <a:pt x="512" y="255"/>
                  <a:pt x="505" y="254"/>
                </a:cubicBezTo>
                <a:lnTo>
                  <a:pt x="481" y="249"/>
                </a:lnTo>
                <a:cubicBezTo>
                  <a:pt x="477" y="238"/>
                  <a:pt x="471" y="228"/>
                  <a:pt x="463" y="219"/>
                </a:cubicBezTo>
                <a:lnTo>
                  <a:pt x="471" y="195"/>
                </a:lnTo>
                <a:cubicBezTo>
                  <a:pt x="474" y="188"/>
                  <a:pt x="472" y="180"/>
                  <a:pt x="465" y="175"/>
                </a:cubicBezTo>
                <a:cubicBezTo>
                  <a:pt x="461" y="172"/>
                  <a:pt x="457" y="169"/>
                  <a:pt x="453" y="167"/>
                </a:cubicBezTo>
                <a:lnTo>
                  <a:pt x="449" y="164"/>
                </a:lnTo>
                <a:cubicBezTo>
                  <a:pt x="445" y="162"/>
                  <a:pt x="440" y="160"/>
                  <a:pt x="436" y="158"/>
                </a:cubicBezTo>
                <a:cubicBezTo>
                  <a:pt x="429" y="155"/>
                  <a:pt x="421" y="157"/>
                  <a:pt x="415" y="163"/>
                </a:cubicBezTo>
                <a:lnTo>
                  <a:pt x="399" y="182"/>
                </a:lnTo>
                <a:cubicBezTo>
                  <a:pt x="393" y="181"/>
                  <a:pt x="387" y="180"/>
                  <a:pt x="382" y="180"/>
                </a:cubicBezTo>
                <a:cubicBezTo>
                  <a:pt x="376" y="180"/>
                  <a:pt x="370" y="181"/>
                  <a:pt x="364" y="182"/>
                </a:cubicBezTo>
                <a:lnTo>
                  <a:pt x="348" y="163"/>
                </a:lnTo>
                <a:cubicBezTo>
                  <a:pt x="343" y="157"/>
                  <a:pt x="335" y="155"/>
                  <a:pt x="327" y="158"/>
                </a:cubicBezTo>
                <a:cubicBezTo>
                  <a:pt x="323" y="160"/>
                  <a:pt x="319" y="162"/>
                  <a:pt x="314" y="164"/>
                </a:cubicBezTo>
                <a:lnTo>
                  <a:pt x="310" y="167"/>
                </a:lnTo>
                <a:cubicBezTo>
                  <a:pt x="306" y="169"/>
                  <a:pt x="302" y="172"/>
                  <a:pt x="298" y="175"/>
                </a:cubicBezTo>
                <a:cubicBezTo>
                  <a:pt x="292" y="180"/>
                  <a:pt x="290" y="188"/>
                  <a:pt x="292" y="195"/>
                </a:cubicBezTo>
                <a:lnTo>
                  <a:pt x="300" y="219"/>
                </a:lnTo>
                <a:cubicBezTo>
                  <a:pt x="293" y="228"/>
                  <a:pt x="287" y="238"/>
                  <a:pt x="283" y="249"/>
                </a:cubicBezTo>
                <a:lnTo>
                  <a:pt x="257" y="254"/>
                </a:lnTo>
                <a:cubicBezTo>
                  <a:pt x="250" y="255"/>
                  <a:pt x="244" y="261"/>
                  <a:pt x="243" y="269"/>
                </a:cubicBezTo>
                <a:cubicBezTo>
                  <a:pt x="242" y="274"/>
                  <a:pt x="242" y="280"/>
                  <a:pt x="242" y="286"/>
                </a:cubicBezTo>
                <a:cubicBezTo>
                  <a:pt x="242" y="291"/>
                  <a:pt x="242" y="297"/>
                  <a:pt x="243" y="303"/>
                </a:cubicBezTo>
                <a:cubicBezTo>
                  <a:pt x="244" y="310"/>
                  <a:pt x="250" y="316"/>
                  <a:pt x="257" y="318"/>
                </a:cubicBezTo>
                <a:lnTo>
                  <a:pt x="283" y="323"/>
                </a:lnTo>
                <a:cubicBezTo>
                  <a:pt x="287" y="334"/>
                  <a:pt x="293" y="344"/>
                  <a:pt x="300" y="353"/>
                </a:cubicBezTo>
                <a:lnTo>
                  <a:pt x="292" y="376"/>
                </a:lnTo>
                <a:cubicBezTo>
                  <a:pt x="290" y="384"/>
                  <a:pt x="292" y="392"/>
                  <a:pt x="298" y="397"/>
                </a:cubicBezTo>
                <a:cubicBezTo>
                  <a:pt x="302" y="400"/>
                  <a:pt x="306" y="402"/>
                  <a:pt x="310" y="405"/>
                </a:cubicBezTo>
                <a:lnTo>
                  <a:pt x="315" y="407"/>
                </a:lnTo>
                <a:cubicBezTo>
                  <a:pt x="319" y="410"/>
                  <a:pt x="323" y="412"/>
                  <a:pt x="327" y="414"/>
                </a:cubicBezTo>
                <a:cubicBezTo>
                  <a:pt x="335" y="417"/>
                  <a:pt x="343" y="414"/>
                  <a:pt x="348" y="408"/>
                </a:cubicBezTo>
                <a:lnTo>
                  <a:pt x="364" y="390"/>
                </a:lnTo>
                <a:cubicBezTo>
                  <a:pt x="370" y="391"/>
                  <a:pt x="376" y="392"/>
                  <a:pt x="382" y="392"/>
                </a:cubicBezTo>
                <a:cubicBezTo>
                  <a:pt x="388" y="392"/>
                  <a:pt x="393" y="391"/>
                  <a:pt x="399" y="390"/>
                </a:cubicBezTo>
                <a:lnTo>
                  <a:pt x="415" y="408"/>
                </a:lnTo>
                <a:lnTo>
                  <a:pt x="415" y="409"/>
                </a:lnTo>
                <a:moveTo>
                  <a:pt x="382" y="246"/>
                </a:moveTo>
                <a:cubicBezTo>
                  <a:pt x="387" y="246"/>
                  <a:pt x="392" y="247"/>
                  <a:pt x="397" y="249"/>
                </a:cubicBezTo>
                <a:cubicBezTo>
                  <a:pt x="402" y="251"/>
                  <a:pt x="406" y="254"/>
                  <a:pt x="410" y="258"/>
                </a:cubicBezTo>
                <a:cubicBezTo>
                  <a:pt x="413" y="262"/>
                  <a:pt x="416" y="266"/>
                  <a:pt x="418" y="271"/>
                </a:cubicBezTo>
                <a:cubicBezTo>
                  <a:pt x="420" y="276"/>
                  <a:pt x="421" y="281"/>
                  <a:pt x="421" y="286"/>
                </a:cubicBezTo>
                <a:cubicBezTo>
                  <a:pt x="421" y="291"/>
                  <a:pt x="420" y="296"/>
                  <a:pt x="418" y="301"/>
                </a:cubicBezTo>
                <a:cubicBezTo>
                  <a:pt x="416" y="306"/>
                  <a:pt x="413" y="310"/>
                  <a:pt x="410" y="314"/>
                </a:cubicBezTo>
                <a:cubicBezTo>
                  <a:pt x="406" y="318"/>
                  <a:pt x="402" y="321"/>
                  <a:pt x="397" y="323"/>
                </a:cubicBezTo>
                <a:cubicBezTo>
                  <a:pt x="392" y="325"/>
                  <a:pt x="387" y="326"/>
                  <a:pt x="382" y="326"/>
                </a:cubicBezTo>
                <a:cubicBezTo>
                  <a:pt x="376" y="326"/>
                  <a:pt x="371" y="325"/>
                  <a:pt x="366" y="323"/>
                </a:cubicBezTo>
                <a:cubicBezTo>
                  <a:pt x="362" y="321"/>
                  <a:pt x="357" y="318"/>
                  <a:pt x="353" y="314"/>
                </a:cubicBezTo>
                <a:cubicBezTo>
                  <a:pt x="350" y="310"/>
                  <a:pt x="347" y="306"/>
                  <a:pt x="345" y="301"/>
                </a:cubicBezTo>
                <a:cubicBezTo>
                  <a:pt x="343" y="296"/>
                  <a:pt x="342" y="291"/>
                  <a:pt x="342" y="286"/>
                </a:cubicBezTo>
                <a:cubicBezTo>
                  <a:pt x="342" y="281"/>
                  <a:pt x="343" y="276"/>
                  <a:pt x="345" y="271"/>
                </a:cubicBezTo>
                <a:cubicBezTo>
                  <a:pt x="347" y="266"/>
                  <a:pt x="350" y="262"/>
                  <a:pt x="353" y="258"/>
                </a:cubicBezTo>
                <a:cubicBezTo>
                  <a:pt x="357" y="254"/>
                  <a:pt x="362" y="251"/>
                  <a:pt x="366" y="249"/>
                </a:cubicBezTo>
                <a:cubicBezTo>
                  <a:pt x="371" y="247"/>
                  <a:pt x="376" y="246"/>
                  <a:pt x="382" y="246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9" name="文本框 688"/>
          <p:cNvSpPr txBox="1"/>
          <p:nvPr/>
        </p:nvSpPr>
        <p:spPr>
          <a:xfrm>
            <a:off x="6934320" y="2443320"/>
            <a:ext cx="4171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文档符合国标规范，与代码同步更新，并归档至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GitHub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仓库统一管理。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0" name="文本框 689"/>
          <p:cNvSpPr txBox="1"/>
          <p:nvPr/>
        </p:nvSpPr>
        <p:spPr>
          <a:xfrm>
            <a:off x="6934320" y="2796480"/>
            <a:ext cx="9151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过程质量保障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1" name="任意多边形 690"/>
          <p:cNvSpPr/>
          <p:nvPr/>
        </p:nvSpPr>
        <p:spPr>
          <a:xfrm>
            <a:off x="6476760" y="3428640"/>
            <a:ext cx="305280" cy="305280"/>
          </a:xfrm>
          <a:custGeom>
            <a:avLst/>
            <a:gdLst/>
            <a:ahLst/>
            <a:cxnLst/>
            <a:rect l="0" t="0" r="r" b="b"/>
            <a:pathLst>
              <a:path w="848" h="848">
                <a:moveTo>
                  <a:pt x="848" y="425"/>
                </a:moveTo>
                <a:cubicBezTo>
                  <a:pt x="848" y="453"/>
                  <a:pt x="845" y="480"/>
                  <a:pt x="840" y="507"/>
                </a:cubicBezTo>
                <a:cubicBezTo>
                  <a:pt x="834" y="535"/>
                  <a:pt x="826" y="561"/>
                  <a:pt x="816" y="587"/>
                </a:cubicBezTo>
                <a:cubicBezTo>
                  <a:pt x="805" y="613"/>
                  <a:pt x="792" y="637"/>
                  <a:pt x="776" y="660"/>
                </a:cubicBezTo>
                <a:cubicBezTo>
                  <a:pt x="761" y="683"/>
                  <a:pt x="743" y="705"/>
                  <a:pt x="724" y="724"/>
                </a:cubicBezTo>
                <a:cubicBezTo>
                  <a:pt x="704" y="744"/>
                  <a:pt x="683" y="761"/>
                  <a:pt x="660" y="777"/>
                </a:cubicBezTo>
                <a:cubicBezTo>
                  <a:pt x="637" y="792"/>
                  <a:pt x="612" y="805"/>
                  <a:pt x="586" y="816"/>
                </a:cubicBezTo>
                <a:cubicBezTo>
                  <a:pt x="561" y="827"/>
                  <a:pt x="534" y="835"/>
                  <a:pt x="507" y="840"/>
                </a:cubicBezTo>
                <a:cubicBezTo>
                  <a:pt x="480" y="845"/>
                  <a:pt x="452" y="848"/>
                  <a:pt x="424" y="848"/>
                </a:cubicBezTo>
                <a:cubicBezTo>
                  <a:pt x="397" y="848"/>
                  <a:pt x="369" y="845"/>
                  <a:pt x="342" y="840"/>
                </a:cubicBezTo>
                <a:cubicBezTo>
                  <a:pt x="315" y="835"/>
                  <a:pt x="288" y="827"/>
                  <a:pt x="262" y="816"/>
                </a:cubicBezTo>
                <a:cubicBezTo>
                  <a:pt x="237" y="805"/>
                  <a:pt x="212" y="792"/>
                  <a:pt x="188" y="777"/>
                </a:cubicBezTo>
                <a:cubicBezTo>
                  <a:pt x="165" y="761"/>
                  <a:pt x="144" y="744"/>
                  <a:pt x="124" y="724"/>
                </a:cubicBezTo>
                <a:cubicBezTo>
                  <a:pt x="105" y="705"/>
                  <a:pt x="87" y="683"/>
                  <a:pt x="72" y="660"/>
                </a:cubicBezTo>
                <a:cubicBezTo>
                  <a:pt x="56" y="637"/>
                  <a:pt x="43" y="613"/>
                  <a:pt x="32" y="587"/>
                </a:cubicBezTo>
                <a:cubicBezTo>
                  <a:pt x="22" y="561"/>
                  <a:pt x="14" y="535"/>
                  <a:pt x="8" y="507"/>
                </a:cubicBezTo>
                <a:cubicBezTo>
                  <a:pt x="3" y="480"/>
                  <a:pt x="0" y="453"/>
                  <a:pt x="0" y="425"/>
                </a:cubicBezTo>
                <a:cubicBezTo>
                  <a:pt x="0" y="397"/>
                  <a:pt x="3" y="370"/>
                  <a:pt x="8" y="342"/>
                </a:cubicBezTo>
                <a:cubicBezTo>
                  <a:pt x="14" y="315"/>
                  <a:pt x="22" y="289"/>
                  <a:pt x="32" y="263"/>
                </a:cubicBezTo>
                <a:cubicBezTo>
                  <a:pt x="43" y="237"/>
                  <a:pt x="56" y="213"/>
                  <a:pt x="72" y="189"/>
                </a:cubicBezTo>
                <a:cubicBezTo>
                  <a:pt x="87" y="166"/>
                  <a:pt x="105" y="144"/>
                  <a:pt x="124" y="124"/>
                </a:cubicBezTo>
                <a:cubicBezTo>
                  <a:pt x="144" y="105"/>
                  <a:pt x="165" y="87"/>
                  <a:pt x="188" y="72"/>
                </a:cubicBezTo>
                <a:cubicBezTo>
                  <a:pt x="212" y="56"/>
                  <a:pt x="237" y="43"/>
                  <a:pt x="262" y="33"/>
                </a:cubicBezTo>
                <a:cubicBezTo>
                  <a:pt x="288" y="22"/>
                  <a:pt x="315" y="14"/>
                  <a:pt x="342" y="9"/>
                </a:cubicBezTo>
                <a:cubicBezTo>
                  <a:pt x="369" y="3"/>
                  <a:pt x="397" y="0"/>
                  <a:pt x="424" y="0"/>
                </a:cubicBezTo>
                <a:cubicBezTo>
                  <a:pt x="452" y="0"/>
                  <a:pt x="480" y="3"/>
                  <a:pt x="507" y="9"/>
                </a:cubicBezTo>
                <a:cubicBezTo>
                  <a:pt x="534" y="14"/>
                  <a:pt x="561" y="22"/>
                  <a:pt x="586" y="33"/>
                </a:cubicBezTo>
                <a:cubicBezTo>
                  <a:pt x="612" y="43"/>
                  <a:pt x="637" y="56"/>
                  <a:pt x="660" y="72"/>
                </a:cubicBezTo>
                <a:cubicBezTo>
                  <a:pt x="683" y="87"/>
                  <a:pt x="704" y="105"/>
                  <a:pt x="724" y="124"/>
                </a:cubicBezTo>
                <a:cubicBezTo>
                  <a:pt x="743" y="144"/>
                  <a:pt x="761" y="166"/>
                  <a:pt x="776" y="189"/>
                </a:cubicBezTo>
                <a:cubicBezTo>
                  <a:pt x="792" y="213"/>
                  <a:pt x="805" y="237"/>
                  <a:pt x="816" y="263"/>
                </a:cubicBezTo>
                <a:cubicBezTo>
                  <a:pt x="826" y="289"/>
                  <a:pt x="834" y="315"/>
                  <a:pt x="840" y="342"/>
                </a:cubicBezTo>
                <a:cubicBezTo>
                  <a:pt x="845" y="370"/>
                  <a:pt x="848" y="397"/>
                  <a:pt x="848" y="425"/>
                </a:cubicBezTo>
                <a:close/>
              </a:path>
            </a:pathLst>
          </a:custGeom>
          <a:solidFill>
            <a:srgbClr val="E8F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2" name="任意多边形 691"/>
          <p:cNvSpPr/>
          <p:nvPr/>
        </p:nvSpPr>
        <p:spPr>
          <a:xfrm>
            <a:off x="6562440" y="3504960"/>
            <a:ext cx="133920" cy="152640"/>
          </a:xfrm>
          <a:custGeom>
            <a:avLst/>
            <a:gdLst/>
            <a:ahLst/>
            <a:cxnLst/>
            <a:rect l="0" t="0" r="r" b="b"/>
            <a:pathLst>
              <a:path w="372" h="424">
                <a:moveTo>
                  <a:pt x="239" y="0"/>
                </a:moveTo>
                <a:lnTo>
                  <a:pt x="134" y="0"/>
                </a:lnTo>
                <a:lnTo>
                  <a:pt x="107" y="0"/>
                </a:lnTo>
                <a:cubicBezTo>
                  <a:pt x="92" y="0"/>
                  <a:pt x="80" y="12"/>
                  <a:pt x="80" y="27"/>
                </a:cubicBezTo>
                <a:cubicBezTo>
                  <a:pt x="80" y="41"/>
                  <a:pt x="92" y="53"/>
                  <a:pt x="107" y="53"/>
                </a:cubicBezTo>
                <a:lnTo>
                  <a:pt x="107" y="163"/>
                </a:lnTo>
                <a:cubicBezTo>
                  <a:pt x="107" y="173"/>
                  <a:pt x="104" y="182"/>
                  <a:pt x="99" y="191"/>
                </a:cubicBezTo>
                <a:lnTo>
                  <a:pt x="9" y="337"/>
                </a:lnTo>
                <a:cubicBezTo>
                  <a:pt x="3" y="346"/>
                  <a:pt x="0" y="356"/>
                  <a:pt x="0" y="367"/>
                </a:cubicBezTo>
                <a:cubicBezTo>
                  <a:pt x="0" y="399"/>
                  <a:pt x="26" y="424"/>
                  <a:pt x="58" y="424"/>
                </a:cubicBezTo>
                <a:lnTo>
                  <a:pt x="314" y="424"/>
                </a:lnTo>
                <a:cubicBezTo>
                  <a:pt x="346" y="424"/>
                  <a:pt x="372" y="399"/>
                  <a:pt x="372" y="367"/>
                </a:cubicBezTo>
                <a:cubicBezTo>
                  <a:pt x="372" y="357"/>
                  <a:pt x="369" y="346"/>
                  <a:pt x="363" y="337"/>
                </a:cubicBezTo>
                <a:lnTo>
                  <a:pt x="274" y="191"/>
                </a:lnTo>
                <a:cubicBezTo>
                  <a:pt x="269" y="182"/>
                  <a:pt x="266" y="173"/>
                  <a:pt x="266" y="163"/>
                </a:cubicBezTo>
                <a:lnTo>
                  <a:pt x="266" y="53"/>
                </a:lnTo>
                <a:cubicBezTo>
                  <a:pt x="281" y="53"/>
                  <a:pt x="292" y="41"/>
                  <a:pt x="292" y="27"/>
                </a:cubicBezTo>
                <a:cubicBezTo>
                  <a:pt x="292" y="12"/>
                  <a:pt x="281" y="0"/>
                  <a:pt x="266" y="0"/>
                </a:cubicBezTo>
                <a:lnTo>
                  <a:pt x="239" y="0"/>
                </a:lnTo>
                <a:moveTo>
                  <a:pt x="160" y="163"/>
                </a:moveTo>
                <a:lnTo>
                  <a:pt x="160" y="53"/>
                </a:lnTo>
                <a:lnTo>
                  <a:pt x="213" y="53"/>
                </a:lnTo>
                <a:lnTo>
                  <a:pt x="213" y="163"/>
                </a:lnTo>
                <a:cubicBezTo>
                  <a:pt x="213" y="182"/>
                  <a:pt x="218" y="202"/>
                  <a:pt x="229" y="219"/>
                </a:cubicBezTo>
                <a:lnTo>
                  <a:pt x="257" y="266"/>
                </a:lnTo>
                <a:lnTo>
                  <a:pt x="116" y="266"/>
                </a:lnTo>
                <a:lnTo>
                  <a:pt x="144" y="219"/>
                </a:lnTo>
                <a:cubicBezTo>
                  <a:pt x="155" y="202"/>
                  <a:pt x="160" y="182"/>
                  <a:pt x="160" y="163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3" name="文本框 692"/>
          <p:cNvSpPr txBox="1"/>
          <p:nvPr/>
        </p:nvSpPr>
        <p:spPr>
          <a:xfrm>
            <a:off x="6934320" y="3052800"/>
            <a:ext cx="35805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通过计划、风险、沟通和配置管控，确保项目按质按量推进。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4" name="文本框 693"/>
          <p:cNvSpPr txBox="1"/>
          <p:nvPr/>
        </p:nvSpPr>
        <p:spPr>
          <a:xfrm>
            <a:off x="6934320" y="3405960"/>
            <a:ext cx="9151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测试质量保障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5" name="任意多边形 694"/>
          <p:cNvSpPr/>
          <p:nvPr/>
        </p:nvSpPr>
        <p:spPr>
          <a:xfrm>
            <a:off x="6476760" y="5867280"/>
            <a:ext cx="5105880" cy="381240"/>
          </a:xfrm>
          <a:custGeom>
            <a:avLst/>
            <a:gdLst/>
            <a:ahLst/>
            <a:cxnLst/>
            <a:rect l="0" t="0" r="r" b="b"/>
            <a:pathLst>
              <a:path w="14183" h="1059">
                <a:moveTo>
                  <a:pt x="0" y="847"/>
                </a:moveTo>
                <a:lnTo>
                  <a:pt x="0" y="212"/>
                </a:lnTo>
                <a:cubicBezTo>
                  <a:pt x="0" y="199"/>
                  <a:pt x="2" y="185"/>
                  <a:pt x="4" y="171"/>
                </a:cubicBezTo>
                <a:cubicBezTo>
                  <a:pt x="7" y="158"/>
                  <a:pt x="11" y="144"/>
                  <a:pt x="16" y="131"/>
                </a:cubicBezTo>
                <a:cubicBezTo>
                  <a:pt x="22" y="119"/>
                  <a:pt x="28" y="106"/>
                  <a:pt x="36" y="94"/>
                </a:cubicBezTo>
                <a:cubicBezTo>
                  <a:pt x="44" y="82"/>
                  <a:pt x="52" y="72"/>
                  <a:pt x="62" y="62"/>
                </a:cubicBezTo>
                <a:cubicBezTo>
                  <a:pt x="72" y="52"/>
                  <a:pt x="83" y="43"/>
                  <a:pt x="94" y="36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1"/>
                  <a:pt x="198" y="0"/>
                  <a:pt x="212" y="0"/>
                </a:cubicBezTo>
                <a:lnTo>
                  <a:pt x="13971" y="0"/>
                </a:lnTo>
                <a:cubicBezTo>
                  <a:pt x="13985" y="0"/>
                  <a:pt x="13999" y="1"/>
                  <a:pt x="14012" y="4"/>
                </a:cubicBezTo>
                <a:cubicBezTo>
                  <a:pt x="14026" y="7"/>
                  <a:pt x="14039" y="11"/>
                  <a:pt x="14052" y="16"/>
                </a:cubicBezTo>
                <a:cubicBezTo>
                  <a:pt x="14065" y="21"/>
                  <a:pt x="14077" y="28"/>
                  <a:pt x="14089" y="36"/>
                </a:cubicBezTo>
                <a:cubicBezTo>
                  <a:pt x="14100" y="43"/>
                  <a:pt x="14111" y="52"/>
                  <a:pt x="14121" y="62"/>
                </a:cubicBezTo>
                <a:cubicBezTo>
                  <a:pt x="14131" y="72"/>
                  <a:pt x="14139" y="82"/>
                  <a:pt x="14147" y="94"/>
                </a:cubicBezTo>
                <a:cubicBezTo>
                  <a:pt x="14155" y="106"/>
                  <a:pt x="14161" y="119"/>
                  <a:pt x="14167" y="131"/>
                </a:cubicBezTo>
                <a:cubicBezTo>
                  <a:pt x="14172" y="144"/>
                  <a:pt x="14176" y="158"/>
                  <a:pt x="14179" y="171"/>
                </a:cubicBezTo>
                <a:cubicBezTo>
                  <a:pt x="14181" y="185"/>
                  <a:pt x="14183" y="199"/>
                  <a:pt x="14183" y="212"/>
                </a:cubicBezTo>
                <a:lnTo>
                  <a:pt x="14183" y="847"/>
                </a:lnTo>
                <a:cubicBezTo>
                  <a:pt x="14183" y="861"/>
                  <a:pt x="14181" y="875"/>
                  <a:pt x="14179" y="889"/>
                </a:cubicBezTo>
                <a:cubicBezTo>
                  <a:pt x="14176" y="902"/>
                  <a:pt x="14172" y="916"/>
                  <a:pt x="14167" y="928"/>
                </a:cubicBezTo>
                <a:cubicBezTo>
                  <a:pt x="14161" y="941"/>
                  <a:pt x="14155" y="954"/>
                  <a:pt x="14147" y="965"/>
                </a:cubicBezTo>
                <a:cubicBezTo>
                  <a:pt x="14139" y="977"/>
                  <a:pt x="14131" y="987"/>
                  <a:pt x="14121" y="997"/>
                </a:cubicBezTo>
                <a:cubicBezTo>
                  <a:pt x="14111" y="1007"/>
                  <a:pt x="14100" y="1016"/>
                  <a:pt x="14089" y="1023"/>
                </a:cubicBezTo>
                <a:cubicBezTo>
                  <a:pt x="14077" y="1031"/>
                  <a:pt x="14065" y="1038"/>
                  <a:pt x="14052" y="1043"/>
                </a:cubicBezTo>
                <a:cubicBezTo>
                  <a:pt x="14039" y="1048"/>
                  <a:pt x="14026" y="1052"/>
                  <a:pt x="14012" y="1055"/>
                </a:cubicBezTo>
                <a:cubicBezTo>
                  <a:pt x="13999" y="1058"/>
                  <a:pt x="13985" y="1059"/>
                  <a:pt x="13971" y="1059"/>
                </a:cubicBezTo>
                <a:lnTo>
                  <a:pt x="212" y="1059"/>
                </a:lnTo>
                <a:cubicBezTo>
                  <a:pt x="198" y="1059"/>
                  <a:pt x="184" y="1058"/>
                  <a:pt x="171" y="1055"/>
                </a:cubicBezTo>
                <a:cubicBezTo>
                  <a:pt x="157" y="1052"/>
                  <a:pt x="144" y="1048"/>
                  <a:pt x="131" y="1043"/>
                </a:cubicBezTo>
                <a:cubicBezTo>
                  <a:pt x="118" y="1038"/>
                  <a:pt x="106" y="1031"/>
                  <a:pt x="94" y="1023"/>
                </a:cubicBezTo>
                <a:cubicBezTo>
                  <a:pt x="83" y="1016"/>
                  <a:pt x="72" y="1007"/>
                  <a:pt x="62" y="997"/>
                </a:cubicBezTo>
                <a:cubicBezTo>
                  <a:pt x="52" y="987"/>
                  <a:pt x="44" y="977"/>
                  <a:pt x="36" y="965"/>
                </a:cubicBezTo>
                <a:cubicBezTo>
                  <a:pt x="28" y="954"/>
                  <a:pt x="22" y="941"/>
                  <a:pt x="16" y="928"/>
                </a:cubicBezTo>
                <a:cubicBezTo>
                  <a:pt x="11" y="916"/>
                  <a:pt x="7" y="902"/>
                  <a:pt x="4" y="889"/>
                </a:cubicBezTo>
                <a:cubicBezTo>
                  <a:pt x="2" y="875"/>
                  <a:pt x="0" y="861"/>
                  <a:pt x="0" y="847"/>
                </a:cubicBezTo>
                <a:close/>
              </a:path>
            </a:pathLst>
          </a:custGeom>
          <a:solidFill>
            <a:srgbClr val="00B42A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6" name="任意多边形 695"/>
          <p:cNvSpPr/>
          <p:nvPr/>
        </p:nvSpPr>
        <p:spPr>
          <a:xfrm>
            <a:off x="7372080" y="5972040"/>
            <a:ext cx="153000" cy="152640"/>
          </a:xfrm>
          <a:custGeom>
            <a:avLst/>
            <a:gdLst/>
            <a:ahLst/>
            <a:cxnLst/>
            <a:rect l="0" t="0" r="r" b="b"/>
            <a:pathLst>
              <a:path w="425" h="424">
                <a:moveTo>
                  <a:pt x="213" y="424"/>
                </a:moveTo>
                <a:cubicBezTo>
                  <a:pt x="227" y="424"/>
                  <a:pt x="241" y="423"/>
                  <a:pt x="254" y="420"/>
                </a:cubicBezTo>
                <a:cubicBezTo>
                  <a:pt x="268" y="417"/>
                  <a:pt x="281" y="413"/>
                  <a:pt x="294" y="408"/>
                </a:cubicBezTo>
                <a:cubicBezTo>
                  <a:pt x="307" y="403"/>
                  <a:pt x="319" y="396"/>
                  <a:pt x="331" y="389"/>
                </a:cubicBezTo>
                <a:cubicBezTo>
                  <a:pt x="342" y="381"/>
                  <a:pt x="353" y="372"/>
                  <a:pt x="363" y="362"/>
                </a:cubicBezTo>
                <a:cubicBezTo>
                  <a:pt x="372" y="352"/>
                  <a:pt x="381" y="342"/>
                  <a:pt x="389" y="330"/>
                </a:cubicBezTo>
                <a:cubicBezTo>
                  <a:pt x="397" y="319"/>
                  <a:pt x="403" y="306"/>
                  <a:pt x="408" y="294"/>
                </a:cubicBezTo>
                <a:cubicBezTo>
                  <a:pt x="414" y="281"/>
                  <a:pt x="418" y="267"/>
                  <a:pt x="421" y="254"/>
                </a:cubicBezTo>
                <a:cubicBezTo>
                  <a:pt x="423" y="240"/>
                  <a:pt x="425" y="226"/>
                  <a:pt x="425" y="213"/>
                </a:cubicBezTo>
                <a:cubicBezTo>
                  <a:pt x="425" y="199"/>
                  <a:pt x="423" y="185"/>
                  <a:pt x="421" y="171"/>
                </a:cubicBezTo>
                <a:cubicBezTo>
                  <a:pt x="418" y="158"/>
                  <a:pt x="414" y="144"/>
                  <a:pt x="408" y="132"/>
                </a:cubicBezTo>
                <a:cubicBezTo>
                  <a:pt x="403" y="118"/>
                  <a:pt x="397" y="106"/>
                  <a:pt x="389" y="94"/>
                </a:cubicBezTo>
                <a:cubicBezTo>
                  <a:pt x="381" y="82"/>
                  <a:pt x="372" y="72"/>
                  <a:pt x="363" y="62"/>
                </a:cubicBezTo>
                <a:cubicBezTo>
                  <a:pt x="353" y="52"/>
                  <a:pt x="342" y="43"/>
                  <a:pt x="331" y="36"/>
                </a:cubicBezTo>
                <a:cubicBezTo>
                  <a:pt x="319" y="28"/>
                  <a:pt x="307" y="21"/>
                  <a:pt x="294" y="16"/>
                </a:cubicBezTo>
                <a:cubicBezTo>
                  <a:pt x="281" y="11"/>
                  <a:pt x="268" y="7"/>
                  <a:pt x="254" y="4"/>
                </a:cubicBezTo>
                <a:cubicBezTo>
                  <a:pt x="241" y="1"/>
                  <a:pt x="227" y="0"/>
                  <a:pt x="213" y="0"/>
                </a:cubicBezTo>
                <a:cubicBezTo>
                  <a:pt x="199" y="0"/>
                  <a:pt x="185" y="1"/>
                  <a:pt x="172" y="4"/>
                </a:cubicBezTo>
                <a:cubicBezTo>
                  <a:pt x="158" y="7"/>
                  <a:pt x="145" y="11"/>
                  <a:pt x="132" y="16"/>
                </a:cubicBezTo>
                <a:cubicBezTo>
                  <a:pt x="119" y="21"/>
                  <a:pt x="107" y="28"/>
                  <a:pt x="95" y="36"/>
                </a:cubicBezTo>
                <a:cubicBezTo>
                  <a:pt x="84" y="43"/>
                  <a:pt x="73" y="52"/>
                  <a:pt x="63" y="62"/>
                </a:cubicBezTo>
                <a:cubicBezTo>
                  <a:pt x="53" y="72"/>
                  <a:pt x="45" y="82"/>
                  <a:pt x="36" y="94"/>
                </a:cubicBezTo>
                <a:cubicBezTo>
                  <a:pt x="28" y="106"/>
                  <a:pt x="22" y="118"/>
                  <a:pt x="16" y="132"/>
                </a:cubicBezTo>
                <a:cubicBezTo>
                  <a:pt x="11" y="144"/>
                  <a:pt x="7" y="158"/>
                  <a:pt x="4" y="171"/>
                </a:cubicBezTo>
                <a:cubicBezTo>
                  <a:pt x="2" y="185"/>
                  <a:pt x="0" y="199"/>
                  <a:pt x="0" y="213"/>
                </a:cubicBezTo>
                <a:cubicBezTo>
                  <a:pt x="0" y="226"/>
                  <a:pt x="2" y="240"/>
                  <a:pt x="4" y="254"/>
                </a:cubicBezTo>
                <a:cubicBezTo>
                  <a:pt x="7" y="267"/>
                  <a:pt x="11" y="281"/>
                  <a:pt x="16" y="294"/>
                </a:cubicBezTo>
                <a:cubicBezTo>
                  <a:pt x="22" y="306"/>
                  <a:pt x="28" y="319"/>
                  <a:pt x="36" y="330"/>
                </a:cubicBezTo>
                <a:cubicBezTo>
                  <a:pt x="45" y="342"/>
                  <a:pt x="53" y="352"/>
                  <a:pt x="63" y="362"/>
                </a:cubicBezTo>
                <a:cubicBezTo>
                  <a:pt x="73" y="372"/>
                  <a:pt x="84" y="381"/>
                  <a:pt x="95" y="389"/>
                </a:cubicBezTo>
                <a:cubicBezTo>
                  <a:pt x="107" y="396"/>
                  <a:pt x="119" y="403"/>
                  <a:pt x="132" y="408"/>
                </a:cubicBezTo>
                <a:cubicBezTo>
                  <a:pt x="145" y="413"/>
                  <a:pt x="158" y="417"/>
                  <a:pt x="172" y="420"/>
                </a:cubicBezTo>
                <a:cubicBezTo>
                  <a:pt x="185" y="423"/>
                  <a:pt x="199" y="424"/>
                  <a:pt x="213" y="424"/>
                </a:cubicBezTo>
                <a:moveTo>
                  <a:pt x="306" y="174"/>
                </a:moveTo>
                <a:lnTo>
                  <a:pt x="201" y="280"/>
                </a:lnTo>
                <a:cubicBezTo>
                  <a:pt x="193" y="287"/>
                  <a:pt x="180" y="287"/>
                  <a:pt x="172" y="280"/>
                </a:cubicBezTo>
                <a:lnTo>
                  <a:pt x="120" y="227"/>
                </a:lnTo>
                <a:cubicBezTo>
                  <a:pt x="112" y="219"/>
                  <a:pt x="112" y="206"/>
                  <a:pt x="120" y="199"/>
                </a:cubicBezTo>
                <a:cubicBezTo>
                  <a:pt x="127" y="191"/>
                  <a:pt x="140" y="191"/>
                  <a:pt x="148" y="199"/>
                </a:cubicBezTo>
                <a:lnTo>
                  <a:pt x="186" y="237"/>
                </a:lnTo>
                <a:lnTo>
                  <a:pt x="278" y="146"/>
                </a:lnTo>
                <a:cubicBezTo>
                  <a:pt x="286" y="138"/>
                  <a:pt x="299" y="138"/>
                  <a:pt x="306" y="146"/>
                </a:cubicBezTo>
                <a:cubicBezTo>
                  <a:pt x="314" y="153"/>
                  <a:pt x="314" y="166"/>
                  <a:pt x="306" y="174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7" name="文本框 696"/>
          <p:cNvSpPr txBox="1"/>
          <p:nvPr/>
        </p:nvSpPr>
        <p:spPr>
          <a:xfrm>
            <a:off x="6934320" y="3662640"/>
            <a:ext cx="2400300" cy="16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设计全面测试用例，建立缺陷跟踪机制。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8" name="文本框 697"/>
          <p:cNvSpPr txBox="1"/>
          <p:nvPr/>
        </p:nvSpPr>
        <p:spPr>
          <a:xfrm>
            <a:off x="7604640" y="5958720"/>
            <a:ext cx="315540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 符合要求 </a:t>
            </a:r>
            <a:r>
              <a:rPr lang="en-US" sz="120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- </a:t>
            </a:r>
            <a:r>
              <a:rPr lang="zh-CN" sz="120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质量保障体系完善，执行效果良好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任意多边形 69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0" name="任意多边形 699"/>
          <p:cNvSpPr/>
          <p:nvPr/>
        </p:nvSpPr>
        <p:spPr>
          <a:xfrm>
            <a:off x="380880" y="1009440"/>
            <a:ext cx="6667920" cy="5467680"/>
          </a:xfrm>
          <a:custGeom>
            <a:avLst/>
            <a:gdLst/>
            <a:ahLst/>
            <a:cxnLst/>
            <a:rect l="0" t="0" r="r" b="b"/>
            <a:pathLst>
              <a:path w="18522" h="15188">
                <a:moveTo>
                  <a:pt x="0" y="14871"/>
                </a:moveTo>
                <a:lnTo>
                  <a:pt x="0" y="318"/>
                </a:lnTo>
                <a:cubicBezTo>
                  <a:pt x="0" y="297"/>
                  <a:pt x="2" y="276"/>
                  <a:pt x="6" y="256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7"/>
                  <a:pt x="42" y="159"/>
                  <a:pt x="53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8"/>
                  <a:pt x="124" y="65"/>
                  <a:pt x="141" y="54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lnTo>
                  <a:pt x="18204" y="0"/>
                </a:lnTo>
                <a:cubicBezTo>
                  <a:pt x="18225" y="0"/>
                  <a:pt x="18246" y="2"/>
                  <a:pt x="18266" y="6"/>
                </a:cubicBezTo>
                <a:cubicBezTo>
                  <a:pt x="18287" y="10"/>
                  <a:pt x="18306" y="16"/>
                  <a:pt x="18326" y="24"/>
                </a:cubicBezTo>
                <a:cubicBezTo>
                  <a:pt x="18345" y="32"/>
                  <a:pt x="18363" y="42"/>
                  <a:pt x="18381" y="54"/>
                </a:cubicBezTo>
                <a:cubicBezTo>
                  <a:pt x="18398" y="65"/>
                  <a:pt x="18414" y="78"/>
                  <a:pt x="18429" y="93"/>
                </a:cubicBezTo>
                <a:cubicBezTo>
                  <a:pt x="18443" y="108"/>
                  <a:pt x="18457" y="124"/>
                  <a:pt x="18468" y="141"/>
                </a:cubicBezTo>
                <a:cubicBezTo>
                  <a:pt x="18480" y="159"/>
                  <a:pt x="18490" y="177"/>
                  <a:pt x="18497" y="196"/>
                </a:cubicBezTo>
                <a:cubicBezTo>
                  <a:pt x="18505" y="215"/>
                  <a:pt x="18511" y="235"/>
                  <a:pt x="18516" y="256"/>
                </a:cubicBezTo>
                <a:cubicBezTo>
                  <a:pt x="18520" y="276"/>
                  <a:pt x="18522" y="297"/>
                  <a:pt x="18522" y="318"/>
                </a:cubicBezTo>
                <a:lnTo>
                  <a:pt x="18522" y="14871"/>
                </a:lnTo>
                <a:cubicBezTo>
                  <a:pt x="18522" y="14892"/>
                  <a:pt x="18520" y="14912"/>
                  <a:pt x="18516" y="14933"/>
                </a:cubicBezTo>
                <a:cubicBezTo>
                  <a:pt x="18511" y="14953"/>
                  <a:pt x="18505" y="14973"/>
                  <a:pt x="18497" y="14992"/>
                </a:cubicBezTo>
                <a:cubicBezTo>
                  <a:pt x="18490" y="15011"/>
                  <a:pt x="18480" y="15030"/>
                  <a:pt x="18468" y="15047"/>
                </a:cubicBezTo>
                <a:cubicBezTo>
                  <a:pt x="18457" y="15064"/>
                  <a:pt x="18443" y="15080"/>
                  <a:pt x="18429" y="15095"/>
                </a:cubicBezTo>
                <a:cubicBezTo>
                  <a:pt x="18414" y="15110"/>
                  <a:pt x="18398" y="15123"/>
                  <a:pt x="18381" y="15135"/>
                </a:cubicBezTo>
                <a:cubicBezTo>
                  <a:pt x="18363" y="15146"/>
                  <a:pt x="18345" y="15156"/>
                  <a:pt x="18326" y="15164"/>
                </a:cubicBezTo>
                <a:cubicBezTo>
                  <a:pt x="18306" y="15172"/>
                  <a:pt x="18287" y="15178"/>
                  <a:pt x="18266" y="15182"/>
                </a:cubicBezTo>
                <a:cubicBezTo>
                  <a:pt x="18246" y="15186"/>
                  <a:pt x="18225" y="15188"/>
                  <a:pt x="18204" y="15188"/>
                </a:cubicBezTo>
                <a:lnTo>
                  <a:pt x="317" y="15188"/>
                </a:lnTo>
                <a:cubicBezTo>
                  <a:pt x="296" y="15188"/>
                  <a:pt x="276" y="15186"/>
                  <a:pt x="255" y="15182"/>
                </a:cubicBezTo>
                <a:cubicBezTo>
                  <a:pt x="235" y="15178"/>
                  <a:pt x="215" y="15172"/>
                  <a:pt x="196" y="15164"/>
                </a:cubicBezTo>
                <a:cubicBezTo>
                  <a:pt x="177" y="15156"/>
                  <a:pt x="158" y="15146"/>
                  <a:pt x="141" y="15135"/>
                </a:cubicBezTo>
                <a:cubicBezTo>
                  <a:pt x="124" y="15123"/>
                  <a:pt x="108" y="15110"/>
                  <a:pt x="93" y="15095"/>
                </a:cubicBezTo>
                <a:cubicBezTo>
                  <a:pt x="78" y="15080"/>
                  <a:pt x="65" y="15064"/>
                  <a:pt x="53" y="15047"/>
                </a:cubicBezTo>
                <a:cubicBezTo>
                  <a:pt x="42" y="15030"/>
                  <a:pt x="32" y="15011"/>
                  <a:pt x="24" y="14992"/>
                </a:cubicBezTo>
                <a:cubicBezTo>
                  <a:pt x="16" y="14973"/>
                  <a:pt x="10" y="14953"/>
                  <a:pt x="6" y="14933"/>
                </a:cubicBezTo>
                <a:cubicBezTo>
                  <a:pt x="2" y="14912"/>
                  <a:pt x="0" y="14892"/>
                  <a:pt x="0" y="148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1" name="文本框 700"/>
          <p:cNvSpPr txBox="1"/>
          <p:nvPr/>
        </p:nvSpPr>
        <p:spPr>
          <a:xfrm>
            <a:off x="380880" y="410040"/>
            <a:ext cx="2933700" cy="322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五、实现</a:t>
            </a:r>
            <a:r>
              <a:rPr lang="zh-CN" sz="21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与测试阶段评审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2" name="任意多边形 701"/>
          <p:cNvSpPr/>
          <p:nvPr/>
        </p:nvSpPr>
        <p:spPr>
          <a:xfrm>
            <a:off x="5562360" y="1314360"/>
            <a:ext cx="1181520" cy="381240"/>
          </a:xfrm>
          <a:custGeom>
            <a:avLst/>
            <a:gdLst/>
            <a:ahLst/>
            <a:cxnLst/>
            <a:rect l="0" t="0" r="r" b="b"/>
            <a:pathLst>
              <a:path w="3282" h="1059">
                <a:moveTo>
                  <a:pt x="0" y="530"/>
                </a:moveTo>
                <a:cubicBezTo>
                  <a:pt x="0" y="495"/>
                  <a:pt x="4" y="461"/>
                  <a:pt x="10" y="427"/>
                </a:cubicBezTo>
                <a:cubicBezTo>
                  <a:pt x="17" y="393"/>
                  <a:pt x="27" y="360"/>
                  <a:pt x="40" y="327"/>
                </a:cubicBezTo>
                <a:cubicBezTo>
                  <a:pt x="54" y="295"/>
                  <a:pt x="70" y="265"/>
                  <a:pt x="89" y="236"/>
                </a:cubicBezTo>
                <a:cubicBezTo>
                  <a:pt x="109" y="207"/>
                  <a:pt x="131" y="180"/>
                  <a:pt x="155" y="156"/>
                </a:cubicBezTo>
                <a:cubicBezTo>
                  <a:pt x="180" y="131"/>
                  <a:pt x="206" y="109"/>
                  <a:pt x="235" y="90"/>
                </a:cubicBezTo>
                <a:cubicBezTo>
                  <a:pt x="264" y="71"/>
                  <a:pt x="295" y="54"/>
                  <a:pt x="327" y="40"/>
                </a:cubicBezTo>
                <a:cubicBezTo>
                  <a:pt x="359" y="27"/>
                  <a:pt x="392" y="17"/>
                  <a:pt x="426" y="10"/>
                </a:cubicBezTo>
                <a:cubicBezTo>
                  <a:pt x="460" y="3"/>
                  <a:pt x="495" y="0"/>
                  <a:pt x="529" y="0"/>
                </a:cubicBezTo>
                <a:lnTo>
                  <a:pt x="2753" y="0"/>
                </a:lnTo>
                <a:cubicBezTo>
                  <a:pt x="2788" y="0"/>
                  <a:pt x="2822" y="3"/>
                  <a:pt x="2856" y="10"/>
                </a:cubicBezTo>
                <a:cubicBezTo>
                  <a:pt x="2890" y="17"/>
                  <a:pt x="2923" y="27"/>
                  <a:pt x="2955" y="40"/>
                </a:cubicBezTo>
                <a:cubicBezTo>
                  <a:pt x="2987" y="54"/>
                  <a:pt x="3018" y="71"/>
                  <a:pt x="3047" y="90"/>
                </a:cubicBezTo>
                <a:cubicBezTo>
                  <a:pt x="3076" y="109"/>
                  <a:pt x="3102" y="131"/>
                  <a:pt x="3127" y="156"/>
                </a:cubicBezTo>
                <a:cubicBezTo>
                  <a:pt x="3152" y="180"/>
                  <a:pt x="3174" y="207"/>
                  <a:pt x="3193" y="236"/>
                </a:cubicBezTo>
                <a:cubicBezTo>
                  <a:pt x="3212" y="265"/>
                  <a:pt x="3228" y="295"/>
                  <a:pt x="3242" y="327"/>
                </a:cubicBezTo>
                <a:cubicBezTo>
                  <a:pt x="3255" y="360"/>
                  <a:pt x="3265" y="393"/>
                  <a:pt x="3272" y="427"/>
                </a:cubicBezTo>
                <a:cubicBezTo>
                  <a:pt x="3279" y="461"/>
                  <a:pt x="3282" y="495"/>
                  <a:pt x="3282" y="530"/>
                </a:cubicBezTo>
                <a:cubicBezTo>
                  <a:pt x="3282" y="565"/>
                  <a:pt x="3279" y="599"/>
                  <a:pt x="3272" y="633"/>
                </a:cubicBezTo>
                <a:cubicBezTo>
                  <a:pt x="3265" y="667"/>
                  <a:pt x="3255" y="700"/>
                  <a:pt x="3242" y="732"/>
                </a:cubicBezTo>
                <a:cubicBezTo>
                  <a:pt x="3228" y="765"/>
                  <a:pt x="3212" y="795"/>
                  <a:pt x="3193" y="824"/>
                </a:cubicBezTo>
                <a:cubicBezTo>
                  <a:pt x="3174" y="853"/>
                  <a:pt x="3152" y="880"/>
                  <a:pt x="3127" y="904"/>
                </a:cubicBezTo>
                <a:cubicBezTo>
                  <a:pt x="3102" y="929"/>
                  <a:pt x="3076" y="951"/>
                  <a:pt x="3047" y="970"/>
                </a:cubicBezTo>
                <a:cubicBezTo>
                  <a:pt x="3018" y="989"/>
                  <a:pt x="2987" y="1006"/>
                  <a:pt x="2955" y="1019"/>
                </a:cubicBezTo>
                <a:cubicBezTo>
                  <a:pt x="2923" y="1032"/>
                  <a:pt x="2890" y="1042"/>
                  <a:pt x="2856" y="1049"/>
                </a:cubicBezTo>
                <a:cubicBezTo>
                  <a:pt x="2822" y="1056"/>
                  <a:pt x="2788" y="1059"/>
                  <a:pt x="2753" y="1059"/>
                </a:cubicBezTo>
                <a:lnTo>
                  <a:pt x="529" y="1059"/>
                </a:lnTo>
                <a:cubicBezTo>
                  <a:pt x="495" y="1059"/>
                  <a:pt x="460" y="1056"/>
                  <a:pt x="426" y="1049"/>
                </a:cubicBezTo>
                <a:cubicBezTo>
                  <a:pt x="392" y="1042"/>
                  <a:pt x="359" y="1032"/>
                  <a:pt x="327" y="1019"/>
                </a:cubicBezTo>
                <a:cubicBezTo>
                  <a:pt x="295" y="1006"/>
                  <a:pt x="264" y="989"/>
                  <a:pt x="235" y="970"/>
                </a:cubicBezTo>
                <a:cubicBezTo>
                  <a:pt x="206" y="951"/>
                  <a:pt x="180" y="929"/>
                  <a:pt x="155" y="904"/>
                </a:cubicBezTo>
                <a:cubicBezTo>
                  <a:pt x="131" y="880"/>
                  <a:pt x="109" y="853"/>
                  <a:pt x="89" y="824"/>
                </a:cubicBezTo>
                <a:cubicBezTo>
                  <a:pt x="70" y="795"/>
                  <a:pt x="54" y="765"/>
                  <a:pt x="40" y="732"/>
                </a:cubicBezTo>
                <a:cubicBezTo>
                  <a:pt x="27" y="700"/>
                  <a:pt x="17" y="667"/>
                  <a:pt x="10" y="633"/>
                </a:cubicBezTo>
                <a:cubicBezTo>
                  <a:pt x="4" y="599"/>
                  <a:pt x="0" y="565"/>
                  <a:pt x="0" y="530"/>
                </a:cubicBezTo>
                <a:close/>
              </a:path>
            </a:pathLst>
          </a:custGeom>
          <a:solidFill>
            <a:srgbClr val="00B42A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3" name="任意多边形 702"/>
          <p:cNvSpPr/>
          <p:nvPr/>
        </p:nvSpPr>
        <p:spPr>
          <a:xfrm>
            <a:off x="5714640" y="1428480"/>
            <a:ext cx="153000" cy="153000"/>
          </a:xfrm>
          <a:custGeom>
            <a:avLst/>
            <a:gdLst/>
            <a:ahLst/>
            <a:cxnLst/>
            <a:rect l="0" t="0" r="r" b="b"/>
            <a:pathLst>
              <a:path w="425" h="425">
                <a:moveTo>
                  <a:pt x="212" y="425"/>
                </a:moveTo>
                <a:cubicBezTo>
                  <a:pt x="226" y="425"/>
                  <a:pt x="240" y="423"/>
                  <a:pt x="253" y="421"/>
                </a:cubicBezTo>
                <a:cubicBezTo>
                  <a:pt x="267" y="418"/>
                  <a:pt x="280" y="414"/>
                  <a:pt x="293" y="408"/>
                </a:cubicBezTo>
                <a:cubicBezTo>
                  <a:pt x="306" y="403"/>
                  <a:pt x="318" y="397"/>
                  <a:pt x="330" y="389"/>
                </a:cubicBezTo>
                <a:cubicBezTo>
                  <a:pt x="341" y="381"/>
                  <a:pt x="352" y="372"/>
                  <a:pt x="362" y="363"/>
                </a:cubicBezTo>
                <a:cubicBezTo>
                  <a:pt x="372" y="353"/>
                  <a:pt x="380" y="342"/>
                  <a:pt x="388" y="331"/>
                </a:cubicBezTo>
                <a:cubicBezTo>
                  <a:pt x="396" y="319"/>
                  <a:pt x="402" y="307"/>
                  <a:pt x="408" y="294"/>
                </a:cubicBezTo>
                <a:cubicBezTo>
                  <a:pt x="414" y="281"/>
                  <a:pt x="418" y="268"/>
                  <a:pt x="421" y="254"/>
                </a:cubicBezTo>
                <a:cubicBezTo>
                  <a:pt x="423" y="241"/>
                  <a:pt x="425" y="227"/>
                  <a:pt x="425" y="213"/>
                </a:cubicBezTo>
                <a:cubicBezTo>
                  <a:pt x="425" y="199"/>
                  <a:pt x="423" y="185"/>
                  <a:pt x="421" y="172"/>
                </a:cubicBezTo>
                <a:cubicBezTo>
                  <a:pt x="418" y="158"/>
                  <a:pt x="414" y="145"/>
                  <a:pt x="408" y="132"/>
                </a:cubicBezTo>
                <a:cubicBezTo>
                  <a:pt x="402" y="119"/>
                  <a:pt x="396" y="107"/>
                  <a:pt x="388" y="95"/>
                </a:cubicBezTo>
                <a:cubicBezTo>
                  <a:pt x="380" y="84"/>
                  <a:pt x="372" y="73"/>
                  <a:pt x="362" y="63"/>
                </a:cubicBezTo>
                <a:cubicBezTo>
                  <a:pt x="352" y="53"/>
                  <a:pt x="341" y="44"/>
                  <a:pt x="330" y="36"/>
                </a:cubicBezTo>
                <a:cubicBezTo>
                  <a:pt x="318" y="28"/>
                  <a:pt x="306" y="22"/>
                  <a:pt x="293" y="16"/>
                </a:cubicBezTo>
                <a:cubicBezTo>
                  <a:pt x="280" y="11"/>
                  <a:pt x="267" y="7"/>
                  <a:pt x="253" y="4"/>
                </a:cubicBezTo>
                <a:cubicBezTo>
                  <a:pt x="240" y="2"/>
                  <a:pt x="226" y="0"/>
                  <a:pt x="212" y="0"/>
                </a:cubicBezTo>
                <a:cubicBezTo>
                  <a:pt x="198" y="0"/>
                  <a:pt x="185" y="2"/>
                  <a:pt x="171" y="4"/>
                </a:cubicBezTo>
                <a:cubicBezTo>
                  <a:pt x="157" y="7"/>
                  <a:pt x="144" y="11"/>
                  <a:pt x="131" y="16"/>
                </a:cubicBezTo>
                <a:cubicBezTo>
                  <a:pt x="118" y="22"/>
                  <a:pt x="106" y="28"/>
                  <a:pt x="95" y="36"/>
                </a:cubicBezTo>
                <a:cubicBezTo>
                  <a:pt x="83" y="44"/>
                  <a:pt x="72" y="53"/>
                  <a:pt x="62" y="63"/>
                </a:cubicBezTo>
                <a:cubicBezTo>
                  <a:pt x="53" y="73"/>
                  <a:pt x="44" y="84"/>
                  <a:pt x="36" y="95"/>
                </a:cubicBezTo>
                <a:cubicBezTo>
                  <a:pt x="28" y="107"/>
                  <a:pt x="22" y="119"/>
                  <a:pt x="17" y="132"/>
                </a:cubicBezTo>
                <a:cubicBezTo>
                  <a:pt x="11" y="145"/>
                  <a:pt x="7" y="158"/>
                  <a:pt x="5" y="172"/>
                </a:cubicBezTo>
                <a:cubicBezTo>
                  <a:pt x="2" y="185"/>
                  <a:pt x="0" y="199"/>
                  <a:pt x="0" y="213"/>
                </a:cubicBezTo>
                <a:cubicBezTo>
                  <a:pt x="0" y="227"/>
                  <a:pt x="2" y="241"/>
                  <a:pt x="5" y="254"/>
                </a:cubicBezTo>
                <a:cubicBezTo>
                  <a:pt x="7" y="268"/>
                  <a:pt x="11" y="281"/>
                  <a:pt x="17" y="294"/>
                </a:cubicBezTo>
                <a:cubicBezTo>
                  <a:pt x="22" y="307"/>
                  <a:pt x="28" y="319"/>
                  <a:pt x="36" y="331"/>
                </a:cubicBezTo>
                <a:cubicBezTo>
                  <a:pt x="44" y="342"/>
                  <a:pt x="53" y="353"/>
                  <a:pt x="62" y="363"/>
                </a:cubicBezTo>
                <a:cubicBezTo>
                  <a:pt x="72" y="372"/>
                  <a:pt x="83" y="381"/>
                  <a:pt x="95" y="389"/>
                </a:cubicBezTo>
                <a:cubicBezTo>
                  <a:pt x="106" y="397"/>
                  <a:pt x="118" y="403"/>
                  <a:pt x="131" y="408"/>
                </a:cubicBezTo>
                <a:cubicBezTo>
                  <a:pt x="144" y="414"/>
                  <a:pt x="157" y="418"/>
                  <a:pt x="171" y="421"/>
                </a:cubicBezTo>
                <a:cubicBezTo>
                  <a:pt x="185" y="423"/>
                  <a:pt x="198" y="425"/>
                  <a:pt x="212" y="425"/>
                </a:cubicBezTo>
                <a:moveTo>
                  <a:pt x="306" y="174"/>
                </a:moveTo>
                <a:lnTo>
                  <a:pt x="200" y="280"/>
                </a:lnTo>
                <a:cubicBezTo>
                  <a:pt x="192" y="288"/>
                  <a:pt x="179" y="288"/>
                  <a:pt x="172" y="280"/>
                </a:cubicBezTo>
                <a:lnTo>
                  <a:pt x="119" y="227"/>
                </a:lnTo>
                <a:cubicBezTo>
                  <a:pt x="111" y="219"/>
                  <a:pt x="111" y="207"/>
                  <a:pt x="119" y="199"/>
                </a:cubicBezTo>
                <a:cubicBezTo>
                  <a:pt x="127" y="191"/>
                  <a:pt x="139" y="191"/>
                  <a:pt x="147" y="199"/>
                </a:cubicBezTo>
                <a:lnTo>
                  <a:pt x="186" y="238"/>
                </a:lnTo>
                <a:lnTo>
                  <a:pt x="277" y="146"/>
                </a:lnTo>
                <a:cubicBezTo>
                  <a:pt x="285" y="138"/>
                  <a:pt x="298" y="138"/>
                  <a:pt x="306" y="146"/>
                </a:cubicBezTo>
                <a:cubicBezTo>
                  <a:pt x="313" y="154"/>
                  <a:pt x="313" y="166"/>
                  <a:pt x="306" y="174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4" name="文本框 703"/>
          <p:cNvSpPr txBox="1"/>
          <p:nvPr/>
        </p:nvSpPr>
        <p:spPr>
          <a:xfrm>
            <a:off x="685800" y="1369800"/>
            <a:ext cx="838200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用户手册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5" name="文本框 704"/>
          <p:cNvSpPr txBox="1"/>
          <p:nvPr/>
        </p:nvSpPr>
        <p:spPr>
          <a:xfrm>
            <a:off x="5985720" y="1405800"/>
            <a:ext cx="61020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符合要求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6" name="任意多边形 705"/>
          <p:cNvSpPr/>
          <p:nvPr/>
        </p:nvSpPr>
        <p:spPr>
          <a:xfrm>
            <a:off x="685440" y="2266920"/>
            <a:ext cx="133920" cy="133560"/>
          </a:xfrm>
          <a:custGeom>
            <a:avLst/>
            <a:gdLst/>
            <a:ahLst/>
            <a:cxnLst/>
            <a:rect l="0" t="0" r="r" b="b"/>
            <a:pathLst>
              <a:path w="372" h="371">
                <a:moveTo>
                  <a:pt x="187" y="371"/>
                </a:moveTo>
                <a:cubicBezTo>
                  <a:pt x="199" y="371"/>
                  <a:pt x="211" y="370"/>
                  <a:pt x="223" y="367"/>
                </a:cubicBezTo>
                <a:cubicBezTo>
                  <a:pt x="235" y="365"/>
                  <a:pt x="246" y="362"/>
                  <a:pt x="258" y="357"/>
                </a:cubicBezTo>
                <a:cubicBezTo>
                  <a:pt x="269" y="352"/>
                  <a:pt x="279" y="347"/>
                  <a:pt x="290" y="340"/>
                </a:cubicBezTo>
                <a:cubicBezTo>
                  <a:pt x="300" y="333"/>
                  <a:pt x="309" y="325"/>
                  <a:pt x="318" y="317"/>
                </a:cubicBezTo>
                <a:cubicBezTo>
                  <a:pt x="326" y="308"/>
                  <a:pt x="334" y="299"/>
                  <a:pt x="341" y="289"/>
                </a:cubicBezTo>
                <a:cubicBezTo>
                  <a:pt x="347" y="279"/>
                  <a:pt x="353" y="268"/>
                  <a:pt x="358" y="257"/>
                </a:cubicBezTo>
                <a:cubicBezTo>
                  <a:pt x="362" y="245"/>
                  <a:pt x="366" y="234"/>
                  <a:pt x="368" y="222"/>
                </a:cubicBezTo>
                <a:cubicBezTo>
                  <a:pt x="371" y="210"/>
                  <a:pt x="372" y="198"/>
                  <a:pt x="372" y="186"/>
                </a:cubicBezTo>
                <a:cubicBezTo>
                  <a:pt x="372" y="173"/>
                  <a:pt x="371" y="161"/>
                  <a:pt x="368" y="149"/>
                </a:cubicBezTo>
                <a:cubicBezTo>
                  <a:pt x="366" y="137"/>
                  <a:pt x="362" y="125"/>
                  <a:pt x="358" y="114"/>
                </a:cubicBezTo>
                <a:cubicBezTo>
                  <a:pt x="353" y="103"/>
                  <a:pt x="347" y="92"/>
                  <a:pt x="341" y="82"/>
                </a:cubicBezTo>
                <a:cubicBezTo>
                  <a:pt x="334" y="72"/>
                  <a:pt x="326" y="62"/>
                  <a:pt x="318" y="54"/>
                </a:cubicBezTo>
                <a:cubicBezTo>
                  <a:pt x="309" y="45"/>
                  <a:pt x="300" y="38"/>
                  <a:pt x="290" y="31"/>
                </a:cubicBezTo>
                <a:cubicBezTo>
                  <a:pt x="279" y="24"/>
                  <a:pt x="269" y="18"/>
                  <a:pt x="258" y="14"/>
                </a:cubicBezTo>
                <a:cubicBezTo>
                  <a:pt x="246" y="9"/>
                  <a:pt x="235" y="6"/>
                  <a:pt x="223" y="3"/>
                </a:cubicBezTo>
                <a:cubicBezTo>
                  <a:pt x="211" y="1"/>
                  <a:pt x="199" y="0"/>
                  <a:pt x="187" y="0"/>
                </a:cubicBezTo>
                <a:cubicBezTo>
                  <a:pt x="175" y="0"/>
                  <a:pt x="163" y="1"/>
                  <a:pt x="151" y="3"/>
                </a:cubicBezTo>
                <a:cubicBezTo>
                  <a:pt x="139" y="6"/>
                  <a:pt x="126" y="9"/>
                  <a:pt x="115" y="14"/>
                </a:cubicBezTo>
                <a:cubicBezTo>
                  <a:pt x="104" y="18"/>
                  <a:pt x="93" y="24"/>
                  <a:pt x="83" y="31"/>
                </a:cubicBezTo>
                <a:cubicBezTo>
                  <a:pt x="73" y="38"/>
                  <a:pt x="63" y="45"/>
                  <a:pt x="55" y="54"/>
                </a:cubicBezTo>
                <a:cubicBezTo>
                  <a:pt x="46" y="62"/>
                  <a:pt x="38" y="72"/>
                  <a:pt x="32" y="82"/>
                </a:cubicBezTo>
                <a:cubicBezTo>
                  <a:pt x="25" y="92"/>
                  <a:pt x="19" y="103"/>
                  <a:pt x="15" y="114"/>
                </a:cubicBezTo>
                <a:cubicBezTo>
                  <a:pt x="10" y="125"/>
                  <a:pt x="6" y="137"/>
                  <a:pt x="4" y="149"/>
                </a:cubicBezTo>
                <a:cubicBezTo>
                  <a:pt x="2" y="161"/>
                  <a:pt x="0" y="173"/>
                  <a:pt x="0" y="186"/>
                </a:cubicBezTo>
                <a:cubicBezTo>
                  <a:pt x="0" y="198"/>
                  <a:pt x="2" y="210"/>
                  <a:pt x="4" y="222"/>
                </a:cubicBezTo>
                <a:cubicBezTo>
                  <a:pt x="6" y="234"/>
                  <a:pt x="10" y="245"/>
                  <a:pt x="15" y="257"/>
                </a:cubicBezTo>
                <a:cubicBezTo>
                  <a:pt x="19" y="268"/>
                  <a:pt x="25" y="279"/>
                  <a:pt x="32" y="289"/>
                </a:cubicBezTo>
                <a:cubicBezTo>
                  <a:pt x="38" y="299"/>
                  <a:pt x="46" y="308"/>
                  <a:pt x="55" y="317"/>
                </a:cubicBezTo>
                <a:cubicBezTo>
                  <a:pt x="63" y="325"/>
                  <a:pt x="73" y="333"/>
                  <a:pt x="83" y="340"/>
                </a:cubicBezTo>
                <a:cubicBezTo>
                  <a:pt x="93" y="347"/>
                  <a:pt x="104" y="352"/>
                  <a:pt x="115" y="357"/>
                </a:cubicBezTo>
                <a:cubicBezTo>
                  <a:pt x="126" y="362"/>
                  <a:pt x="139" y="365"/>
                  <a:pt x="151" y="367"/>
                </a:cubicBezTo>
                <a:cubicBezTo>
                  <a:pt x="163" y="370"/>
                  <a:pt x="175" y="371"/>
                  <a:pt x="187" y="371"/>
                </a:cubicBezTo>
                <a:moveTo>
                  <a:pt x="158" y="244"/>
                </a:moveTo>
                <a:lnTo>
                  <a:pt x="175" y="244"/>
                </a:lnTo>
                <a:lnTo>
                  <a:pt x="175" y="197"/>
                </a:lnTo>
                <a:lnTo>
                  <a:pt x="158" y="197"/>
                </a:lnTo>
                <a:cubicBezTo>
                  <a:pt x="148" y="197"/>
                  <a:pt x="140" y="190"/>
                  <a:pt x="140" y="180"/>
                </a:cubicBezTo>
                <a:cubicBezTo>
                  <a:pt x="140" y="169"/>
                  <a:pt x="148" y="162"/>
                  <a:pt x="158" y="162"/>
                </a:cubicBezTo>
                <a:lnTo>
                  <a:pt x="192" y="162"/>
                </a:lnTo>
                <a:cubicBezTo>
                  <a:pt x="202" y="162"/>
                  <a:pt x="210" y="169"/>
                  <a:pt x="210" y="180"/>
                </a:cubicBezTo>
                <a:lnTo>
                  <a:pt x="210" y="244"/>
                </a:lnTo>
                <a:lnTo>
                  <a:pt x="216" y="244"/>
                </a:lnTo>
                <a:cubicBezTo>
                  <a:pt x="225" y="244"/>
                  <a:pt x="233" y="251"/>
                  <a:pt x="233" y="261"/>
                </a:cubicBezTo>
                <a:cubicBezTo>
                  <a:pt x="233" y="271"/>
                  <a:pt x="225" y="278"/>
                  <a:pt x="216" y="278"/>
                </a:cubicBezTo>
                <a:lnTo>
                  <a:pt x="158" y="278"/>
                </a:lnTo>
                <a:cubicBezTo>
                  <a:pt x="148" y="278"/>
                  <a:pt x="140" y="271"/>
                  <a:pt x="140" y="261"/>
                </a:cubicBezTo>
                <a:cubicBezTo>
                  <a:pt x="140" y="251"/>
                  <a:pt x="148" y="244"/>
                  <a:pt x="158" y="244"/>
                </a:cubicBezTo>
                <a:moveTo>
                  <a:pt x="187" y="92"/>
                </a:moveTo>
                <a:cubicBezTo>
                  <a:pt x="193" y="92"/>
                  <a:pt x="199" y="94"/>
                  <a:pt x="203" y="99"/>
                </a:cubicBezTo>
                <a:cubicBezTo>
                  <a:pt x="208" y="103"/>
                  <a:pt x="210" y="109"/>
                  <a:pt x="210" y="115"/>
                </a:cubicBezTo>
                <a:cubicBezTo>
                  <a:pt x="210" y="122"/>
                  <a:pt x="208" y="127"/>
                  <a:pt x="203" y="132"/>
                </a:cubicBezTo>
                <a:cubicBezTo>
                  <a:pt x="199" y="136"/>
                  <a:pt x="193" y="138"/>
                  <a:pt x="187" y="138"/>
                </a:cubicBezTo>
                <a:cubicBezTo>
                  <a:pt x="180" y="138"/>
                  <a:pt x="175" y="136"/>
                  <a:pt x="170" y="132"/>
                </a:cubicBezTo>
                <a:cubicBezTo>
                  <a:pt x="166" y="127"/>
                  <a:pt x="164" y="122"/>
                  <a:pt x="164" y="115"/>
                </a:cubicBezTo>
                <a:cubicBezTo>
                  <a:pt x="164" y="109"/>
                  <a:pt x="166" y="103"/>
                  <a:pt x="170" y="99"/>
                </a:cubicBezTo>
                <a:cubicBezTo>
                  <a:pt x="175" y="94"/>
                  <a:pt x="180" y="92"/>
                  <a:pt x="187" y="92"/>
                </a:cubicBez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7" name="文本框 706"/>
          <p:cNvSpPr txBox="1"/>
          <p:nvPr/>
        </p:nvSpPr>
        <p:spPr>
          <a:xfrm>
            <a:off x="685800" y="1939320"/>
            <a:ext cx="9151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用户手册结构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8" name="任意多边形 707"/>
          <p:cNvSpPr/>
          <p:nvPr/>
        </p:nvSpPr>
        <p:spPr>
          <a:xfrm>
            <a:off x="3828960" y="2266920"/>
            <a:ext cx="133560" cy="133560"/>
          </a:xfrm>
          <a:custGeom>
            <a:avLst/>
            <a:gdLst/>
            <a:ahLst/>
            <a:cxnLst/>
            <a:rect l="0" t="0" r="r" b="b"/>
            <a:pathLst>
              <a:path w="371" h="371">
                <a:moveTo>
                  <a:pt x="289" y="279"/>
                </a:moveTo>
                <a:cubicBezTo>
                  <a:pt x="272" y="251"/>
                  <a:pt x="242" y="232"/>
                  <a:pt x="208" y="232"/>
                </a:cubicBezTo>
                <a:lnTo>
                  <a:pt x="162" y="232"/>
                </a:lnTo>
                <a:cubicBezTo>
                  <a:pt x="128" y="232"/>
                  <a:pt x="97" y="251"/>
                  <a:pt x="82" y="279"/>
                </a:cubicBezTo>
                <a:cubicBezTo>
                  <a:pt x="107" y="307"/>
                  <a:pt x="144" y="325"/>
                  <a:pt x="185" y="325"/>
                </a:cubicBezTo>
                <a:cubicBezTo>
                  <a:pt x="226" y="325"/>
                  <a:pt x="263" y="307"/>
                  <a:pt x="289" y="279"/>
                </a:cubicBezTo>
                <a:moveTo>
                  <a:pt x="0" y="186"/>
                </a:move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5" y="62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cubicBezTo>
                  <a:pt x="197" y="0"/>
                  <a:pt x="209" y="1"/>
                  <a:pt x="221" y="3"/>
                </a:cubicBezTo>
                <a:cubicBezTo>
                  <a:pt x="233" y="6"/>
                  <a:pt x="245" y="9"/>
                  <a:pt x="256" y="14"/>
                </a:cubicBezTo>
                <a:cubicBezTo>
                  <a:pt x="267" y="18"/>
                  <a:pt x="278" y="24"/>
                  <a:pt x="289" y="31"/>
                </a:cubicBezTo>
                <a:cubicBezTo>
                  <a:pt x="299" y="38"/>
                  <a:pt x="308" y="45"/>
                  <a:pt x="317" y="54"/>
                </a:cubicBezTo>
                <a:cubicBezTo>
                  <a:pt x="326" y="62"/>
                  <a:pt x="333" y="72"/>
                  <a:pt x="340" y="82"/>
                </a:cubicBezTo>
                <a:cubicBezTo>
                  <a:pt x="347" y="92"/>
                  <a:pt x="352" y="103"/>
                  <a:pt x="357" y="114"/>
                </a:cubicBezTo>
                <a:cubicBezTo>
                  <a:pt x="362" y="125"/>
                  <a:pt x="365" y="137"/>
                  <a:pt x="368" y="149"/>
                </a:cubicBezTo>
                <a:cubicBezTo>
                  <a:pt x="370" y="161"/>
                  <a:pt x="371" y="173"/>
                  <a:pt x="371" y="186"/>
                </a:cubicBezTo>
                <a:cubicBezTo>
                  <a:pt x="371" y="198"/>
                  <a:pt x="370" y="210"/>
                  <a:pt x="368" y="222"/>
                </a:cubicBezTo>
                <a:cubicBezTo>
                  <a:pt x="365" y="234"/>
                  <a:pt x="362" y="245"/>
                  <a:pt x="357" y="257"/>
                </a:cubicBezTo>
                <a:cubicBezTo>
                  <a:pt x="352" y="268"/>
                  <a:pt x="347" y="279"/>
                  <a:pt x="340" y="289"/>
                </a:cubicBezTo>
                <a:cubicBezTo>
                  <a:pt x="333" y="299"/>
                  <a:pt x="326" y="308"/>
                  <a:pt x="317" y="317"/>
                </a:cubicBezTo>
                <a:cubicBezTo>
                  <a:pt x="308" y="325"/>
                  <a:pt x="299" y="333"/>
                  <a:pt x="289" y="340"/>
                </a:cubicBezTo>
                <a:cubicBezTo>
                  <a:pt x="278" y="347"/>
                  <a:pt x="267" y="352"/>
                  <a:pt x="256" y="357"/>
                </a:cubicBezTo>
                <a:cubicBezTo>
                  <a:pt x="245" y="362"/>
                  <a:pt x="233" y="365"/>
                  <a:pt x="221" y="367"/>
                </a:cubicBezTo>
                <a:cubicBezTo>
                  <a:pt x="209" y="370"/>
                  <a:pt x="197" y="371"/>
                  <a:pt x="185" y="371"/>
                </a:cubicBezTo>
                <a:cubicBezTo>
                  <a:pt x="173" y="371"/>
                  <a:pt x="161" y="370"/>
                  <a:pt x="149" y="367"/>
                </a:cubicBezTo>
                <a:cubicBezTo>
                  <a:pt x="137" y="365"/>
                  <a:pt x="125" y="362"/>
                  <a:pt x="114" y="357"/>
                </a:cubicBezTo>
                <a:cubicBezTo>
                  <a:pt x="103" y="352"/>
                  <a:pt x="92" y="347"/>
                  <a:pt x="82" y="340"/>
                </a:cubicBezTo>
                <a:cubicBezTo>
                  <a:pt x="72" y="333"/>
                  <a:pt x="63" y="325"/>
                  <a:pt x="54" y="317"/>
                </a:cubicBezTo>
                <a:cubicBezTo>
                  <a:pt x="45" y="308"/>
                  <a:pt x="38" y="299"/>
                  <a:pt x="31" y="289"/>
                </a:cubicBezTo>
                <a:cubicBezTo>
                  <a:pt x="24" y="279"/>
                  <a:pt x="19" y="268"/>
                  <a:pt x="14" y="257"/>
                </a:cubicBezTo>
                <a:cubicBezTo>
                  <a:pt x="9" y="245"/>
                  <a:pt x="6" y="234"/>
                  <a:pt x="3" y="222"/>
                </a:cubicBezTo>
                <a:cubicBezTo>
                  <a:pt x="1" y="210"/>
                  <a:pt x="0" y="198"/>
                  <a:pt x="0" y="186"/>
                </a:cubicBezTo>
                <a:moveTo>
                  <a:pt x="185" y="197"/>
                </a:moveTo>
                <a:cubicBezTo>
                  <a:pt x="192" y="197"/>
                  <a:pt x="199" y="196"/>
                  <a:pt x="205" y="193"/>
                </a:cubicBezTo>
                <a:cubicBezTo>
                  <a:pt x="211" y="191"/>
                  <a:pt x="217" y="187"/>
                  <a:pt x="222" y="182"/>
                </a:cubicBezTo>
                <a:cubicBezTo>
                  <a:pt x="227" y="176"/>
                  <a:pt x="230" y="171"/>
                  <a:pt x="233" y="164"/>
                </a:cubicBezTo>
                <a:cubicBezTo>
                  <a:pt x="236" y="158"/>
                  <a:pt x="237" y="151"/>
                  <a:pt x="237" y="144"/>
                </a:cubicBezTo>
                <a:cubicBezTo>
                  <a:pt x="237" y="137"/>
                  <a:pt x="236" y="131"/>
                  <a:pt x="233" y="124"/>
                </a:cubicBezTo>
                <a:cubicBezTo>
                  <a:pt x="230" y="118"/>
                  <a:pt x="227" y="112"/>
                  <a:pt x="222" y="107"/>
                </a:cubicBezTo>
                <a:cubicBezTo>
                  <a:pt x="217" y="103"/>
                  <a:pt x="211" y="99"/>
                  <a:pt x="205" y="96"/>
                </a:cubicBezTo>
                <a:cubicBezTo>
                  <a:pt x="199" y="94"/>
                  <a:pt x="192" y="92"/>
                  <a:pt x="185" y="92"/>
                </a:cubicBezTo>
                <a:cubicBezTo>
                  <a:pt x="178" y="92"/>
                  <a:pt x="171" y="94"/>
                  <a:pt x="165" y="96"/>
                </a:cubicBezTo>
                <a:cubicBezTo>
                  <a:pt x="159" y="99"/>
                  <a:pt x="153" y="103"/>
                  <a:pt x="148" y="107"/>
                </a:cubicBezTo>
                <a:cubicBezTo>
                  <a:pt x="143" y="112"/>
                  <a:pt x="139" y="118"/>
                  <a:pt x="137" y="124"/>
                </a:cubicBezTo>
                <a:cubicBezTo>
                  <a:pt x="134" y="131"/>
                  <a:pt x="133" y="137"/>
                  <a:pt x="133" y="144"/>
                </a:cubicBezTo>
                <a:cubicBezTo>
                  <a:pt x="133" y="151"/>
                  <a:pt x="134" y="158"/>
                  <a:pt x="137" y="164"/>
                </a:cubicBezTo>
                <a:cubicBezTo>
                  <a:pt x="139" y="171"/>
                  <a:pt x="143" y="176"/>
                  <a:pt x="148" y="182"/>
                </a:cubicBezTo>
                <a:cubicBezTo>
                  <a:pt x="153" y="187"/>
                  <a:pt x="159" y="191"/>
                  <a:pt x="165" y="193"/>
                </a:cubicBezTo>
                <a:cubicBezTo>
                  <a:pt x="171" y="196"/>
                  <a:pt x="178" y="197"/>
                  <a:pt x="185" y="197"/>
                </a:cubicBez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9" name="文本框 708"/>
          <p:cNvSpPr txBox="1"/>
          <p:nvPr/>
        </p:nvSpPr>
        <p:spPr>
          <a:xfrm>
            <a:off x="895320" y="2243160"/>
            <a:ext cx="531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系统概述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1" name="文本框 710"/>
          <p:cNvSpPr txBox="1"/>
          <p:nvPr/>
        </p:nvSpPr>
        <p:spPr>
          <a:xfrm>
            <a:off x="4040640" y="2243160"/>
            <a:ext cx="796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用户使用指南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2" name="任意多边形 711"/>
          <p:cNvSpPr/>
          <p:nvPr/>
        </p:nvSpPr>
        <p:spPr>
          <a:xfrm>
            <a:off x="3829680" y="2545200"/>
            <a:ext cx="163800" cy="130320"/>
          </a:xfrm>
          <a:custGeom>
            <a:avLst/>
            <a:gdLst/>
            <a:ahLst/>
            <a:cxnLst/>
            <a:rect l="0" t="0" r="r" b="b"/>
            <a:pathLst>
              <a:path w="455" h="362">
                <a:moveTo>
                  <a:pt x="221" y="92"/>
                </a:moveTo>
                <a:cubicBezTo>
                  <a:pt x="226" y="87"/>
                  <a:pt x="228" y="80"/>
                  <a:pt x="225" y="74"/>
                </a:cubicBezTo>
                <a:cubicBezTo>
                  <a:pt x="224" y="70"/>
                  <a:pt x="222" y="66"/>
                  <a:pt x="220" y="62"/>
                </a:cubicBezTo>
                <a:lnTo>
                  <a:pt x="218" y="59"/>
                </a:lnTo>
                <a:cubicBezTo>
                  <a:pt x="216" y="55"/>
                  <a:pt x="213" y="51"/>
                  <a:pt x="211" y="48"/>
                </a:cubicBezTo>
                <a:cubicBezTo>
                  <a:pt x="206" y="42"/>
                  <a:pt x="199" y="41"/>
                  <a:pt x="193" y="43"/>
                </a:cubicBezTo>
                <a:lnTo>
                  <a:pt x="172" y="50"/>
                </a:lnTo>
                <a:cubicBezTo>
                  <a:pt x="165" y="43"/>
                  <a:pt x="156" y="38"/>
                  <a:pt x="146" y="34"/>
                </a:cubicBezTo>
                <a:lnTo>
                  <a:pt x="142" y="13"/>
                </a:lnTo>
                <a:cubicBezTo>
                  <a:pt x="140" y="7"/>
                  <a:pt x="135" y="1"/>
                  <a:pt x="128" y="1"/>
                </a:cubicBezTo>
                <a:cubicBezTo>
                  <a:pt x="124" y="0"/>
                  <a:pt x="119" y="0"/>
                  <a:pt x="114" y="0"/>
                </a:cubicBezTo>
                <a:lnTo>
                  <a:pt x="113" y="0"/>
                </a:lnTo>
                <a:cubicBezTo>
                  <a:pt x="108" y="0"/>
                  <a:pt x="104" y="0"/>
                  <a:pt x="99" y="1"/>
                </a:cubicBezTo>
                <a:cubicBezTo>
                  <a:pt x="92" y="1"/>
                  <a:pt x="87" y="7"/>
                  <a:pt x="85" y="13"/>
                </a:cubicBezTo>
                <a:lnTo>
                  <a:pt x="81" y="34"/>
                </a:lnTo>
                <a:cubicBezTo>
                  <a:pt x="71" y="38"/>
                  <a:pt x="63" y="43"/>
                  <a:pt x="55" y="50"/>
                </a:cubicBezTo>
                <a:lnTo>
                  <a:pt x="34" y="43"/>
                </a:lnTo>
                <a:cubicBezTo>
                  <a:pt x="27" y="41"/>
                  <a:pt x="20" y="43"/>
                  <a:pt x="15" y="48"/>
                </a:cubicBezTo>
                <a:cubicBezTo>
                  <a:pt x="13" y="51"/>
                  <a:pt x="10" y="55"/>
                  <a:pt x="8" y="59"/>
                </a:cubicBezTo>
                <a:lnTo>
                  <a:pt x="6" y="62"/>
                </a:lnTo>
                <a:cubicBezTo>
                  <a:pt x="4" y="66"/>
                  <a:pt x="2" y="70"/>
                  <a:pt x="1" y="74"/>
                </a:cubicBezTo>
                <a:cubicBezTo>
                  <a:pt x="-2" y="80"/>
                  <a:pt x="0" y="87"/>
                  <a:pt x="5" y="92"/>
                </a:cubicBezTo>
                <a:lnTo>
                  <a:pt x="21" y="106"/>
                </a:lnTo>
                <a:cubicBezTo>
                  <a:pt x="20" y="111"/>
                  <a:pt x="20" y="116"/>
                  <a:pt x="20" y="121"/>
                </a:cubicBezTo>
                <a:cubicBezTo>
                  <a:pt x="20" y="126"/>
                  <a:pt x="20" y="131"/>
                  <a:pt x="21" y="136"/>
                </a:cubicBezTo>
                <a:lnTo>
                  <a:pt x="5" y="151"/>
                </a:lnTo>
                <a:cubicBezTo>
                  <a:pt x="0" y="155"/>
                  <a:pt x="-2" y="162"/>
                  <a:pt x="1" y="169"/>
                </a:cubicBezTo>
                <a:cubicBezTo>
                  <a:pt x="2" y="173"/>
                  <a:pt x="4" y="176"/>
                  <a:pt x="6" y="180"/>
                </a:cubicBezTo>
                <a:lnTo>
                  <a:pt x="8" y="184"/>
                </a:lnTo>
                <a:cubicBezTo>
                  <a:pt x="10" y="187"/>
                  <a:pt x="13" y="191"/>
                  <a:pt x="15" y="194"/>
                </a:cubicBezTo>
                <a:cubicBezTo>
                  <a:pt x="20" y="200"/>
                  <a:pt x="27" y="202"/>
                  <a:pt x="34" y="199"/>
                </a:cubicBezTo>
                <a:lnTo>
                  <a:pt x="55" y="193"/>
                </a:lnTo>
                <a:cubicBezTo>
                  <a:pt x="62" y="199"/>
                  <a:pt x="71" y="204"/>
                  <a:pt x="81" y="208"/>
                </a:cubicBezTo>
                <a:lnTo>
                  <a:pt x="85" y="229"/>
                </a:lnTo>
                <a:cubicBezTo>
                  <a:pt x="87" y="236"/>
                  <a:pt x="92" y="241"/>
                  <a:pt x="99" y="242"/>
                </a:cubicBezTo>
                <a:cubicBezTo>
                  <a:pt x="104" y="242"/>
                  <a:pt x="108" y="243"/>
                  <a:pt x="113" y="243"/>
                </a:cubicBezTo>
                <a:cubicBezTo>
                  <a:pt x="118" y="243"/>
                  <a:pt x="123" y="242"/>
                  <a:pt x="128" y="242"/>
                </a:cubicBezTo>
                <a:cubicBezTo>
                  <a:pt x="135" y="241"/>
                  <a:pt x="140" y="236"/>
                  <a:pt x="142" y="229"/>
                </a:cubicBezTo>
                <a:lnTo>
                  <a:pt x="146" y="208"/>
                </a:lnTo>
                <a:cubicBezTo>
                  <a:pt x="156" y="204"/>
                  <a:pt x="164" y="199"/>
                  <a:pt x="172" y="193"/>
                </a:cubicBezTo>
                <a:lnTo>
                  <a:pt x="193" y="199"/>
                </a:lnTo>
                <a:cubicBezTo>
                  <a:pt x="199" y="202"/>
                  <a:pt x="206" y="200"/>
                  <a:pt x="210" y="194"/>
                </a:cubicBezTo>
                <a:cubicBezTo>
                  <a:pt x="213" y="191"/>
                  <a:pt x="215" y="187"/>
                  <a:pt x="218" y="184"/>
                </a:cubicBezTo>
                <a:lnTo>
                  <a:pt x="220" y="180"/>
                </a:lnTo>
                <a:cubicBezTo>
                  <a:pt x="222" y="176"/>
                  <a:pt x="224" y="172"/>
                  <a:pt x="225" y="169"/>
                </a:cubicBezTo>
                <a:cubicBezTo>
                  <a:pt x="228" y="162"/>
                  <a:pt x="226" y="155"/>
                  <a:pt x="221" y="151"/>
                </a:cubicBezTo>
                <a:lnTo>
                  <a:pt x="205" y="136"/>
                </a:lnTo>
                <a:cubicBezTo>
                  <a:pt x="206" y="131"/>
                  <a:pt x="206" y="126"/>
                  <a:pt x="206" y="121"/>
                </a:cubicBezTo>
                <a:cubicBezTo>
                  <a:pt x="206" y="116"/>
                  <a:pt x="206" y="111"/>
                  <a:pt x="205" y="106"/>
                </a:cubicBezTo>
                <a:lnTo>
                  <a:pt x="221" y="92"/>
                </a:lnTo>
                <a:moveTo>
                  <a:pt x="79" y="121"/>
                </a:moveTo>
                <a:cubicBezTo>
                  <a:pt x="79" y="112"/>
                  <a:pt x="82" y="103"/>
                  <a:pt x="89" y="97"/>
                </a:cubicBezTo>
                <a:cubicBezTo>
                  <a:pt x="96" y="90"/>
                  <a:pt x="104" y="86"/>
                  <a:pt x="114" y="86"/>
                </a:cubicBezTo>
                <a:cubicBezTo>
                  <a:pt x="123" y="86"/>
                  <a:pt x="131" y="90"/>
                  <a:pt x="138" y="97"/>
                </a:cubicBezTo>
                <a:cubicBezTo>
                  <a:pt x="145" y="103"/>
                  <a:pt x="148" y="112"/>
                  <a:pt x="148" y="121"/>
                </a:cubicBezTo>
                <a:cubicBezTo>
                  <a:pt x="148" y="131"/>
                  <a:pt x="145" y="139"/>
                  <a:pt x="138" y="146"/>
                </a:cubicBezTo>
                <a:cubicBezTo>
                  <a:pt x="131" y="153"/>
                  <a:pt x="123" y="156"/>
                  <a:pt x="114" y="156"/>
                </a:cubicBezTo>
                <a:cubicBezTo>
                  <a:pt x="104" y="156"/>
                  <a:pt x="96" y="153"/>
                  <a:pt x="89" y="146"/>
                </a:cubicBezTo>
                <a:cubicBezTo>
                  <a:pt x="82" y="139"/>
                  <a:pt x="79" y="131"/>
                  <a:pt x="79" y="121"/>
                </a:cubicBezTo>
                <a:moveTo>
                  <a:pt x="363" y="357"/>
                </a:moveTo>
                <a:cubicBezTo>
                  <a:pt x="367" y="362"/>
                  <a:pt x="375" y="364"/>
                  <a:pt x="381" y="361"/>
                </a:cubicBezTo>
                <a:cubicBezTo>
                  <a:pt x="385" y="360"/>
                  <a:pt x="389" y="358"/>
                  <a:pt x="392" y="356"/>
                </a:cubicBezTo>
                <a:lnTo>
                  <a:pt x="396" y="354"/>
                </a:lnTo>
                <a:cubicBezTo>
                  <a:pt x="400" y="352"/>
                  <a:pt x="403" y="349"/>
                  <a:pt x="407" y="347"/>
                </a:cubicBezTo>
                <a:cubicBezTo>
                  <a:pt x="412" y="343"/>
                  <a:pt x="414" y="335"/>
                  <a:pt x="412" y="328"/>
                </a:cubicBezTo>
                <a:lnTo>
                  <a:pt x="405" y="307"/>
                </a:lnTo>
                <a:cubicBezTo>
                  <a:pt x="411" y="300"/>
                  <a:pt x="417" y="291"/>
                  <a:pt x="420" y="281"/>
                </a:cubicBezTo>
                <a:lnTo>
                  <a:pt x="441" y="277"/>
                </a:lnTo>
                <a:cubicBezTo>
                  <a:pt x="448" y="275"/>
                  <a:pt x="453" y="270"/>
                  <a:pt x="454" y="263"/>
                </a:cubicBezTo>
                <a:cubicBezTo>
                  <a:pt x="455" y="259"/>
                  <a:pt x="455" y="254"/>
                  <a:pt x="455" y="249"/>
                </a:cubicBezTo>
                <a:cubicBezTo>
                  <a:pt x="455" y="244"/>
                  <a:pt x="455" y="239"/>
                  <a:pt x="454" y="234"/>
                </a:cubicBezTo>
                <a:cubicBezTo>
                  <a:pt x="453" y="227"/>
                  <a:pt x="448" y="222"/>
                  <a:pt x="441" y="220"/>
                </a:cubicBezTo>
                <a:lnTo>
                  <a:pt x="420" y="216"/>
                </a:lnTo>
                <a:cubicBezTo>
                  <a:pt x="417" y="206"/>
                  <a:pt x="411" y="198"/>
                  <a:pt x="405" y="190"/>
                </a:cubicBezTo>
                <a:lnTo>
                  <a:pt x="412" y="169"/>
                </a:lnTo>
                <a:cubicBezTo>
                  <a:pt x="414" y="163"/>
                  <a:pt x="412" y="156"/>
                  <a:pt x="407" y="152"/>
                </a:cubicBezTo>
                <a:cubicBezTo>
                  <a:pt x="403" y="149"/>
                  <a:pt x="400" y="147"/>
                  <a:pt x="396" y="144"/>
                </a:cubicBezTo>
                <a:lnTo>
                  <a:pt x="392" y="142"/>
                </a:lnTo>
                <a:cubicBezTo>
                  <a:pt x="389" y="140"/>
                  <a:pt x="385" y="138"/>
                  <a:pt x="381" y="137"/>
                </a:cubicBezTo>
                <a:cubicBezTo>
                  <a:pt x="375" y="134"/>
                  <a:pt x="368" y="136"/>
                  <a:pt x="363" y="141"/>
                </a:cubicBezTo>
                <a:lnTo>
                  <a:pt x="349" y="157"/>
                </a:lnTo>
                <a:cubicBezTo>
                  <a:pt x="344" y="156"/>
                  <a:pt x="339" y="156"/>
                  <a:pt x="333" y="156"/>
                </a:cubicBezTo>
                <a:cubicBezTo>
                  <a:pt x="328" y="156"/>
                  <a:pt x="323" y="156"/>
                  <a:pt x="318" y="157"/>
                </a:cubicBezTo>
                <a:lnTo>
                  <a:pt x="304" y="141"/>
                </a:lnTo>
                <a:cubicBezTo>
                  <a:pt x="299" y="136"/>
                  <a:pt x="292" y="134"/>
                  <a:pt x="286" y="137"/>
                </a:cubicBezTo>
                <a:cubicBezTo>
                  <a:pt x="282" y="138"/>
                  <a:pt x="278" y="140"/>
                  <a:pt x="275" y="142"/>
                </a:cubicBezTo>
                <a:lnTo>
                  <a:pt x="271" y="144"/>
                </a:lnTo>
                <a:cubicBezTo>
                  <a:pt x="267" y="147"/>
                  <a:pt x="264" y="149"/>
                  <a:pt x="260" y="152"/>
                </a:cubicBezTo>
                <a:cubicBezTo>
                  <a:pt x="255" y="156"/>
                  <a:pt x="253" y="163"/>
                  <a:pt x="255" y="169"/>
                </a:cubicBezTo>
                <a:lnTo>
                  <a:pt x="262" y="190"/>
                </a:lnTo>
                <a:cubicBezTo>
                  <a:pt x="256" y="198"/>
                  <a:pt x="250" y="206"/>
                  <a:pt x="247" y="216"/>
                </a:cubicBezTo>
                <a:lnTo>
                  <a:pt x="226" y="220"/>
                </a:lnTo>
                <a:cubicBezTo>
                  <a:pt x="219" y="222"/>
                  <a:pt x="214" y="227"/>
                  <a:pt x="213" y="234"/>
                </a:cubicBezTo>
                <a:cubicBezTo>
                  <a:pt x="212" y="239"/>
                  <a:pt x="212" y="243"/>
                  <a:pt x="212" y="248"/>
                </a:cubicBezTo>
                <a:cubicBezTo>
                  <a:pt x="212" y="253"/>
                  <a:pt x="212" y="258"/>
                  <a:pt x="213" y="263"/>
                </a:cubicBezTo>
                <a:cubicBezTo>
                  <a:pt x="214" y="270"/>
                  <a:pt x="219" y="275"/>
                  <a:pt x="226" y="277"/>
                </a:cubicBezTo>
                <a:lnTo>
                  <a:pt x="247" y="281"/>
                </a:lnTo>
                <a:cubicBezTo>
                  <a:pt x="250" y="291"/>
                  <a:pt x="256" y="299"/>
                  <a:pt x="262" y="307"/>
                </a:cubicBezTo>
                <a:lnTo>
                  <a:pt x="255" y="328"/>
                </a:lnTo>
                <a:cubicBezTo>
                  <a:pt x="253" y="335"/>
                  <a:pt x="255" y="342"/>
                  <a:pt x="260" y="346"/>
                </a:cubicBezTo>
                <a:cubicBezTo>
                  <a:pt x="264" y="349"/>
                  <a:pt x="267" y="351"/>
                  <a:pt x="271" y="354"/>
                </a:cubicBezTo>
                <a:lnTo>
                  <a:pt x="275" y="356"/>
                </a:lnTo>
                <a:cubicBezTo>
                  <a:pt x="278" y="358"/>
                  <a:pt x="282" y="360"/>
                  <a:pt x="286" y="361"/>
                </a:cubicBezTo>
                <a:cubicBezTo>
                  <a:pt x="292" y="364"/>
                  <a:pt x="299" y="362"/>
                  <a:pt x="304" y="357"/>
                </a:cubicBezTo>
                <a:lnTo>
                  <a:pt x="318" y="341"/>
                </a:lnTo>
                <a:cubicBezTo>
                  <a:pt x="323" y="342"/>
                  <a:pt x="328" y="342"/>
                  <a:pt x="334" y="342"/>
                </a:cubicBezTo>
                <a:cubicBezTo>
                  <a:pt x="339" y="342"/>
                  <a:pt x="344" y="342"/>
                  <a:pt x="349" y="341"/>
                </a:cubicBezTo>
                <a:lnTo>
                  <a:pt x="363" y="357"/>
                </a:lnTo>
                <a:moveTo>
                  <a:pt x="333" y="214"/>
                </a:moveTo>
                <a:cubicBezTo>
                  <a:pt x="343" y="214"/>
                  <a:pt x="351" y="217"/>
                  <a:pt x="358" y="224"/>
                </a:cubicBezTo>
                <a:cubicBezTo>
                  <a:pt x="365" y="231"/>
                  <a:pt x="368" y="239"/>
                  <a:pt x="368" y="249"/>
                </a:cubicBezTo>
                <a:cubicBezTo>
                  <a:pt x="368" y="258"/>
                  <a:pt x="365" y="266"/>
                  <a:pt x="358" y="273"/>
                </a:cubicBezTo>
                <a:cubicBezTo>
                  <a:pt x="351" y="280"/>
                  <a:pt x="343" y="283"/>
                  <a:pt x="333" y="283"/>
                </a:cubicBezTo>
                <a:cubicBezTo>
                  <a:pt x="324" y="283"/>
                  <a:pt x="316" y="280"/>
                  <a:pt x="309" y="273"/>
                </a:cubicBezTo>
                <a:cubicBezTo>
                  <a:pt x="302" y="266"/>
                  <a:pt x="299" y="258"/>
                  <a:pt x="299" y="249"/>
                </a:cubicBezTo>
                <a:cubicBezTo>
                  <a:pt x="299" y="239"/>
                  <a:pt x="302" y="231"/>
                  <a:pt x="309" y="224"/>
                </a:cubicBezTo>
                <a:cubicBezTo>
                  <a:pt x="316" y="217"/>
                  <a:pt x="324" y="214"/>
                  <a:pt x="333" y="214"/>
                </a:cubicBez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4" name="任意多边形 713"/>
          <p:cNvSpPr/>
          <p:nvPr/>
        </p:nvSpPr>
        <p:spPr>
          <a:xfrm>
            <a:off x="695600" y="2504200"/>
            <a:ext cx="133920" cy="133920"/>
          </a:xfrm>
          <a:custGeom>
            <a:avLst/>
            <a:gdLst/>
            <a:ahLst/>
            <a:cxnLst/>
            <a:rect l="0" t="0" r="r" b="b"/>
            <a:pathLst>
              <a:path w="372" h="372">
                <a:moveTo>
                  <a:pt x="187" y="372"/>
                </a:moveTo>
                <a:cubicBezTo>
                  <a:pt x="199" y="372"/>
                  <a:pt x="211" y="370"/>
                  <a:pt x="223" y="368"/>
                </a:cubicBezTo>
                <a:cubicBezTo>
                  <a:pt x="235" y="366"/>
                  <a:pt x="246" y="362"/>
                  <a:pt x="258" y="357"/>
                </a:cubicBezTo>
                <a:cubicBezTo>
                  <a:pt x="269" y="353"/>
                  <a:pt x="279" y="347"/>
                  <a:pt x="290" y="340"/>
                </a:cubicBezTo>
                <a:cubicBezTo>
                  <a:pt x="300" y="334"/>
                  <a:pt x="309" y="326"/>
                  <a:pt x="318" y="317"/>
                </a:cubicBezTo>
                <a:cubicBezTo>
                  <a:pt x="326" y="309"/>
                  <a:pt x="334" y="299"/>
                  <a:pt x="341" y="289"/>
                </a:cubicBezTo>
                <a:cubicBezTo>
                  <a:pt x="347" y="279"/>
                  <a:pt x="353" y="268"/>
                  <a:pt x="358" y="257"/>
                </a:cubicBezTo>
                <a:cubicBezTo>
                  <a:pt x="362" y="246"/>
                  <a:pt x="366" y="234"/>
                  <a:pt x="368" y="223"/>
                </a:cubicBezTo>
                <a:cubicBezTo>
                  <a:pt x="371" y="211"/>
                  <a:pt x="372" y="199"/>
                  <a:pt x="372" y="186"/>
                </a:cubicBezTo>
                <a:cubicBezTo>
                  <a:pt x="372" y="174"/>
                  <a:pt x="371" y="162"/>
                  <a:pt x="368" y="150"/>
                </a:cubicBezTo>
                <a:cubicBezTo>
                  <a:pt x="366" y="138"/>
                  <a:pt x="362" y="127"/>
                  <a:pt x="358" y="114"/>
                </a:cubicBezTo>
                <a:cubicBezTo>
                  <a:pt x="353" y="103"/>
                  <a:pt x="347" y="93"/>
                  <a:pt x="341" y="82"/>
                </a:cubicBezTo>
                <a:cubicBezTo>
                  <a:pt x="334" y="72"/>
                  <a:pt x="326" y="63"/>
                  <a:pt x="318" y="54"/>
                </a:cubicBezTo>
                <a:cubicBezTo>
                  <a:pt x="309" y="46"/>
                  <a:pt x="300" y="38"/>
                  <a:pt x="290" y="31"/>
                </a:cubicBezTo>
                <a:cubicBezTo>
                  <a:pt x="279" y="25"/>
                  <a:pt x="269" y="19"/>
                  <a:pt x="258" y="14"/>
                </a:cubicBezTo>
                <a:cubicBezTo>
                  <a:pt x="246" y="10"/>
                  <a:pt x="235" y="6"/>
                  <a:pt x="223" y="4"/>
                </a:cubicBezTo>
                <a:cubicBezTo>
                  <a:pt x="211" y="1"/>
                  <a:pt x="199" y="0"/>
                  <a:pt x="187" y="0"/>
                </a:cubicBezTo>
                <a:cubicBezTo>
                  <a:pt x="175" y="0"/>
                  <a:pt x="163" y="1"/>
                  <a:pt x="151" y="4"/>
                </a:cubicBezTo>
                <a:cubicBezTo>
                  <a:pt x="139" y="6"/>
                  <a:pt x="126" y="10"/>
                  <a:pt x="115" y="14"/>
                </a:cubicBezTo>
                <a:cubicBezTo>
                  <a:pt x="104" y="19"/>
                  <a:pt x="93" y="25"/>
                  <a:pt x="83" y="31"/>
                </a:cubicBezTo>
                <a:cubicBezTo>
                  <a:pt x="73" y="38"/>
                  <a:pt x="63" y="46"/>
                  <a:pt x="55" y="54"/>
                </a:cubicBezTo>
                <a:cubicBezTo>
                  <a:pt x="46" y="63"/>
                  <a:pt x="38" y="72"/>
                  <a:pt x="32" y="82"/>
                </a:cubicBezTo>
                <a:cubicBezTo>
                  <a:pt x="25" y="93"/>
                  <a:pt x="19" y="103"/>
                  <a:pt x="15" y="114"/>
                </a:cubicBezTo>
                <a:cubicBezTo>
                  <a:pt x="10" y="127"/>
                  <a:pt x="6" y="138"/>
                  <a:pt x="4" y="150"/>
                </a:cubicBezTo>
                <a:cubicBezTo>
                  <a:pt x="2" y="162"/>
                  <a:pt x="0" y="174"/>
                  <a:pt x="0" y="186"/>
                </a:cubicBezTo>
                <a:cubicBezTo>
                  <a:pt x="0" y="199"/>
                  <a:pt x="2" y="211"/>
                  <a:pt x="4" y="223"/>
                </a:cubicBezTo>
                <a:cubicBezTo>
                  <a:pt x="6" y="234"/>
                  <a:pt x="10" y="246"/>
                  <a:pt x="15" y="257"/>
                </a:cubicBezTo>
                <a:cubicBezTo>
                  <a:pt x="19" y="268"/>
                  <a:pt x="25" y="279"/>
                  <a:pt x="32" y="289"/>
                </a:cubicBezTo>
                <a:cubicBezTo>
                  <a:pt x="38" y="299"/>
                  <a:pt x="46" y="309"/>
                  <a:pt x="55" y="317"/>
                </a:cubicBezTo>
                <a:cubicBezTo>
                  <a:pt x="63" y="326"/>
                  <a:pt x="73" y="334"/>
                  <a:pt x="83" y="340"/>
                </a:cubicBezTo>
                <a:cubicBezTo>
                  <a:pt x="93" y="347"/>
                  <a:pt x="104" y="353"/>
                  <a:pt x="115" y="357"/>
                </a:cubicBezTo>
                <a:cubicBezTo>
                  <a:pt x="126" y="362"/>
                  <a:pt x="139" y="366"/>
                  <a:pt x="151" y="368"/>
                </a:cubicBezTo>
                <a:cubicBezTo>
                  <a:pt x="163" y="370"/>
                  <a:pt x="175" y="372"/>
                  <a:pt x="187" y="372"/>
                </a:cubicBezTo>
                <a:moveTo>
                  <a:pt x="123" y="120"/>
                </a:moveTo>
                <a:cubicBezTo>
                  <a:pt x="129" y="104"/>
                  <a:pt x="145" y="93"/>
                  <a:pt x="163" y="93"/>
                </a:cubicBezTo>
                <a:lnTo>
                  <a:pt x="205" y="93"/>
                </a:lnTo>
                <a:cubicBezTo>
                  <a:pt x="230" y="93"/>
                  <a:pt x="250" y="113"/>
                  <a:pt x="250" y="139"/>
                </a:cubicBezTo>
                <a:cubicBezTo>
                  <a:pt x="250" y="156"/>
                  <a:pt x="242" y="171"/>
                  <a:pt x="227" y="179"/>
                </a:cubicBezTo>
                <a:lnTo>
                  <a:pt x="204" y="192"/>
                </a:lnTo>
                <a:cubicBezTo>
                  <a:pt x="204" y="202"/>
                  <a:pt x="196" y="210"/>
                  <a:pt x="187" y="210"/>
                </a:cubicBezTo>
                <a:cubicBezTo>
                  <a:pt x="177" y="210"/>
                  <a:pt x="169" y="202"/>
                  <a:pt x="169" y="192"/>
                </a:cubicBezTo>
                <a:lnTo>
                  <a:pt x="169" y="182"/>
                </a:lnTo>
                <a:cubicBezTo>
                  <a:pt x="169" y="176"/>
                  <a:pt x="173" y="170"/>
                  <a:pt x="178" y="167"/>
                </a:cubicBezTo>
                <a:lnTo>
                  <a:pt x="210" y="149"/>
                </a:lnTo>
                <a:cubicBezTo>
                  <a:pt x="214" y="147"/>
                  <a:pt x="216" y="143"/>
                  <a:pt x="216" y="139"/>
                </a:cubicBezTo>
                <a:cubicBezTo>
                  <a:pt x="216" y="133"/>
                  <a:pt x="211" y="129"/>
                  <a:pt x="205" y="129"/>
                </a:cubicBezTo>
                <a:lnTo>
                  <a:pt x="163" y="129"/>
                </a:lnTo>
                <a:cubicBezTo>
                  <a:pt x="160" y="129"/>
                  <a:pt x="158" y="130"/>
                  <a:pt x="157" y="132"/>
                </a:cubicBezTo>
                <a:lnTo>
                  <a:pt x="157" y="133"/>
                </a:lnTo>
                <a:cubicBezTo>
                  <a:pt x="154" y="142"/>
                  <a:pt x="144" y="147"/>
                  <a:pt x="135" y="144"/>
                </a:cubicBezTo>
                <a:cubicBezTo>
                  <a:pt x="125" y="141"/>
                  <a:pt x="120" y="131"/>
                  <a:pt x="123" y="121"/>
                </a:cubicBezTo>
                <a:lnTo>
                  <a:pt x="123" y="120"/>
                </a:lnTo>
                <a:moveTo>
                  <a:pt x="164" y="256"/>
                </a:moveTo>
                <a:cubicBezTo>
                  <a:pt x="164" y="249"/>
                  <a:pt x="166" y="244"/>
                  <a:pt x="170" y="239"/>
                </a:cubicBezTo>
                <a:cubicBezTo>
                  <a:pt x="175" y="235"/>
                  <a:pt x="180" y="233"/>
                  <a:pt x="187" y="233"/>
                </a:cubicBezTo>
                <a:cubicBezTo>
                  <a:pt x="193" y="233"/>
                  <a:pt x="199" y="235"/>
                  <a:pt x="203" y="239"/>
                </a:cubicBezTo>
                <a:cubicBezTo>
                  <a:pt x="208" y="244"/>
                  <a:pt x="210" y="249"/>
                  <a:pt x="210" y="256"/>
                </a:cubicBezTo>
                <a:cubicBezTo>
                  <a:pt x="210" y="262"/>
                  <a:pt x="208" y="268"/>
                  <a:pt x="203" y="272"/>
                </a:cubicBezTo>
                <a:cubicBezTo>
                  <a:pt x="199" y="277"/>
                  <a:pt x="193" y="279"/>
                  <a:pt x="187" y="279"/>
                </a:cubicBezTo>
                <a:cubicBezTo>
                  <a:pt x="180" y="279"/>
                  <a:pt x="175" y="277"/>
                  <a:pt x="170" y="272"/>
                </a:cubicBezTo>
                <a:cubicBezTo>
                  <a:pt x="166" y="268"/>
                  <a:pt x="164" y="262"/>
                  <a:pt x="164" y="256"/>
                </a:cubicBez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5" name="文本框 714"/>
          <p:cNvSpPr txBox="1"/>
          <p:nvPr/>
        </p:nvSpPr>
        <p:spPr>
          <a:xfrm>
            <a:off x="4073760" y="2519640"/>
            <a:ext cx="928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管理员使用指南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6" name="文本框 715"/>
          <p:cNvSpPr txBox="1"/>
          <p:nvPr/>
        </p:nvSpPr>
        <p:spPr>
          <a:xfrm>
            <a:off x="911195" y="2506835"/>
            <a:ext cx="796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常见问题解答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7" name="任意多边形 716"/>
          <p:cNvSpPr/>
          <p:nvPr/>
        </p:nvSpPr>
        <p:spPr>
          <a:xfrm>
            <a:off x="685440" y="3539520"/>
            <a:ext cx="117360" cy="83880"/>
          </a:xfrm>
          <a:custGeom>
            <a:avLst/>
            <a:gdLst/>
            <a:ahLst/>
            <a:cxnLst/>
            <a:rect l="0" t="0" r="r" b="b"/>
            <a:pathLst>
              <a:path w="326" h="233">
                <a:moveTo>
                  <a:pt x="319" y="7"/>
                </a:moveTo>
                <a:cubicBezTo>
                  <a:pt x="328" y="16"/>
                  <a:pt x="328" y="31"/>
                  <a:pt x="319" y="40"/>
                </a:cubicBezTo>
                <a:lnTo>
                  <a:pt x="133" y="226"/>
                </a:lnTo>
                <a:cubicBezTo>
                  <a:pt x="124" y="235"/>
                  <a:pt x="109" y="235"/>
                  <a:pt x="100" y="226"/>
                </a:cubicBezTo>
                <a:lnTo>
                  <a:pt x="7" y="132"/>
                </a:lnTo>
                <a:cubicBezTo>
                  <a:pt x="-2" y="123"/>
                  <a:pt x="-2" y="109"/>
                  <a:pt x="7" y="99"/>
                </a:cubicBezTo>
                <a:cubicBezTo>
                  <a:pt x="16" y="90"/>
                  <a:pt x="31" y="90"/>
                  <a:pt x="40" y="99"/>
                </a:cubicBezTo>
                <a:lnTo>
                  <a:pt x="116" y="176"/>
                </a:lnTo>
                <a:lnTo>
                  <a:pt x="286" y="7"/>
                </a:lnTo>
                <a:cubicBezTo>
                  <a:pt x="295" y="-2"/>
                  <a:pt x="310" y="-2"/>
                  <a:pt x="319" y="7"/>
                </a:cubicBez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8" name="文本框 717"/>
          <p:cNvSpPr txBox="1"/>
          <p:nvPr/>
        </p:nvSpPr>
        <p:spPr>
          <a:xfrm>
            <a:off x="685800" y="3187080"/>
            <a:ext cx="106740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手册特色与质量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9" name="任意多边形 718"/>
          <p:cNvSpPr/>
          <p:nvPr/>
        </p:nvSpPr>
        <p:spPr>
          <a:xfrm>
            <a:off x="3828960" y="3539520"/>
            <a:ext cx="117360" cy="83880"/>
          </a:xfrm>
          <a:custGeom>
            <a:avLst/>
            <a:gdLst/>
            <a:ahLst/>
            <a:cxnLst/>
            <a:rect l="0" t="0" r="r" b="b"/>
            <a:pathLst>
              <a:path w="326" h="233">
                <a:moveTo>
                  <a:pt x="319" y="7"/>
                </a:moveTo>
                <a:cubicBezTo>
                  <a:pt x="328" y="16"/>
                  <a:pt x="328" y="31"/>
                  <a:pt x="319" y="40"/>
                </a:cubicBezTo>
                <a:lnTo>
                  <a:pt x="133" y="226"/>
                </a:lnTo>
                <a:cubicBezTo>
                  <a:pt x="124" y="235"/>
                  <a:pt x="109" y="235"/>
                  <a:pt x="100" y="226"/>
                </a:cubicBezTo>
                <a:lnTo>
                  <a:pt x="7" y="132"/>
                </a:lnTo>
                <a:cubicBezTo>
                  <a:pt x="-2" y="123"/>
                  <a:pt x="-2" y="109"/>
                  <a:pt x="7" y="99"/>
                </a:cubicBezTo>
                <a:cubicBezTo>
                  <a:pt x="17" y="90"/>
                  <a:pt x="31" y="90"/>
                  <a:pt x="40" y="99"/>
                </a:cubicBezTo>
                <a:lnTo>
                  <a:pt x="117" y="176"/>
                </a:lnTo>
                <a:lnTo>
                  <a:pt x="286" y="7"/>
                </a:lnTo>
                <a:cubicBezTo>
                  <a:pt x="295" y="-2"/>
                  <a:pt x="310" y="-2"/>
                  <a:pt x="319" y="7"/>
                </a:cubicBez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0" name="文本框 719"/>
          <p:cNvSpPr txBox="1"/>
          <p:nvPr/>
        </p:nvSpPr>
        <p:spPr>
          <a:xfrm>
            <a:off x="878760" y="3490920"/>
            <a:ext cx="1194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图文并茂，通俗易懂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1" name="任意多边形 720"/>
          <p:cNvSpPr/>
          <p:nvPr/>
        </p:nvSpPr>
        <p:spPr>
          <a:xfrm>
            <a:off x="685440" y="3815640"/>
            <a:ext cx="117360" cy="83880"/>
          </a:xfrm>
          <a:custGeom>
            <a:avLst/>
            <a:gdLst/>
            <a:ahLst/>
            <a:cxnLst/>
            <a:rect l="0" t="0" r="r" b="b"/>
            <a:pathLst>
              <a:path w="326" h="233">
                <a:moveTo>
                  <a:pt x="319" y="7"/>
                </a:moveTo>
                <a:cubicBezTo>
                  <a:pt x="328" y="16"/>
                  <a:pt x="328" y="31"/>
                  <a:pt x="319" y="40"/>
                </a:cubicBezTo>
                <a:lnTo>
                  <a:pt x="133" y="226"/>
                </a:lnTo>
                <a:cubicBezTo>
                  <a:pt x="124" y="235"/>
                  <a:pt x="109" y="235"/>
                  <a:pt x="100" y="226"/>
                </a:cubicBezTo>
                <a:lnTo>
                  <a:pt x="7" y="133"/>
                </a:lnTo>
                <a:cubicBezTo>
                  <a:pt x="-2" y="124"/>
                  <a:pt x="-2" y="109"/>
                  <a:pt x="7" y="100"/>
                </a:cubicBezTo>
                <a:cubicBezTo>
                  <a:pt x="16" y="91"/>
                  <a:pt x="31" y="91"/>
                  <a:pt x="40" y="100"/>
                </a:cubicBezTo>
                <a:lnTo>
                  <a:pt x="116" y="177"/>
                </a:lnTo>
                <a:lnTo>
                  <a:pt x="286" y="7"/>
                </a:lnTo>
                <a:cubicBezTo>
                  <a:pt x="295" y="-2"/>
                  <a:pt x="310" y="-2"/>
                  <a:pt x="319" y="7"/>
                </a:cubicBez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2" name="文本框 721"/>
          <p:cNvSpPr txBox="1"/>
          <p:nvPr/>
        </p:nvSpPr>
        <p:spPr>
          <a:xfrm>
            <a:off x="4023720" y="3490920"/>
            <a:ext cx="1194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结构清晰，实用性强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3" name="任意多边形 722"/>
          <p:cNvSpPr/>
          <p:nvPr/>
        </p:nvSpPr>
        <p:spPr>
          <a:xfrm>
            <a:off x="3828960" y="3815640"/>
            <a:ext cx="117360" cy="83880"/>
          </a:xfrm>
          <a:custGeom>
            <a:avLst/>
            <a:gdLst/>
            <a:ahLst/>
            <a:cxnLst/>
            <a:rect l="0" t="0" r="r" b="b"/>
            <a:pathLst>
              <a:path w="326" h="233">
                <a:moveTo>
                  <a:pt x="319" y="7"/>
                </a:moveTo>
                <a:cubicBezTo>
                  <a:pt x="328" y="16"/>
                  <a:pt x="328" y="31"/>
                  <a:pt x="319" y="40"/>
                </a:cubicBezTo>
                <a:lnTo>
                  <a:pt x="133" y="226"/>
                </a:lnTo>
                <a:cubicBezTo>
                  <a:pt x="124" y="235"/>
                  <a:pt x="109" y="235"/>
                  <a:pt x="100" y="226"/>
                </a:cubicBezTo>
                <a:lnTo>
                  <a:pt x="7" y="133"/>
                </a:lnTo>
                <a:cubicBezTo>
                  <a:pt x="-2" y="124"/>
                  <a:pt x="-2" y="109"/>
                  <a:pt x="7" y="100"/>
                </a:cubicBezTo>
                <a:cubicBezTo>
                  <a:pt x="17" y="91"/>
                  <a:pt x="31" y="91"/>
                  <a:pt x="40" y="100"/>
                </a:cubicBezTo>
                <a:lnTo>
                  <a:pt x="117" y="177"/>
                </a:lnTo>
                <a:lnTo>
                  <a:pt x="286" y="7"/>
                </a:lnTo>
                <a:cubicBezTo>
                  <a:pt x="295" y="-2"/>
                  <a:pt x="310" y="-2"/>
                  <a:pt x="319" y="7"/>
                </a:cubicBez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4" name="文本框 723"/>
          <p:cNvSpPr txBox="1"/>
          <p:nvPr/>
        </p:nvSpPr>
        <p:spPr>
          <a:xfrm>
            <a:off x="878760" y="3767400"/>
            <a:ext cx="1194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内容完整，覆盖全面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5" name="任意多边形 724"/>
          <p:cNvSpPr/>
          <p:nvPr/>
        </p:nvSpPr>
        <p:spPr>
          <a:xfrm>
            <a:off x="685440" y="4092120"/>
            <a:ext cx="117360" cy="83880"/>
          </a:xfrm>
          <a:custGeom>
            <a:avLst/>
            <a:gdLst/>
            <a:ahLst/>
            <a:cxnLst/>
            <a:rect l="0" t="0" r="r" b="b"/>
            <a:pathLst>
              <a:path w="326" h="233">
                <a:moveTo>
                  <a:pt x="319" y="7"/>
                </a:moveTo>
                <a:cubicBezTo>
                  <a:pt x="328" y="17"/>
                  <a:pt x="328" y="31"/>
                  <a:pt x="319" y="40"/>
                </a:cubicBezTo>
                <a:lnTo>
                  <a:pt x="133" y="226"/>
                </a:lnTo>
                <a:cubicBezTo>
                  <a:pt x="124" y="235"/>
                  <a:pt x="109" y="235"/>
                  <a:pt x="100" y="226"/>
                </a:cubicBezTo>
                <a:lnTo>
                  <a:pt x="7" y="134"/>
                </a:lnTo>
                <a:cubicBezTo>
                  <a:pt x="-2" y="125"/>
                  <a:pt x="-2" y="110"/>
                  <a:pt x="7" y="101"/>
                </a:cubicBezTo>
                <a:cubicBezTo>
                  <a:pt x="16" y="92"/>
                  <a:pt x="31" y="92"/>
                  <a:pt x="40" y="101"/>
                </a:cubicBezTo>
                <a:lnTo>
                  <a:pt x="116" y="177"/>
                </a:lnTo>
                <a:lnTo>
                  <a:pt x="286" y="7"/>
                </a:lnTo>
                <a:cubicBezTo>
                  <a:pt x="295" y="-2"/>
                  <a:pt x="310" y="-2"/>
                  <a:pt x="319" y="7"/>
                </a:cubicBez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6" name="文本框 725"/>
          <p:cNvSpPr txBox="1"/>
          <p:nvPr/>
        </p:nvSpPr>
        <p:spPr>
          <a:xfrm>
            <a:off x="4023720" y="3767400"/>
            <a:ext cx="1194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内容准确，经过验证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7" name="任意多边形 726"/>
          <p:cNvSpPr/>
          <p:nvPr/>
        </p:nvSpPr>
        <p:spPr>
          <a:xfrm>
            <a:off x="3828960" y="4092120"/>
            <a:ext cx="117360" cy="83880"/>
          </a:xfrm>
          <a:custGeom>
            <a:avLst/>
            <a:gdLst/>
            <a:ahLst/>
            <a:cxnLst/>
            <a:rect l="0" t="0" r="r" b="b"/>
            <a:pathLst>
              <a:path w="326" h="233">
                <a:moveTo>
                  <a:pt x="319" y="7"/>
                </a:moveTo>
                <a:cubicBezTo>
                  <a:pt x="328" y="17"/>
                  <a:pt x="328" y="31"/>
                  <a:pt x="319" y="40"/>
                </a:cubicBezTo>
                <a:lnTo>
                  <a:pt x="133" y="226"/>
                </a:lnTo>
                <a:cubicBezTo>
                  <a:pt x="124" y="235"/>
                  <a:pt x="109" y="235"/>
                  <a:pt x="100" y="226"/>
                </a:cubicBezTo>
                <a:lnTo>
                  <a:pt x="7" y="134"/>
                </a:lnTo>
                <a:cubicBezTo>
                  <a:pt x="-2" y="125"/>
                  <a:pt x="-2" y="110"/>
                  <a:pt x="7" y="101"/>
                </a:cubicBezTo>
                <a:cubicBezTo>
                  <a:pt x="17" y="92"/>
                  <a:pt x="31" y="92"/>
                  <a:pt x="40" y="101"/>
                </a:cubicBezTo>
                <a:lnTo>
                  <a:pt x="117" y="177"/>
                </a:lnTo>
                <a:lnTo>
                  <a:pt x="286" y="7"/>
                </a:lnTo>
                <a:cubicBezTo>
                  <a:pt x="295" y="-2"/>
                  <a:pt x="310" y="-2"/>
                  <a:pt x="319" y="7"/>
                </a:cubicBezTo>
                <a:close/>
              </a:path>
            </a:pathLst>
          </a:custGeom>
          <a:solidFill>
            <a:srgbClr val="165D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8" name="文本框 727"/>
          <p:cNvSpPr txBox="1"/>
          <p:nvPr/>
        </p:nvSpPr>
        <p:spPr>
          <a:xfrm>
            <a:off x="878760" y="4043520"/>
            <a:ext cx="1194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排版清晰，易于阅读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9" name="任意多边形 728"/>
          <p:cNvSpPr/>
          <p:nvPr/>
        </p:nvSpPr>
        <p:spPr>
          <a:xfrm>
            <a:off x="7353000" y="1009440"/>
            <a:ext cx="4458240" cy="5467680"/>
          </a:xfrm>
          <a:custGeom>
            <a:avLst/>
            <a:gdLst/>
            <a:ahLst/>
            <a:cxnLst/>
            <a:rect l="0" t="0" r="r" b="b"/>
            <a:pathLst>
              <a:path w="12384" h="15188">
                <a:moveTo>
                  <a:pt x="0" y="14871"/>
                </a:moveTo>
                <a:lnTo>
                  <a:pt x="0" y="318"/>
                </a:lnTo>
                <a:cubicBezTo>
                  <a:pt x="0" y="297"/>
                  <a:pt x="2" y="276"/>
                  <a:pt x="6" y="256"/>
                </a:cubicBezTo>
                <a:cubicBezTo>
                  <a:pt x="10" y="235"/>
                  <a:pt x="17" y="215"/>
                  <a:pt x="24" y="196"/>
                </a:cubicBezTo>
                <a:cubicBezTo>
                  <a:pt x="32" y="177"/>
                  <a:pt x="42" y="159"/>
                  <a:pt x="54" y="141"/>
                </a:cubicBezTo>
                <a:cubicBezTo>
                  <a:pt x="65" y="124"/>
                  <a:pt x="79" y="108"/>
                  <a:pt x="93" y="93"/>
                </a:cubicBezTo>
                <a:cubicBezTo>
                  <a:pt x="108" y="78"/>
                  <a:pt x="124" y="65"/>
                  <a:pt x="141" y="54"/>
                </a:cubicBezTo>
                <a:cubicBezTo>
                  <a:pt x="159" y="42"/>
                  <a:pt x="177" y="32"/>
                  <a:pt x="196" y="24"/>
                </a:cubicBezTo>
                <a:cubicBezTo>
                  <a:pt x="216" y="16"/>
                  <a:pt x="235" y="10"/>
                  <a:pt x="256" y="6"/>
                </a:cubicBezTo>
                <a:cubicBezTo>
                  <a:pt x="276" y="2"/>
                  <a:pt x="297" y="0"/>
                  <a:pt x="318" y="0"/>
                </a:cubicBezTo>
                <a:lnTo>
                  <a:pt x="12066" y="0"/>
                </a:lnTo>
                <a:cubicBezTo>
                  <a:pt x="12087" y="0"/>
                  <a:pt x="12108" y="2"/>
                  <a:pt x="12128" y="6"/>
                </a:cubicBezTo>
                <a:cubicBezTo>
                  <a:pt x="12149" y="10"/>
                  <a:pt x="12169" y="16"/>
                  <a:pt x="12188" y="24"/>
                </a:cubicBezTo>
                <a:cubicBezTo>
                  <a:pt x="12207" y="32"/>
                  <a:pt x="12225" y="42"/>
                  <a:pt x="12243" y="54"/>
                </a:cubicBezTo>
                <a:cubicBezTo>
                  <a:pt x="12260" y="65"/>
                  <a:pt x="12276" y="78"/>
                  <a:pt x="12291" y="93"/>
                </a:cubicBezTo>
                <a:cubicBezTo>
                  <a:pt x="12306" y="108"/>
                  <a:pt x="12319" y="124"/>
                  <a:pt x="12330" y="141"/>
                </a:cubicBezTo>
                <a:cubicBezTo>
                  <a:pt x="12342" y="159"/>
                  <a:pt x="12352" y="177"/>
                  <a:pt x="12360" y="196"/>
                </a:cubicBezTo>
                <a:cubicBezTo>
                  <a:pt x="12368" y="215"/>
                  <a:pt x="12374" y="235"/>
                  <a:pt x="12378" y="256"/>
                </a:cubicBezTo>
                <a:cubicBezTo>
                  <a:pt x="12382" y="276"/>
                  <a:pt x="12384" y="297"/>
                  <a:pt x="12384" y="318"/>
                </a:cubicBezTo>
                <a:lnTo>
                  <a:pt x="12384" y="14871"/>
                </a:lnTo>
                <a:cubicBezTo>
                  <a:pt x="12384" y="14892"/>
                  <a:pt x="12382" y="14912"/>
                  <a:pt x="12378" y="14933"/>
                </a:cubicBezTo>
                <a:cubicBezTo>
                  <a:pt x="12374" y="14953"/>
                  <a:pt x="12368" y="14973"/>
                  <a:pt x="12360" y="14992"/>
                </a:cubicBezTo>
                <a:cubicBezTo>
                  <a:pt x="12352" y="15011"/>
                  <a:pt x="12342" y="15030"/>
                  <a:pt x="12330" y="15047"/>
                </a:cubicBezTo>
                <a:cubicBezTo>
                  <a:pt x="12319" y="15064"/>
                  <a:pt x="12306" y="15080"/>
                  <a:pt x="12291" y="15095"/>
                </a:cubicBezTo>
                <a:cubicBezTo>
                  <a:pt x="12276" y="15110"/>
                  <a:pt x="12260" y="15123"/>
                  <a:pt x="12243" y="15135"/>
                </a:cubicBezTo>
                <a:cubicBezTo>
                  <a:pt x="12225" y="15146"/>
                  <a:pt x="12207" y="15156"/>
                  <a:pt x="12188" y="15164"/>
                </a:cubicBezTo>
                <a:cubicBezTo>
                  <a:pt x="12169" y="15172"/>
                  <a:pt x="12149" y="15178"/>
                  <a:pt x="12128" y="15182"/>
                </a:cubicBezTo>
                <a:cubicBezTo>
                  <a:pt x="12108" y="15186"/>
                  <a:pt x="12087" y="15188"/>
                  <a:pt x="12066" y="15188"/>
                </a:cubicBezTo>
                <a:lnTo>
                  <a:pt x="318" y="15188"/>
                </a:lnTo>
                <a:cubicBezTo>
                  <a:pt x="297" y="15188"/>
                  <a:pt x="276" y="15186"/>
                  <a:pt x="256" y="15182"/>
                </a:cubicBezTo>
                <a:cubicBezTo>
                  <a:pt x="235" y="15178"/>
                  <a:pt x="216" y="15172"/>
                  <a:pt x="196" y="15164"/>
                </a:cubicBezTo>
                <a:cubicBezTo>
                  <a:pt x="177" y="15156"/>
                  <a:pt x="159" y="15146"/>
                  <a:pt x="141" y="15135"/>
                </a:cubicBezTo>
                <a:cubicBezTo>
                  <a:pt x="124" y="15123"/>
                  <a:pt x="108" y="15110"/>
                  <a:pt x="93" y="15095"/>
                </a:cubicBezTo>
                <a:cubicBezTo>
                  <a:pt x="79" y="15080"/>
                  <a:pt x="65" y="15064"/>
                  <a:pt x="54" y="15047"/>
                </a:cubicBezTo>
                <a:cubicBezTo>
                  <a:pt x="42" y="15030"/>
                  <a:pt x="32" y="15011"/>
                  <a:pt x="24" y="14992"/>
                </a:cubicBezTo>
                <a:cubicBezTo>
                  <a:pt x="17" y="14973"/>
                  <a:pt x="10" y="14953"/>
                  <a:pt x="6" y="14933"/>
                </a:cubicBezTo>
                <a:cubicBezTo>
                  <a:pt x="2" y="14912"/>
                  <a:pt x="0" y="14892"/>
                  <a:pt x="0" y="148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0" name="文本框 729"/>
          <p:cNvSpPr txBox="1"/>
          <p:nvPr/>
        </p:nvSpPr>
        <p:spPr>
          <a:xfrm>
            <a:off x="4023720" y="4043520"/>
            <a:ext cx="1194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内容与系统版本同步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1" name="文本框 730"/>
          <p:cNvSpPr txBox="1"/>
          <p:nvPr/>
        </p:nvSpPr>
        <p:spPr>
          <a:xfrm>
            <a:off x="7662240" y="1331640"/>
            <a:ext cx="2305050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实现与</a:t>
            </a:r>
            <a:r>
              <a:rPr lang="zh-CN" sz="16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测试阶段评审总结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2" name="任意多边形 731"/>
          <p:cNvSpPr/>
          <p:nvPr/>
        </p:nvSpPr>
        <p:spPr>
          <a:xfrm>
            <a:off x="7657920" y="2504880"/>
            <a:ext cx="133560" cy="133560"/>
          </a:xfrm>
          <a:custGeom>
            <a:avLst/>
            <a:gdLst/>
            <a:ahLst/>
            <a:cxnLst/>
            <a:rect l="0" t="0" r="r" b="b"/>
            <a:pathLst>
              <a:path w="371" h="371">
                <a:moveTo>
                  <a:pt x="186" y="371"/>
                </a:moveTo>
                <a:cubicBezTo>
                  <a:pt x="198" y="371"/>
                  <a:pt x="210" y="370"/>
                  <a:pt x="222" y="368"/>
                </a:cubicBezTo>
                <a:cubicBezTo>
                  <a:pt x="234" y="366"/>
                  <a:pt x="246" y="362"/>
                  <a:pt x="257" y="357"/>
                </a:cubicBezTo>
                <a:cubicBezTo>
                  <a:pt x="268" y="353"/>
                  <a:pt x="279" y="347"/>
                  <a:pt x="289" y="340"/>
                </a:cubicBezTo>
                <a:cubicBezTo>
                  <a:pt x="299" y="333"/>
                  <a:pt x="309" y="326"/>
                  <a:pt x="317" y="317"/>
                </a:cubicBezTo>
                <a:cubicBezTo>
                  <a:pt x="326" y="309"/>
                  <a:pt x="333" y="299"/>
                  <a:pt x="340" y="289"/>
                </a:cubicBezTo>
                <a:cubicBezTo>
                  <a:pt x="347" y="279"/>
                  <a:pt x="353" y="268"/>
                  <a:pt x="357" y="256"/>
                </a:cubicBezTo>
                <a:cubicBezTo>
                  <a:pt x="362" y="245"/>
                  <a:pt x="365" y="233"/>
                  <a:pt x="368" y="221"/>
                </a:cubicBezTo>
                <a:cubicBezTo>
                  <a:pt x="370" y="209"/>
                  <a:pt x="371" y="197"/>
                  <a:pt x="371" y="185"/>
                </a:cubicBezTo>
                <a:cubicBezTo>
                  <a:pt x="371" y="173"/>
                  <a:pt x="370" y="161"/>
                  <a:pt x="368" y="149"/>
                </a:cubicBezTo>
                <a:cubicBezTo>
                  <a:pt x="365" y="137"/>
                  <a:pt x="362" y="126"/>
                  <a:pt x="357" y="114"/>
                </a:cubicBezTo>
                <a:cubicBezTo>
                  <a:pt x="353" y="103"/>
                  <a:pt x="347" y="92"/>
                  <a:pt x="340" y="82"/>
                </a:cubicBezTo>
                <a:cubicBezTo>
                  <a:pt x="333" y="72"/>
                  <a:pt x="326" y="63"/>
                  <a:pt x="317" y="54"/>
                </a:cubicBezTo>
                <a:cubicBezTo>
                  <a:pt x="309" y="46"/>
                  <a:pt x="299" y="38"/>
                  <a:pt x="289" y="31"/>
                </a:cubicBezTo>
                <a:cubicBezTo>
                  <a:pt x="279" y="24"/>
                  <a:pt x="268" y="19"/>
                  <a:pt x="257" y="14"/>
                </a:cubicBezTo>
                <a:cubicBezTo>
                  <a:pt x="246" y="9"/>
                  <a:pt x="234" y="6"/>
                  <a:pt x="222" y="4"/>
                </a:cubicBezTo>
                <a:cubicBezTo>
                  <a:pt x="210" y="1"/>
                  <a:pt x="198" y="0"/>
                  <a:pt x="186" y="0"/>
                </a:cubicBezTo>
                <a:cubicBezTo>
                  <a:pt x="174" y="0"/>
                  <a:pt x="162" y="1"/>
                  <a:pt x="150" y="4"/>
                </a:cubicBezTo>
                <a:cubicBezTo>
                  <a:pt x="138" y="6"/>
                  <a:pt x="127" y="9"/>
                  <a:pt x="115" y="14"/>
                </a:cubicBezTo>
                <a:cubicBezTo>
                  <a:pt x="104" y="19"/>
                  <a:pt x="93" y="24"/>
                  <a:pt x="83" y="31"/>
                </a:cubicBezTo>
                <a:cubicBezTo>
                  <a:pt x="73" y="38"/>
                  <a:pt x="64" y="46"/>
                  <a:pt x="55" y="54"/>
                </a:cubicBezTo>
                <a:cubicBezTo>
                  <a:pt x="47" y="63"/>
                  <a:pt x="39" y="72"/>
                  <a:pt x="32" y="82"/>
                </a:cubicBezTo>
                <a:cubicBezTo>
                  <a:pt x="25" y="92"/>
                  <a:pt x="20" y="103"/>
                  <a:pt x="15" y="114"/>
                </a:cubicBezTo>
                <a:cubicBezTo>
                  <a:pt x="10" y="126"/>
                  <a:pt x="7" y="137"/>
                  <a:pt x="5" y="149"/>
                </a:cubicBezTo>
                <a:cubicBezTo>
                  <a:pt x="1" y="161"/>
                  <a:pt x="0" y="173"/>
                  <a:pt x="0" y="185"/>
                </a:cubicBezTo>
                <a:cubicBezTo>
                  <a:pt x="0" y="197"/>
                  <a:pt x="1" y="209"/>
                  <a:pt x="5" y="221"/>
                </a:cubicBezTo>
                <a:cubicBezTo>
                  <a:pt x="7" y="233"/>
                  <a:pt x="10" y="245"/>
                  <a:pt x="15" y="256"/>
                </a:cubicBezTo>
                <a:cubicBezTo>
                  <a:pt x="20" y="268"/>
                  <a:pt x="25" y="279"/>
                  <a:pt x="32" y="289"/>
                </a:cubicBezTo>
                <a:cubicBezTo>
                  <a:pt x="39" y="299"/>
                  <a:pt x="47" y="309"/>
                  <a:pt x="55" y="317"/>
                </a:cubicBezTo>
                <a:cubicBezTo>
                  <a:pt x="64" y="326"/>
                  <a:pt x="73" y="333"/>
                  <a:pt x="83" y="340"/>
                </a:cubicBezTo>
                <a:cubicBezTo>
                  <a:pt x="93" y="347"/>
                  <a:pt x="104" y="353"/>
                  <a:pt x="115" y="357"/>
                </a:cubicBezTo>
                <a:cubicBezTo>
                  <a:pt x="127" y="362"/>
                  <a:pt x="138" y="366"/>
                  <a:pt x="150" y="368"/>
                </a:cubicBezTo>
                <a:cubicBezTo>
                  <a:pt x="162" y="370"/>
                  <a:pt x="174" y="371"/>
                  <a:pt x="186" y="371"/>
                </a:cubicBezTo>
                <a:moveTo>
                  <a:pt x="268" y="151"/>
                </a:moveTo>
                <a:lnTo>
                  <a:pt x="175" y="244"/>
                </a:lnTo>
                <a:cubicBezTo>
                  <a:pt x="169" y="251"/>
                  <a:pt x="158" y="251"/>
                  <a:pt x="151" y="244"/>
                </a:cubicBezTo>
                <a:lnTo>
                  <a:pt x="105" y="198"/>
                </a:lnTo>
                <a:cubicBezTo>
                  <a:pt x="98" y="191"/>
                  <a:pt x="98" y="180"/>
                  <a:pt x="105" y="173"/>
                </a:cubicBezTo>
                <a:cubicBezTo>
                  <a:pt x="111" y="166"/>
                  <a:pt x="122" y="166"/>
                  <a:pt x="129" y="173"/>
                </a:cubicBezTo>
                <a:lnTo>
                  <a:pt x="163" y="207"/>
                </a:lnTo>
                <a:lnTo>
                  <a:pt x="243" y="127"/>
                </a:lnTo>
                <a:cubicBezTo>
                  <a:pt x="250" y="120"/>
                  <a:pt x="261" y="120"/>
                  <a:pt x="268" y="127"/>
                </a:cubicBezTo>
                <a:cubicBezTo>
                  <a:pt x="275" y="133"/>
                  <a:pt x="275" y="144"/>
                  <a:pt x="268" y="151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3" name="文本框 732"/>
          <p:cNvSpPr txBox="1"/>
          <p:nvPr/>
        </p:nvSpPr>
        <p:spPr>
          <a:xfrm>
            <a:off x="7662240" y="2139120"/>
            <a:ext cx="9151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评审项目汇总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4" name="任意多边形 733"/>
          <p:cNvSpPr/>
          <p:nvPr/>
        </p:nvSpPr>
        <p:spPr>
          <a:xfrm>
            <a:off x="7657920" y="2781000"/>
            <a:ext cx="133560" cy="133920"/>
          </a:xfrm>
          <a:custGeom>
            <a:avLst/>
            <a:gdLst/>
            <a:ahLst/>
            <a:cxnLst/>
            <a:rect l="0" t="0" r="r" b="b"/>
            <a:pathLst>
              <a:path w="371" h="372">
                <a:moveTo>
                  <a:pt x="186" y="372"/>
                </a:moveTo>
                <a:cubicBezTo>
                  <a:pt x="198" y="372"/>
                  <a:pt x="210" y="371"/>
                  <a:pt x="222" y="368"/>
                </a:cubicBezTo>
                <a:cubicBezTo>
                  <a:pt x="234" y="366"/>
                  <a:pt x="246" y="362"/>
                  <a:pt x="257" y="358"/>
                </a:cubicBezTo>
                <a:cubicBezTo>
                  <a:pt x="268" y="353"/>
                  <a:pt x="279" y="347"/>
                  <a:pt x="289" y="341"/>
                </a:cubicBezTo>
                <a:cubicBezTo>
                  <a:pt x="299" y="334"/>
                  <a:pt x="309" y="326"/>
                  <a:pt x="317" y="318"/>
                </a:cubicBezTo>
                <a:cubicBezTo>
                  <a:pt x="326" y="309"/>
                  <a:pt x="333" y="300"/>
                  <a:pt x="340" y="289"/>
                </a:cubicBezTo>
                <a:cubicBezTo>
                  <a:pt x="347" y="279"/>
                  <a:pt x="353" y="269"/>
                  <a:pt x="357" y="257"/>
                </a:cubicBezTo>
                <a:cubicBezTo>
                  <a:pt x="362" y="246"/>
                  <a:pt x="365" y="235"/>
                  <a:pt x="368" y="222"/>
                </a:cubicBezTo>
                <a:cubicBezTo>
                  <a:pt x="370" y="210"/>
                  <a:pt x="371" y="198"/>
                  <a:pt x="371" y="186"/>
                </a:cubicBezTo>
                <a:cubicBezTo>
                  <a:pt x="371" y="173"/>
                  <a:pt x="370" y="161"/>
                  <a:pt x="368" y="149"/>
                </a:cubicBezTo>
                <a:cubicBezTo>
                  <a:pt x="365" y="137"/>
                  <a:pt x="362" y="126"/>
                  <a:pt x="357" y="115"/>
                </a:cubicBezTo>
                <a:cubicBezTo>
                  <a:pt x="353" y="103"/>
                  <a:pt x="347" y="93"/>
                  <a:pt x="340" y="83"/>
                </a:cubicBezTo>
                <a:cubicBezTo>
                  <a:pt x="333" y="73"/>
                  <a:pt x="326" y="63"/>
                  <a:pt x="317" y="55"/>
                </a:cubicBezTo>
                <a:cubicBezTo>
                  <a:pt x="309" y="46"/>
                  <a:pt x="299" y="38"/>
                  <a:pt x="289" y="32"/>
                </a:cubicBezTo>
                <a:cubicBezTo>
                  <a:pt x="279" y="25"/>
                  <a:pt x="268" y="19"/>
                  <a:pt x="257" y="14"/>
                </a:cubicBezTo>
                <a:cubicBezTo>
                  <a:pt x="246" y="10"/>
                  <a:pt x="234" y="6"/>
                  <a:pt x="222" y="4"/>
                </a:cubicBezTo>
                <a:cubicBezTo>
                  <a:pt x="210" y="2"/>
                  <a:pt x="198" y="0"/>
                  <a:pt x="186" y="0"/>
                </a:cubicBezTo>
                <a:cubicBezTo>
                  <a:pt x="174" y="0"/>
                  <a:pt x="162" y="2"/>
                  <a:pt x="150" y="4"/>
                </a:cubicBezTo>
                <a:cubicBezTo>
                  <a:pt x="138" y="6"/>
                  <a:pt x="127" y="10"/>
                  <a:pt x="115" y="14"/>
                </a:cubicBezTo>
                <a:cubicBezTo>
                  <a:pt x="104" y="19"/>
                  <a:pt x="93" y="25"/>
                  <a:pt x="83" y="32"/>
                </a:cubicBezTo>
                <a:cubicBezTo>
                  <a:pt x="73" y="38"/>
                  <a:pt x="64" y="46"/>
                  <a:pt x="55" y="55"/>
                </a:cubicBezTo>
                <a:cubicBezTo>
                  <a:pt x="47" y="63"/>
                  <a:pt x="39" y="73"/>
                  <a:pt x="32" y="83"/>
                </a:cubicBezTo>
                <a:cubicBezTo>
                  <a:pt x="25" y="93"/>
                  <a:pt x="20" y="103"/>
                  <a:pt x="15" y="115"/>
                </a:cubicBezTo>
                <a:cubicBezTo>
                  <a:pt x="10" y="126"/>
                  <a:pt x="7" y="137"/>
                  <a:pt x="5" y="149"/>
                </a:cubicBezTo>
                <a:cubicBezTo>
                  <a:pt x="1" y="161"/>
                  <a:pt x="0" y="173"/>
                  <a:pt x="0" y="186"/>
                </a:cubicBezTo>
                <a:cubicBezTo>
                  <a:pt x="0" y="198"/>
                  <a:pt x="1" y="210"/>
                  <a:pt x="5" y="222"/>
                </a:cubicBezTo>
                <a:cubicBezTo>
                  <a:pt x="7" y="235"/>
                  <a:pt x="10" y="246"/>
                  <a:pt x="15" y="257"/>
                </a:cubicBezTo>
                <a:cubicBezTo>
                  <a:pt x="20" y="269"/>
                  <a:pt x="25" y="279"/>
                  <a:pt x="32" y="289"/>
                </a:cubicBezTo>
                <a:cubicBezTo>
                  <a:pt x="39" y="300"/>
                  <a:pt x="47" y="309"/>
                  <a:pt x="55" y="318"/>
                </a:cubicBezTo>
                <a:cubicBezTo>
                  <a:pt x="64" y="326"/>
                  <a:pt x="73" y="334"/>
                  <a:pt x="83" y="341"/>
                </a:cubicBezTo>
                <a:cubicBezTo>
                  <a:pt x="93" y="347"/>
                  <a:pt x="104" y="353"/>
                  <a:pt x="115" y="358"/>
                </a:cubicBezTo>
                <a:cubicBezTo>
                  <a:pt x="127" y="362"/>
                  <a:pt x="138" y="366"/>
                  <a:pt x="150" y="368"/>
                </a:cubicBezTo>
                <a:cubicBezTo>
                  <a:pt x="162" y="371"/>
                  <a:pt x="174" y="372"/>
                  <a:pt x="186" y="372"/>
                </a:cubicBezTo>
                <a:moveTo>
                  <a:pt x="268" y="152"/>
                </a:moveTo>
                <a:lnTo>
                  <a:pt x="175" y="245"/>
                </a:lnTo>
                <a:cubicBezTo>
                  <a:pt x="169" y="252"/>
                  <a:pt x="158" y="252"/>
                  <a:pt x="151" y="245"/>
                </a:cubicBezTo>
                <a:lnTo>
                  <a:pt x="105" y="198"/>
                </a:lnTo>
                <a:cubicBezTo>
                  <a:pt x="98" y="191"/>
                  <a:pt x="98" y="180"/>
                  <a:pt x="105" y="173"/>
                </a:cubicBezTo>
                <a:cubicBezTo>
                  <a:pt x="111" y="167"/>
                  <a:pt x="122" y="167"/>
                  <a:pt x="129" y="173"/>
                </a:cubicBezTo>
                <a:lnTo>
                  <a:pt x="163" y="207"/>
                </a:lnTo>
                <a:lnTo>
                  <a:pt x="243" y="127"/>
                </a:lnTo>
                <a:cubicBezTo>
                  <a:pt x="250" y="120"/>
                  <a:pt x="261" y="120"/>
                  <a:pt x="268" y="127"/>
                </a:cubicBezTo>
                <a:cubicBezTo>
                  <a:pt x="275" y="134"/>
                  <a:pt x="275" y="145"/>
                  <a:pt x="268" y="151"/>
                </a:cubicBezTo>
                <a:lnTo>
                  <a:pt x="268" y="152"/>
                </a:ln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5" name="文本框 734"/>
          <p:cNvSpPr txBox="1"/>
          <p:nvPr/>
        </p:nvSpPr>
        <p:spPr>
          <a:xfrm>
            <a:off x="7909920" y="2481480"/>
            <a:ext cx="1194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程序清单与配置管理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6" name="任意多边形 735"/>
          <p:cNvSpPr/>
          <p:nvPr/>
        </p:nvSpPr>
        <p:spPr>
          <a:xfrm>
            <a:off x="7657920" y="3057480"/>
            <a:ext cx="133560" cy="133560"/>
          </a:xfrm>
          <a:custGeom>
            <a:avLst/>
            <a:gdLst/>
            <a:ahLst/>
            <a:cxnLst/>
            <a:rect l="0" t="0" r="r" b="b"/>
            <a:pathLst>
              <a:path w="371" h="371">
                <a:moveTo>
                  <a:pt x="186" y="371"/>
                </a:moveTo>
                <a:cubicBezTo>
                  <a:pt x="198" y="371"/>
                  <a:pt x="210" y="370"/>
                  <a:pt x="222" y="367"/>
                </a:cubicBezTo>
                <a:cubicBezTo>
                  <a:pt x="234" y="365"/>
                  <a:pt x="246" y="362"/>
                  <a:pt x="257" y="357"/>
                </a:cubicBezTo>
                <a:cubicBezTo>
                  <a:pt x="268" y="352"/>
                  <a:pt x="279" y="347"/>
                  <a:pt x="289" y="340"/>
                </a:cubicBezTo>
                <a:cubicBezTo>
                  <a:pt x="299" y="333"/>
                  <a:pt x="309" y="325"/>
                  <a:pt x="317" y="317"/>
                </a:cubicBezTo>
                <a:cubicBezTo>
                  <a:pt x="326" y="308"/>
                  <a:pt x="333" y="299"/>
                  <a:pt x="340" y="289"/>
                </a:cubicBezTo>
                <a:cubicBezTo>
                  <a:pt x="347" y="279"/>
                  <a:pt x="353" y="268"/>
                  <a:pt x="357" y="257"/>
                </a:cubicBezTo>
                <a:cubicBezTo>
                  <a:pt x="362" y="245"/>
                  <a:pt x="365" y="234"/>
                  <a:pt x="368" y="222"/>
                </a:cubicBezTo>
                <a:cubicBezTo>
                  <a:pt x="370" y="210"/>
                  <a:pt x="371" y="197"/>
                  <a:pt x="371" y="185"/>
                </a:cubicBezTo>
                <a:cubicBezTo>
                  <a:pt x="371" y="173"/>
                  <a:pt x="370" y="161"/>
                  <a:pt x="368" y="149"/>
                </a:cubicBezTo>
                <a:cubicBezTo>
                  <a:pt x="365" y="137"/>
                  <a:pt x="362" y="125"/>
                  <a:pt x="357" y="114"/>
                </a:cubicBezTo>
                <a:cubicBezTo>
                  <a:pt x="353" y="103"/>
                  <a:pt x="347" y="92"/>
                  <a:pt x="340" y="82"/>
                </a:cubicBezTo>
                <a:cubicBezTo>
                  <a:pt x="333" y="72"/>
                  <a:pt x="326" y="62"/>
                  <a:pt x="317" y="54"/>
                </a:cubicBezTo>
                <a:cubicBezTo>
                  <a:pt x="309" y="45"/>
                  <a:pt x="299" y="38"/>
                  <a:pt x="289" y="31"/>
                </a:cubicBezTo>
                <a:cubicBezTo>
                  <a:pt x="279" y="24"/>
                  <a:pt x="268" y="18"/>
                  <a:pt x="257" y="14"/>
                </a:cubicBezTo>
                <a:cubicBezTo>
                  <a:pt x="246" y="9"/>
                  <a:pt x="234" y="6"/>
                  <a:pt x="222" y="3"/>
                </a:cubicBezTo>
                <a:cubicBezTo>
                  <a:pt x="210" y="1"/>
                  <a:pt x="198" y="0"/>
                  <a:pt x="186" y="0"/>
                </a:cubicBezTo>
                <a:cubicBezTo>
                  <a:pt x="174" y="0"/>
                  <a:pt x="162" y="1"/>
                  <a:pt x="150" y="3"/>
                </a:cubicBezTo>
                <a:cubicBezTo>
                  <a:pt x="138" y="6"/>
                  <a:pt x="127" y="9"/>
                  <a:pt x="115" y="14"/>
                </a:cubicBezTo>
                <a:cubicBezTo>
                  <a:pt x="104" y="18"/>
                  <a:pt x="93" y="24"/>
                  <a:pt x="83" y="31"/>
                </a:cubicBezTo>
                <a:cubicBezTo>
                  <a:pt x="73" y="38"/>
                  <a:pt x="64" y="45"/>
                  <a:pt x="55" y="54"/>
                </a:cubicBezTo>
                <a:cubicBezTo>
                  <a:pt x="47" y="62"/>
                  <a:pt x="39" y="72"/>
                  <a:pt x="32" y="82"/>
                </a:cubicBezTo>
                <a:cubicBezTo>
                  <a:pt x="25" y="92"/>
                  <a:pt x="20" y="103"/>
                  <a:pt x="15" y="114"/>
                </a:cubicBezTo>
                <a:cubicBezTo>
                  <a:pt x="10" y="125"/>
                  <a:pt x="7" y="137"/>
                  <a:pt x="5" y="149"/>
                </a:cubicBezTo>
                <a:cubicBezTo>
                  <a:pt x="1" y="161"/>
                  <a:pt x="0" y="173"/>
                  <a:pt x="0" y="185"/>
                </a:cubicBezTo>
                <a:cubicBezTo>
                  <a:pt x="0" y="197"/>
                  <a:pt x="1" y="210"/>
                  <a:pt x="5" y="222"/>
                </a:cubicBezTo>
                <a:cubicBezTo>
                  <a:pt x="7" y="234"/>
                  <a:pt x="10" y="245"/>
                  <a:pt x="15" y="257"/>
                </a:cubicBezTo>
                <a:cubicBezTo>
                  <a:pt x="20" y="268"/>
                  <a:pt x="25" y="279"/>
                  <a:pt x="32" y="289"/>
                </a:cubicBezTo>
                <a:cubicBezTo>
                  <a:pt x="39" y="299"/>
                  <a:pt x="47" y="308"/>
                  <a:pt x="55" y="317"/>
                </a:cubicBezTo>
                <a:cubicBezTo>
                  <a:pt x="64" y="325"/>
                  <a:pt x="73" y="333"/>
                  <a:pt x="83" y="340"/>
                </a:cubicBezTo>
                <a:cubicBezTo>
                  <a:pt x="93" y="347"/>
                  <a:pt x="104" y="352"/>
                  <a:pt x="115" y="357"/>
                </a:cubicBezTo>
                <a:cubicBezTo>
                  <a:pt x="127" y="362"/>
                  <a:pt x="138" y="365"/>
                  <a:pt x="150" y="367"/>
                </a:cubicBezTo>
                <a:cubicBezTo>
                  <a:pt x="162" y="370"/>
                  <a:pt x="174" y="371"/>
                  <a:pt x="186" y="371"/>
                </a:cubicBezTo>
                <a:moveTo>
                  <a:pt x="268" y="151"/>
                </a:moveTo>
                <a:lnTo>
                  <a:pt x="175" y="244"/>
                </a:lnTo>
                <a:cubicBezTo>
                  <a:pt x="169" y="251"/>
                  <a:pt x="158" y="251"/>
                  <a:pt x="151" y="244"/>
                </a:cubicBezTo>
                <a:lnTo>
                  <a:pt x="105" y="197"/>
                </a:lnTo>
                <a:cubicBezTo>
                  <a:pt x="98" y="190"/>
                  <a:pt x="98" y="179"/>
                  <a:pt x="105" y="173"/>
                </a:cubicBezTo>
                <a:cubicBezTo>
                  <a:pt x="111" y="166"/>
                  <a:pt x="122" y="166"/>
                  <a:pt x="129" y="173"/>
                </a:cubicBezTo>
                <a:lnTo>
                  <a:pt x="163" y="208"/>
                </a:lnTo>
                <a:lnTo>
                  <a:pt x="243" y="126"/>
                </a:lnTo>
                <a:cubicBezTo>
                  <a:pt x="250" y="119"/>
                  <a:pt x="261" y="119"/>
                  <a:pt x="268" y="126"/>
                </a:cubicBezTo>
                <a:cubicBezTo>
                  <a:pt x="275" y="133"/>
                  <a:pt x="275" y="144"/>
                  <a:pt x="268" y="151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7" name="文本框 736"/>
          <p:cNvSpPr txBox="1"/>
          <p:nvPr/>
        </p:nvSpPr>
        <p:spPr>
          <a:xfrm>
            <a:off x="7909920" y="2757600"/>
            <a:ext cx="928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测试计划与执行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8" name="任意多边形 737"/>
          <p:cNvSpPr/>
          <p:nvPr/>
        </p:nvSpPr>
        <p:spPr>
          <a:xfrm>
            <a:off x="7657920" y="3333600"/>
            <a:ext cx="133560" cy="133560"/>
          </a:xfrm>
          <a:custGeom>
            <a:avLst/>
            <a:gdLst/>
            <a:ahLst/>
            <a:cxnLst/>
            <a:rect l="0" t="0" r="r" b="b"/>
            <a:pathLst>
              <a:path w="371" h="371">
                <a:moveTo>
                  <a:pt x="186" y="371"/>
                </a:moveTo>
                <a:cubicBezTo>
                  <a:pt x="198" y="371"/>
                  <a:pt x="210" y="370"/>
                  <a:pt x="222" y="368"/>
                </a:cubicBezTo>
                <a:cubicBezTo>
                  <a:pt x="234" y="365"/>
                  <a:pt x="246" y="362"/>
                  <a:pt x="257" y="357"/>
                </a:cubicBezTo>
                <a:cubicBezTo>
                  <a:pt x="268" y="353"/>
                  <a:pt x="279" y="347"/>
                  <a:pt x="289" y="340"/>
                </a:cubicBezTo>
                <a:cubicBezTo>
                  <a:pt x="299" y="333"/>
                  <a:pt x="309" y="326"/>
                  <a:pt x="317" y="317"/>
                </a:cubicBezTo>
                <a:cubicBezTo>
                  <a:pt x="326" y="308"/>
                  <a:pt x="333" y="299"/>
                  <a:pt x="340" y="289"/>
                </a:cubicBezTo>
                <a:cubicBezTo>
                  <a:pt x="347" y="279"/>
                  <a:pt x="353" y="268"/>
                  <a:pt x="357" y="257"/>
                </a:cubicBezTo>
                <a:cubicBezTo>
                  <a:pt x="362" y="246"/>
                  <a:pt x="365" y="234"/>
                  <a:pt x="368" y="222"/>
                </a:cubicBezTo>
                <a:cubicBezTo>
                  <a:pt x="370" y="210"/>
                  <a:pt x="371" y="198"/>
                  <a:pt x="371" y="186"/>
                </a:cubicBezTo>
                <a:cubicBezTo>
                  <a:pt x="371" y="173"/>
                  <a:pt x="370" y="161"/>
                  <a:pt x="368" y="149"/>
                </a:cubicBezTo>
                <a:cubicBezTo>
                  <a:pt x="365" y="137"/>
                  <a:pt x="362" y="125"/>
                  <a:pt x="357" y="114"/>
                </a:cubicBezTo>
                <a:cubicBezTo>
                  <a:pt x="353" y="103"/>
                  <a:pt x="347" y="92"/>
                  <a:pt x="340" y="82"/>
                </a:cubicBezTo>
                <a:cubicBezTo>
                  <a:pt x="333" y="72"/>
                  <a:pt x="326" y="63"/>
                  <a:pt x="317" y="54"/>
                </a:cubicBezTo>
                <a:cubicBezTo>
                  <a:pt x="309" y="46"/>
                  <a:pt x="299" y="38"/>
                  <a:pt x="289" y="31"/>
                </a:cubicBezTo>
                <a:cubicBezTo>
                  <a:pt x="279" y="24"/>
                  <a:pt x="268" y="19"/>
                  <a:pt x="257" y="14"/>
                </a:cubicBezTo>
                <a:cubicBezTo>
                  <a:pt x="246" y="9"/>
                  <a:pt x="234" y="6"/>
                  <a:pt x="222" y="3"/>
                </a:cubicBezTo>
                <a:cubicBezTo>
                  <a:pt x="210" y="1"/>
                  <a:pt x="198" y="0"/>
                  <a:pt x="186" y="0"/>
                </a:cubicBezTo>
                <a:cubicBezTo>
                  <a:pt x="174" y="0"/>
                  <a:pt x="162" y="1"/>
                  <a:pt x="150" y="3"/>
                </a:cubicBezTo>
                <a:cubicBezTo>
                  <a:pt x="138" y="6"/>
                  <a:pt x="127" y="9"/>
                  <a:pt x="115" y="14"/>
                </a:cubicBezTo>
                <a:cubicBezTo>
                  <a:pt x="104" y="19"/>
                  <a:pt x="93" y="24"/>
                  <a:pt x="83" y="31"/>
                </a:cubicBezTo>
                <a:cubicBezTo>
                  <a:pt x="73" y="38"/>
                  <a:pt x="64" y="46"/>
                  <a:pt x="55" y="54"/>
                </a:cubicBezTo>
                <a:cubicBezTo>
                  <a:pt x="47" y="63"/>
                  <a:pt x="39" y="72"/>
                  <a:pt x="32" y="82"/>
                </a:cubicBezTo>
                <a:cubicBezTo>
                  <a:pt x="25" y="92"/>
                  <a:pt x="20" y="103"/>
                  <a:pt x="15" y="114"/>
                </a:cubicBezTo>
                <a:cubicBezTo>
                  <a:pt x="10" y="125"/>
                  <a:pt x="7" y="137"/>
                  <a:pt x="5" y="149"/>
                </a:cubicBezTo>
                <a:cubicBezTo>
                  <a:pt x="1" y="161"/>
                  <a:pt x="0" y="173"/>
                  <a:pt x="0" y="186"/>
                </a:cubicBezTo>
                <a:cubicBezTo>
                  <a:pt x="0" y="198"/>
                  <a:pt x="1" y="210"/>
                  <a:pt x="5" y="222"/>
                </a:cubicBezTo>
                <a:cubicBezTo>
                  <a:pt x="7" y="234"/>
                  <a:pt x="10" y="246"/>
                  <a:pt x="15" y="257"/>
                </a:cubicBezTo>
                <a:cubicBezTo>
                  <a:pt x="20" y="268"/>
                  <a:pt x="25" y="279"/>
                  <a:pt x="32" y="289"/>
                </a:cubicBezTo>
                <a:cubicBezTo>
                  <a:pt x="39" y="299"/>
                  <a:pt x="47" y="308"/>
                  <a:pt x="55" y="317"/>
                </a:cubicBezTo>
                <a:cubicBezTo>
                  <a:pt x="64" y="326"/>
                  <a:pt x="73" y="333"/>
                  <a:pt x="83" y="340"/>
                </a:cubicBezTo>
                <a:cubicBezTo>
                  <a:pt x="93" y="347"/>
                  <a:pt x="104" y="353"/>
                  <a:pt x="115" y="357"/>
                </a:cubicBezTo>
                <a:cubicBezTo>
                  <a:pt x="127" y="362"/>
                  <a:pt x="138" y="365"/>
                  <a:pt x="150" y="368"/>
                </a:cubicBezTo>
                <a:cubicBezTo>
                  <a:pt x="162" y="370"/>
                  <a:pt x="174" y="371"/>
                  <a:pt x="186" y="371"/>
                </a:cubicBezTo>
                <a:moveTo>
                  <a:pt x="268" y="151"/>
                </a:moveTo>
                <a:lnTo>
                  <a:pt x="175" y="245"/>
                </a:lnTo>
                <a:cubicBezTo>
                  <a:pt x="169" y="252"/>
                  <a:pt x="158" y="252"/>
                  <a:pt x="151" y="245"/>
                </a:cubicBezTo>
                <a:lnTo>
                  <a:pt x="105" y="198"/>
                </a:lnTo>
                <a:cubicBezTo>
                  <a:pt x="98" y="192"/>
                  <a:pt x="98" y="181"/>
                  <a:pt x="105" y="173"/>
                </a:cubicBezTo>
                <a:cubicBezTo>
                  <a:pt x="111" y="166"/>
                  <a:pt x="122" y="166"/>
                  <a:pt x="129" y="173"/>
                </a:cubicBezTo>
                <a:lnTo>
                  <a:pt x="163" y="208"/>
                </a:lnTo>
                <a:lnTo>
                  <a:pt x="243" y="127"/>
                </a:lnTo>
                <a:cubicBezTo>
                  <a:pt x="250" y="120"/>
                  <a:pt x="261" y="120"/>
                  <a:pt x="268" y="127"/>
                </a:cubicBezTo>
                <a:cubicBezTo>
                  <a:pt x="275" y="133"/>
                  <a:pt x="275" y="144"/>
                  <a:pt x="268" y="151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9" name="文本框 738"/>
          <p:cNvSpPr txBox="1"/>
          <p:nvPr/>
        </p:nvSpPr>
        <p:spPr>
          <a:xfrm>
            <a:off x="7909920" y="3033720"/>
            <a:ext cx="1194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测试结果与用户反馈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0" name="任意多边形 739"/>
          <p:cNvSpPr/>
          <p:nvPr/>
        </p:nvSpPr>
        <p:spPr>
          <a:xfrm>
            <a:off x="7657920" y="3609720"/>
            <a:ext cx="133560" cy="133920"/>
          </a:xfrm>
          <a:custGeom>
            <a:avLst/>
            <a:gdLst/>
            <a:ahLst/>
            <a:cxnLst/>
            <a:rect l="0" t="0" r="r" b="b"/>
            <a:pathLst>
              <a:path w="371" h="372">
                <a:moveTo>
                  <a:pt x="186" y="372"/>
                </a:moveTo>
                <a:cubicBezTo>
                  <a:pt x="198" y="372"/>
                  <a:pt x="210" y="370"/>
                  <a:pt x="222" y="368"/>
                </a:cubicBezTo>
                <a:cubicBezTo>
                  <a:pt x="234" y="366"/>
                  <a:pt x="246" y="362"/>
                  <a:pt x="257" y="358"/>
                </a:cubicBezTo>
                <a:cubicBezTo>
                  <a:pt x="268" y="353"/>
                  <a:pt x="279" y="347"/>
                  <a:pt x="289" y="340"/>
                </a:cubicBezTo>
                <a:cubicBezTo>
                  <a:pt x="299" y="334"/>
                  <a:pt x="309" y="326"/>
                  <a:pt x="317" y="317"/>
                </a:cubicBezTo>
                <a:cubicBezTo>
                  <a:pt x="326" y="309"/>
                  <a:pt x="333" y="299"/>
                  <a:pt x="340" y="289"/>
                </a:cubicBezTo>
                <a:cubicBezTo>
                  <a:pt x="347" y="279"/>
                  <a:pt x="353" y="269"/>
                  <a:pt x="357" y="257"/>
                </a:cubicBezTo>
                <a:cubicBezTo>
                  <a:pt x="362" y="246"/>
                  <a:pt x="365" y="234"/>
                  <a:pt x="368" y="223"/>
                </a:cubicBezTo>
                <a:cubicBezTo>
                  <a:pt x="370" y="211"/>
                  <a:pt x="371" y="199"/>
                  <a:pt x="371" y="186"/>
                </a:cubicBezTo>
                <a:cubicBezTo>
                  <a:pt x="371" y="174"/>
                  <a:pt x="370" y="162"/>
                  <a:pt x="368" y="150"/>
                </a:cubicBezTo>
                <a:cubicBezTo>
                  <a:pt x="365" y="137"/>
                  <a:pt x="362" y="126"/>
                  <a:pt x="357" y="115"/>
                </a:cubicBezTo>
                <a:cubicBezTo>
                  <a:pt x="353" y="103"/>
                  <a:pt x="347" y="93"/>
                  <a:pt x="340" y="83"/>
                </a:cubicBezTo>
                <a:cubicBezTo>
                  <a:pt x="333" y="72"/>
                  <a:pt x="326" y="63"/>
                  <a:pt x="317" y="54"/>
                </a:cubicBezTo>
                <a:cubicBezTo>
                  <a:pt x="309" y="46"/>
                  <a:pt x="299" y="38"/>
                  <a:pt x="289" y="31"/>
                </a:cubicBezTo>
                <a:cubicBezTo>
                  <a:pt x="279" y="25"/>
                  <a:pt x="268" y="19"/>
                  <a:pt x="257" y="14"/>
                </a:cubicBezTo>
                <a:cubicBezTo>
                  <a:pt x="246" y="10"/>
                  <a:pt x="234" y="6"/>
                  <a:pt x="222" y="4"/>
                </a:cubicBezTo>
                <a:cubicBezTo>
                  <a:pt x="210" y="1"/>
                  <a:pt x="198" y="0"/>
                  <a:pt x="186" y="0"/>
                </a:cubicBezTo>
                <a:cubicBezTo>
                  <a:pt x="174" y="0"/>
                  <a:pt x="162" y="1"/>
                  <a:pt x="150" y="4"/>
                </a:cubicBezTo>
                <a:cubicBezTo>
                  <a:pt x="138" y="6"/>
                  <a:pt x="127" y="10"/>
                  <a:pt x="115" y="14"/>
                </a:cubicBezTo>
                <a:cubicBezTo>
                  <a:pt x="104" y="19"/>
                  <a:pt x="93" y="25"/>
                  <a:pt x="83" y="31"/>
                </a:cubicBezTo>
                <a:cubicBezTo>
                  <a:pt x="73" y="38"/>
                  <a:pt x="64" y="46"/>
                  <a:pt x="55" y="54"/>
                </a:cubicBezTo>
                <a:cubicBezTo>
                  <a:pt x="47" y="63"/>
                  <a:pt x="39" y="72"/>
                  <a:pt x="32" y="83"/>
                </a:cubicBezTo>
                <a:cubicBezTo>
                  <a:pt x="25" y="93"/>
                  <a:pt x="20" y="103"/>
                  <a:pt x="15" y="115"/>
                </a:cubicBezTo>
                <a:cubicBezTo>
                  <a:pt x="10" y="126"/>
                  <a:pt x="7" y="137"/>
                  <a:pt x="5" y="150"/>
                </a:cubicBezTo>
                <a:cubicBezTo>
                  <a:pt x="1" y="162"/>
                  <a:pt x="0" y="174"/>
                  <a:pt x="0" y="186"/>
                </a:cubicBezTo>
                <a:cubicBezTo>
                  <a:pt x="0" y="199"/>
                  <a:pt x="1" y="211"/>
                  <a:pt x="5" y="223"/>
                </a:cubicBezTo>
                <a:cubicBezTo>
                  <a:pt x="7" y="234"/>
                  <a:pt x="10" y="246"/>
                  <a:pt x="15" y="257"/>
                </a:cubicBezTo>
                <a:cubicBezTo>
                  <a:pt x="20" y="269"/>
                  <a:pt x="25" y="279"/>
                  <a:pt x="32" y="289"/>
                </a:cubicBezTo>
                <a:cubicBezTo>
                  <a:pt x="39" y="299"/>
                  <a:pt x="47" y="309"/>
                  <a:pt x="55" y="317"/>
                </a:cubicBezTo>
                <a:cubicBezTo>
                  <a:pt x="64" y="326"/>
                  <a:pt x="73" y="334"/>
                  <a:pt x="83" y="340"/>
                </a:cubicBezTo>
                <a:cubicBezTo>
                  <a:pt x="93" y="347"/>
                  <a:pt x="104" y="353"/>
                  <a:pt x="115" y="358"/>
                </a:cubicBezTo>
                <a:cubicBezTo>
                  <a:pt x="127" y="362"/>
                  <a:pt x="138" y="366"/>
                  <a:pt x="150" y="368"/>
                </a:cubicBezTo>
                <a:cubicBezTo>
                  <a:pt x="162" y="370"/>
                  <a:pt x="174" y="372"/>
                  <a:pt x="186" y="372"/>
                </a:cubicBezTo>
                <a:moveTo>
                  <a:pt x="268" y="152"/>
                </a:moveTo>
                <a:lnTo>
                  <a:pt x="175" y="245"/>
                </a:lnTo>
                <a:cubicBezTo>
                  <a:pt x="169" y="252"/>
                  <a:pt x="158" y="252"/>
                  <a:pt x="151" y="245"/>
                </a:cubicBezTo>
                <a:lnTo>
                  <a:pt x="105" y="199"/>
                </a:lnTo>
                <a:cubicBezTo>
                  <a:pt x="98" y="192"/>
                  <a:pt x="98" y="181"/>
                  <a:pt x="105" y="174"/>
                </a:cubicBezTo>
                <a:cubicBezTo>
                  <a:pt x="111" y="167"/>
                  <a:pt x="122" y="167"/>
                  <a:pt x="129" y="174"/>
                </a:cubicBezTo>
                <a:lnTo>
                  <a:pt x="163" y="208"/>
                </a:lnTo>
                <a:lnTo>
                  <a:pt x="243" y="127"/>
                </a:lnTo>
                <a:cubicBezTo>
                  <a:pt x="250" y="120"/>
                  <a:pt x="261" y="120"/>
                  <a:pt x="268" y="127"/>
                </a:cubicBezTo>
                <a:cubicBezTo>
                  <a:pt x="275" y="134"/>
                  <a:pt x="275" y="145"/>
                  <a:pt x="268" y="152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1" name="文本框 740"/>
          <p:cNvSpPr txBox="1"/>
          <p:nvPr/>
        </p:nvSpPr>
        <p:spPr>
          <a:xfrm>
            <a:off x="7909920" y="3310200"/>
            <a:ext cx="796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质量保障措施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2" name="文本框 741"/>
          <p:cNvSpPr txBox="1"/>
          <p:nvPr/>
        </p:nvSpPr>
        <p:spPr>
          <a:xfrm>
            <a:off x="7909920" y="3586320"/>
            <a:ext cx="531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用户手册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3" name="任意多边形 742"/>
          <p:cNvSpPr/>
          <p:nvPr/>
        </p:nvSpPr>
        <p:spPr>
          <a:xfrm>
            <a:off x="7664040" y="4914720"/>
            <a:ext cx="137880" cy="133560"/>
          </a:xfrm>
          <a:custGeom>
            <a:avLst/>
            <a:gdLst/>
            <a:ahLst/>
            <a:cxnLst/>
            <a:rect l="0" t="0" r="r" b="b"/>
            <a:pathLst>
              <a:path w="383" h="371">
                <a:moveTo>
                  <a:pt x="211" y="13"/>
                </a:moveTo>
                <a:cubicBezTo>
                  <a:pt x="207" y="5"/>
                  <a:pt x="199" y="0"/>
                  <a:pt x="190" y="0"/>
                </a:cubicBezTo>
                <a:cubicBezTo>
                  <a:pt x="182" y="0"/>
                  <a:pt x="174" y="5"/>
                  <a:pt x="170" y="13"/>
                </a:cubicBezTo>
                <a:lnTo>
                  <a:pt x="123" y="109"/>
                </a:lnTo>
                <a:lnTo>
                  <a:pt x="19" y="124"/>
                </a:lnTo>
                <a:cubicBezTo>
                  <a:pt x="11" y="125"/>
                  <a:pt x="3" y="131"/>
                  <a:pt x="1" y="140"/>
                </a:cubicBezTo>
                <a:cubicBezTo>
                  <a:pt x="-2" y="148"/>
                  <a:pt x="0" y="157"/>
                  <a:pt x="6" y="163"/>
                </a:cubicBezTo>
                <a:lnTo>
                  <a:pt x="82" y="239"/>
                </a:lnTo>
                <a:lnTo>
                  <a:pt x="64" y="344"/>
                </a:lnTo>
                <a:cubicBezTo>
                  <a:pt x="62" y="353"/>
                  <a:pt x="66" y="362"/>
                  <a:pt x="73" y="367"/>
                </a:cubicBezTo>
                <a:cubicBezTo>
                  <a:pt x="80" y="372"/>
                  <a:pt x="90" y="373"/>
                  <a:pt x="98" y="369"/>
                </a:cubicBezTo>
                <a:lnTo>
                  <a:pt x="191" y="319"/>
                </a:lnTo>
                <a:lnTo>
                  <a:pt x="283" y="369"/>
                </a:lnTo>
                <a:cubicBezTo>
                  <a:pt x="291" y="373"/>
                  <a:pt x="302" y="372"/>
                  <a:pt x="309" y="367"/>
                </a:cubicBezTo>
                <a:cubicBezTo>
                  <a:pt x="316" y="362"/>
                  <a:pt x="320" y="353"/>
                  <a:pt x="318" y="344"/>
                </a:cubicBezTo>
                <a:lnTo>
                  <a:pt x="300" y="239"/>
                </a:lnTo>
                <a:lnTo>
                  <a:pt x="376" y="163"/>
                </a:lnTo>
                <a:cubicBezTo>
                  <a:pt x="382" y="157"/>
                  <a:pt x="384" y="148"/>
                  <a:pt x="381" y="140"/>
                </a:cubicBezTo>
                <a:cubicBezTo>
                  <a:pt x="379" y="131"/>
                  <a:pt x="371" y="125"/>
                  <a:pt x="363" y="124"/>
                </a:cubicBezTo>
                <a:lnTo>
                  <a:pt x="258" y="109"/>
                </a:lnTo>
                <a:lnTo>
                  <a:pt x="211" y="13"/>
                </a:lnTo>
                <a:close/>
              </a:path>
            </a:pathLst>
          </a:custGeom>
          <a:solidFill>
            <a:srgbClr val="FF7D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4" name="文本框 743"/>
          <p:cNvSpPr txBox="1"/>
          <p:nvPr/>
        </p:nvSpPr>
        <p:spPr>
          <a:xfrm>
            <a:off x="7662240" y="4548960"/>
            <a:ext cx="122004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实现阶段成果亮点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5" name="任意多边形 744"/>
          <p:cNvSpPr/>
          <p:nvPr/>
        </p:nvSpPr>
        <p:spPr>
          <a:xfrm>
            <a:off x="7664040" y="5190840"/>
            <a:ext cx="137880" cy="133920"/>
          </a:xfrm>
          <a:custGeom>
            <a:avLst/>
            <a:gdLst/>
            <a:ahLst/>
            <a:cxnLst/>
            <a:rect l="0" t="0" r="r" b="b"/>
            <a:pathLst>
              <a:path w="383" h="372">
                <a:moveTo>
                  <a:pt x="211" y="13"/>
                </a:moveTo>
                <a:cubicBezTo>
                  <a:pt x="207" y="5"/>
                  <a:pt x="199" y="0"/>
                  <a:pt x="190" y="0"/>
                </a:cubicBezTo>
                <a:cubicBezTo>
                  <a:pt x="182" y="0"/>
                  <a:pt x="174" y="5"/>
                  <a:pt x="170" y="13"/>
                </a:cubicBezTo>
                <a:lnTo>
                  <a:pt x="123" y="109"/>
                </a:lnTo>
                <a:lnTo>
                  <a:pt x="19" y="124"/>
                </a:lnTo>
                <a:cubicBezTo>
                  <a:pt x="11" y="126"/>
                  <a:pt x="3" y="132"/>
                  <a:pt x="1" y="140"/>
                </a:cubicBezTo>
                <a:cubicBezTo>
                  <a:pt x="-2" y="148"/>
                  <a:pt x="0" y="158"/>
                  <a:pt x="6" y="164"/>
                </a:cubicBezTo>
                <a:lnTo>
                  <a:pt x="82" y="239"/>
                </a:lnTo>
                <a:lnTo>
                  <a:pt x="64" y="345"/>
                </a:lnTo>
                <a:cubicBezTo>
                  <a:pt x="62" y="353"/>
                  <a:pt x="66" y="362"/>
                  <a:pt x="73" y="367"/>
                </a:cubicBezTo>
                <a:cubicBezTo>
                  <a:pt x="80" y="373"/>
                  <a:pt x="90" y="373"/>
                  <a:pt x="98" y="369"/>
                </a:cubicBezTo>
                <a:lnTo>
                  <a:pt x="191" y="319"/>
                </a:lnTo>
                <a:lnTo>
                  <a:pt x="283" y="369"/>
                </a:lnTo>
                <a:cubicBezTo>
                  <a:pt x="291" y="373"/>
                  <a:pt x="302" y="373"/>
                  <a:pt x="309" y="367"/>
                </a:cubicBezTo>
                <a:cubicBezTo>
                  <a:pt x="316" y="362"/>
                  <a:pt x="320" y="353"/>
                  <a:pt x="318" y="345"/>
                </a:cubicBezTo>
                <a:lnTo>
                  <a:pt x="300" y="239"/>
                </a:lnTo>
                <a:lnTo>
                  <a:pt x="376" y="164"/>
                </a:lnTo>
                <a:cubicBezTo>
                  <a:pt x="382" y="158"/>
                  <a:pt x="384" y="148"/>
                  <a:pt x="381" y="140"/>
                </a:cubicBezTo>
                <a:cubicBezTo>
                  <a:pt x="379" y="132"/>
                  <a:pt x="371" y="126"/>
                  <a:pt x="363" y="124"/>
                </a:cubicBezTo>
                <a:lnTo>
                  <a:pt x="258" y="109"/>
                </a:lnTo>
                <a:lnTo>
                  <a:pt x="211" y="13"/>
                </a:lnTo>
                <a:close/>
              </a:path>
            </a:pathLst>
          </a:custGeom>
          <a:solidFill>
            <a:srgbClr val="FF7D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6" name="文本框 745"/>
          <p:cNvSpPr txBox="1"/>
          <p:nvPr/>
        </p:nvSpPr>
        <p:spPr>
          <a:xfrm>
            <a:off x="7926480" y="4891320"/>
            <a:ext cx="1591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代码质量高，架构设计合理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7" name="任意多边形 746"/>
          <p:cNvSpPr/>
          <p:nvPr/>
        </p:nvSpPr>
        <p:spPr>
          <a:xfrm>
            <a:off x="7664040" y="5467320"/>
            <a:ext cx="137880" cy="133560"/>
          </a:xfrm>
          <a:custGeom>
            <a:avLst/>
            <a:gdLst/>
            <a:ahLst/>
            <a:cxnLst/>
            <a:rect l="0" t="0" r="r" b="b"/>
            <a:pathLst>
              <a:path w="383" h="371">
                <a:moveTo>
                  <a:pt x="211" y="13"/>
                </a:moveTo>
                <a:cubicBezTo>
                  <a:pt x="207" y="5"/>
                  <a:pt x="199" y="0"/>
                  <a:pt x="190" y="0"/>
                </a:cubicBezTo>
                <a:cubicBezTo>
                  <a:pt x="182" y="0"/>
                  <a:pt x="174" y="5"/>
                  <a:pt x="170" y="13"/>
                </a:cubicBezTo>
                <a:lnTo>
                  <a:pt x="123" y="108"/>
                </a:lnTo>
                <a:lnTo>
                  <a:pt x="19" y="124"/>
                </a:lnTo>
                <a:cubicBezTo>
                  <a:pt x="11" y="125"/>
                  <a:pt x="3" y="131"/>
                  <a:pt x="1" y="139"/>
                </a:cubicBezTo>
                <a:cubicBezTo>
                  <a:pt x="-2" y="148"/>
                  <a:pt x="0" y="157"/>
                  <a:pt x="6" y="163"/>
                </a:cubicBezTo>
                <a:lnTo>
                  <a:pt x="82" y="239"/>
                </a:lnTo>
                <a:lnTo>
                  <a:pt x="64" y="344"/>
                </a:lnTo>
                <a:cubicBezTo>
                  <a:pt x="62" y="353"/>
                  <a:pt x="66" y="362"/>
                  <a:pt x="73" y="367"/>
                </a:cubicBezTo>
                <a:cubicBezTo>
                  <a:pt x="80" y="372"/>
                  <a:pt x="90" y="372"/>
                  <a:pt x="98" y="368"/>
                </a:cubicBezTo>
                <a:lnTo>
                  <a:pt x="191" y="319"/>
                </a:lnTo>
                <a:lnTo>
                  <a:pt x="283" y="368"/>
                </a:lnTo>
                <a:cubicBezTo>
                  <a:pt x="291" y="372"/>
                  <a:pt x="302" y="372"/>
                  <a:pt x="309" y="367"/>
                </a:cubicBezTo>
                <a:cubicBezTo>
                  <a:pt x="316" y="361"/>
                  <a:pt x="320" y="353"/>
                  <a:pt x="318" y="344"/>
                </a:cubicBezTo>
                <a:lnTo>
                  <a:pt x="300" y="239"/>
                </a:lnTo>
                <a:lnTo>
                  <a:pt x="376" y="163"/>
                </a:lnTo>
                <a:cubicBezTo>
                  <a:pt x="382" y="157"/>
                  <a:pt x="384" y="148"/>
                  <a:pt x="381" y="139"/>
                </a:cubicBezTo>
                <a:cubicBezTo>
                  <a:pt x="379" y="131"/>
                  <a:pt x="371" y="125"/>
                  <a:pt x="363" y="124"/>
                </a:cubicBezTo>
                <a:lnTo>
                  <a:pt x="258" y="108"/>
                </a:lnTo>
                <a:lnTo>
                  <a:pt x="211" y="13"/>
                </a:lnTo>
                <a:close/>
              </a:path>
            </a:pathLst>
          </a:custGeom>
          <a:solidFill>
            <a:srgbClr val="FF7D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8" name="文本框 747"/>
          <p:cNvSpPr txBox="1"/>
          <p:nvPr/>
        </p:nvSpPr>
        <p:spPr>
          <a:xfrm>
            <a:off x="7926480" y="5167440"/>
            <a:ext cx="1724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测试覆盖率高，系统稳定性好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9" name="任意多边形 748"/>
          <p:cNvSpPr/>
          <p:nvPr/>
        </p:nvSpPr>
        <p:spPr>
          <a:xfrm>
            <a:off x="7664040" y="5743440"/>
            <a:ext cx="137880" cy="133560"/>
          </a:xfrm>
          <a:custGeom>
            <a:avLst/>
            <a:gdLst/>
            <a:ahLst/>
            <a:cxnLst/>
            <a:rect l="0" t="0" r="r" b="b"/>
            <a:pathLst>
              <a:path w="383" h="371">
                <a:moveTo>
                  <a:pt x="211" y="13"/>
                </a:moveTo>
                <a:cubicBezTo>
                  <a:pt x="207" y="5"/>
                  <a:pt x="199" y="0"/>
                  <a:pt x="190" y="0"/>
                </a:cubicBezTo>
                <a:cubicBezTo>
                  <a:pt x="182" y="0"/>
                  <a:pt x="174" y="5"/>
                  <a:pt x="170" y="13"/>
                </a:cubicBezTo>
                <a:lnTo>
                  <a:pt x="123" y="109"/>
                </a:lnTo>
                <a:lnTo>
                  <a:pt x="19" y="124"/>
                </a:lnTo>
                <a:cubicBezTo>
                  <a:pt x="11" y="125"/>
                  <a:pt x="3" y="131"/>
                  <a:pt x="1" y="140"/>
                </a:cubicBezTo>
                <a:cubicBezTo>
                  <a:pt x="-2" y="149"/>
                  <a:pt x="0" y="158"/>
                  <a:pt x="6" y="164"/>
                </a:cubicBezTo>
                <a:lnTo>
                  <a:pt x="82" y="239"/>
                </a:lnTo>
                <a:lnTo>
                  <a:pt x="64" y="344"/>
                </a:lnTo>
                <a:cubicBezTo>
                  <a:pt x="62" y="353"/>
                  <a:pt x="66" y="362"/>
                  <a:pt x="73" y="367"/>
                </a:cubicBezTo>
                <a:cubicBezTo>
                  <a:pt x="80" y="372"/>
                  <a:pt x="90" y="373"/>
                  <a:pt x="98" y="369"/>
                </a:cubicBezTo>
                <a:lnTo>
                  <a:pt x="191" y="319"/>
                </a:lnTo>
                <a:lnTo>
                  <a:pt x="283" y="369"/>
                </a:lnTo>
                <a:cubicBezTo>
                  <a:pt x="291" y="373"/>
                  <a:pt x="302" y="372"/>
                  <a:pt x="309" y="367"/>
                </a:cubicBezTo>
                <a:cubicBezTo>
                  <a:pt x="316" y="362"/>
                  <a:pt x="320" y="353"/>
                  <a:pt x="318" y="344"/>
                </a:cubicBezTo>
                <a:lnTo>
                  <a:pt x="300" y="239"/>
                </a:lnTo>
                <a:lnTo>
                  <a:pt x="376" y="164"/>
                </a:lnTo>
                <a:cubicBezTo>
                  <a:pt x="382" y="158"/>
                  <a:pt x="384" y="149"/>
                  <a:pt x="381" y="140"/>
                </a:cubicBezTo>
                <a:cubicBezTo>
                  <a:pt x="379" y="131"/>
                  <a:pt x="371" y="125"/>
                  <a:pt x="363" y="124"/>
                </a:cubicBezTo>
                <a:lnTo>
                  <a:pt x="258" y="109"/>
                </a:lnTo>
                <a:lnTo>
                  <a:pt x="211" y="13"/>
                </a:lnTo>
                <a:close/>
              </a:path>
            </a:pathLst>
          </a:custGeom>
          <a:solidFill>
            <a:srgbClr val="FF7D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0" name="文本框 749"/>
          <p:cNvSpPr txBox="1"/>
          <p:nvPr/>
        </p:nvSpPr>
        <p:spPr>
          <a:xfrm>
            <a:off x="7926480" y="5443560"/>
            <a:ext cx="14590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用户反馈积极，满意度高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1" name="文本框 750"/>
          <p:cNvSpPr txBox="1"/>
          <p:nvPr/>
        </p:nvSpPr>
        <p:spPr>
          <a:xfrm>
            <a:off x="7926480" y="5720040"/>
            <a:ext cx="1724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文档体系完整，用户手册实用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任意多边形 7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4" name="文本框 753"/>
          <p:cNvSpPr txBox="1"/>
          <p:nvPr/>
        </p:nvSpPr>
        <p:spPr>
          <a:xfrm>
            <a:off x="380880" y="410040"/>
            <a:ext cx="1600200" cy="322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六、综合</a:t>
            </a:r>
            <a:r>
              <a:rPr lang="zh-CN" sz="21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评价</a:t>
            </a:r>
            <a:endParaRPr lang="zh-CN" sz="2100" b="0" u="none" strike="noStrike">
              <a:solidFill>
                <a:srgbClr val="1D2129"/>
              </a:solidFill>
              <a:effectLst/>
              <a:uFillTx/>
              <a:latin typeface="WenQuanYiZenHei"/>
              <a:ea typeface="WenQuanYiZenHei"/>
            </a:endParaRPr>
          </a:p>
        </p:txBody>
      </p:sp>
      <p:sp>
        <p:nvSpPr>
          <p:cNvPr id="755" name="任意多边形 754"/>
          <p:cNvSpPr/>
          <p:nvPr/>
        </p:nvSpPr>
        <p:spPr>
          <a:xfrm>
            <a:off x="4800240" y="1447560"/>
            <a:ext cx="153000" cy="152640"/>
          </a:xfrm>
          <a:custGeom>
            <a:avLst/>
            <a:gdLst/>
            <a:ahLst/>
            <a:cxnLst/>
            <a:rect l="0" t="0" r="r" b="b"/>
            <a:pathLst>
              <a:path w="425" h="424">
                <a:moveTo>
                  <a:pt x="212" y="424"/>
                </a:moveTo>
                <a:cubicBezTo>
                  <a:pt x="226" y="424"/>
                  <a:pt x="240" y="423"/>
                  <a:pt x="253" y="419"/>
                </a:cubicBezTo>
                <a:cubicBezTo>
                  <a:pt x="267" y="417"/>
                  <a:pt x="280" y="413"/>
                  <a:pt x="293" y="407"/>
                </a:cubicBezTo>
                <a:cubicBezTo>
                  <a:pt x="306" y="402"/>
                  <a:pt x="318" y="396"/>
                  <a:pt x="330" y="388"/>
                </a:cubicBezTo>
                <a:cubicBezTo>
                  <a:pt x="341" y="380"/>
                  <a:pt x="352" y="371"/>
                  <a:pt x="362" y="362"/>
                </a:cubicBezTo>
                <a:cubicBezTo>
                  <a:pt x="372" y="352"/>
                  <a:pt x="380" y="341"/>
                  <a:pt x="388" y="329"/>
                </a:cubicBezTo>
                <a:cubicBezTo>
                  <a:pt x="396" y="318"/>
                  <a:pt x="402" y="306"/>
                  <a:pt x="408" y="293"/>
                </a:cubicBezTo>
                <a:cubicBezTo>
                  <a:pt x="413" y="280"/>
                  <a:pt x="418" y="267"/>
                  <a:pt x="421" y="253"/>
                </a:cubicBezTo>
                <a:cubicBezTo>
                  <a:pt x="423" y="239"/>
                  <a:pt x="425" y="226"/>
                  <a:pt x="425" y="212"/>
                </a:cubicBezTo>
                <a:cubicBezTo>
                  <a:pt x="425" y="198"/>
                  <a:pt x="423" y="184"/>
                  <a:pt x="421" y="171"/>
                </a:cubicBezTo>
                <a:cubicBezTo>
                  <a:pt x="418" y="157"/>
                  <a:pt x="413" y="144"/>
                  <a:pt x="408" y="131"/>
                </a:cubicBezTo>
                <a:cubicBezTo>
                  <a:pt x="402" y="118"/>
                  <a:pt x="396" y="106"/>
                  <a:pt x="388" y="94"/>
                </a:cubicBezTo>
                <a:cubicBezTo>
                  <a:pt x="380" y="83"/>
                  <a:pt x="372" y="72"/>
                  <a:pt x="362" y="62"/>
                </a:cubicBezTo>
                <a:cubicBezTo>
                  <a:pt x="352" y="52"/>
                  <a:pt x="341" y="44"/>
                  <a:pt x="330" y="36"/>
                </a:cubicBezTo>
                <a:cubicBezTo>
                  <a:pt x="318" y="28"/>
                  <a:pt x="306" y="22"/>
                  <a:pt x="293" y="16"/>
                </a:cubicBezTo>
                <a:cubicBezTo>
                  <a:pt x="280" y="11"/>
                  <a:pt x="267" y="7"/>
                  <a:pt x="253" y="4"/>
                </a:cubicBezTo>
                <a:cubicBezTo>
                  <a:pt x="240" y="2"/>
                  <a:pt x="226" y="0"/>
                  <a:pt x="212" y="0"/>
                </a:cubicBezTo>
                <a:cubicBezTo>
                  <a:pt x="198" y="0"/>
                  <a:pt x="185" y="2"/>
                  <a:pt x="171" y="4"/>
                </a:cubicBezTo>
                <a:cubicBezTo>
                  <a:pt x="157" y="7"/>
                  <a:pt x="144" y="11"/>
                  <a:pt x="131" y="16"/>
                </a:cubicBezTo>
                <a:cubicBezTo>
                  <a:pt x="118" y="22"/>
                  <a:pt x="106" y="28"/>
                  <a:pt x="95" y="36"/>
                </a:cubicBezTo>
                <a:cubicBezTo>
                  <a:pt x="83" y="44"/>
                  <a:pt x="72" y="52"/>
                  <a:pt x="62" y="62"/>
                </a:cubicBezTo>
                <a:cubicBezTo>
                  <a:pt x="53" y="72"/>
                  <a:pt x="44" y="83"/>
                  <a:pt x="36" y="94"/>
                </a:cubicBezTo>
                <a:cubicBezTo>
                  <a:pt x="28" y="106"/>
                  <a:pt x="22" y="118"/>
                  <a:pt x="17" y="131"/>
                </a:cubicBezTo>
                <a:cubicBezTo>
                  <a:pt x="11" y="144"/>
                  <a:pt x="7" y="157"/>
                  <a:pt x="5" y="171"/>
                </a:cubicBezTo>
                <a:cubicBezTo>
                  <a:pt x="2" y="184"/>
                  <a:pt x="0" y="198"/>
                  <a:pt x="0" y="212"/>
                </a:cubicBezTo>
                <a:cubicBezTo>
                  <a:pt x="0" y="226"/>
                  <a:pt x="2" y="239"/>
                  <a:pt x="5" y="253"/>
                </a:cubicBezTo>
                <a:cubicBezTo>
                  <a:pt x="7" y="267"/>
                  <a:pt x="11" y="280"/>
                  <a:pt x="17" y="293"/>
                </a:cubicBezTo>
                <a:cubicBezTo>
                  <a:pt x="22" y="306"/>
                  <a:pt x="28" y="318"/>
                  <a:pt x="36" y="329"/>
                </a:cubicBezTo>
                <a:cubicBezTo>
                  <a:pt x="44" y="341"/>
                  <a:pt x="53" y="352"/>
                  <a:pt x="62" y="362"/>
                </a:cubicBezTo>
                <a:cubicBezTo>
                  <a:pt x="72" y="371"/>
                  <a:pt x="83" y="380"/>
                  <a:pt x="95" y="388"/>
                </a:cubicBezTo>
                <a:cubicBezTo>
                  <a:pt x="106" y="396"/>
                  <a:pt x="118" y="402"/>
                  <a:pt x="131" y="407"/>
                </a:cubicBezTo>
                <a:cubicBezTo>
                  <a:pt x="144" y="413"/>
                  <a:pt x="157" y="417"/>
                  <a:pt x="171" y="419"/>
                </a:cubicBezTo>
                <a:cubicBezTo>
                  <a:pt x="185" y="423"/>
                  <a:pt x="198" y="424"/>
                  <a:pt x="212" y="424"/>
                </a:cubicBezTo>
                <a:moveTo>
                  <a:pt x="306" y="173"/>
                </a:moveTo>
                <a:lnTo>
                  <a:pt x="200" y="279"/>
                </a:lnTo>
                <a:cubicBezTo>
                  <a:pt x="192" y="287"/>
                  <a:pt x="179" y="287"/>
                  <a:pt x="172" y="279"/>
                </a:cubicBezTo>
                <a:lnTo>
                  <a:pt x="119" y="226"/>
                </a:lnTo>
                <a:cubicBezTo>
                  <a:pt x="111" y="218"/>
                  <a:pt x="111" y="206"/>
                  <a:pt x="119" y="198"/>
                </a:cubicBezTo>
                <a:cubicBezTo>
                  <a:pt x="127" y="190"/>
                  <a:pt x="139" y="190"/>
                  <a:pt x="147" y="198"/>
                </a:cubicBezTo>
                <a:lnTo>
                  <a:pt x="186" y="237"/>
                </a:lnTo>
                <a:lnTo>
                  <a:pt x="277" y="145"/>
                </a:lnTo>
                <a:cubicBezTo>
                  <a:pt x="285" y="137"/>
                  <a:pt x="298" y="137"/>
                  <a:pt x="306" y="145"/>
                </a:cubicBezTo>
                <a:cubicBezTo>
                  <a:pt x="313" y="153"/>
                  <a:pt x="313" y="165"/>
                  <a:pt x="306" y="173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6" name="文本框 755"/>
          <p:cNvSpPr txBox="1"/>
          <p:nvPr/>
        </p:nvSpPr>
        <p:spPr>
          <a:xfrm>
            <a:off x="685800" y="1397520"/>
            <a:ext cx="762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项目总结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7" name="任意多边形 756"/>
          <p:cNvSpPr/>
          <p:nvPr/>
        </p:nvSpPr>
        <p:spPr>
          <a:xfrm>
            <a:off x="705960" y="1914480"/>
            <a:ext cx="150480" cy="133560"/>
          </a:xfrm>
          <a:custGeom>
            <a:avLst/>
            <a:gdLst/>
            <a:ahLst/>
            <a:cxnLst/>
            <a:rect l="0" t="0" r="r" b="b"/>
            <a:pathLst>
              <a:path w="418" h="371">
                <a:moveTo>
                  <a:pt x="210" y="35"/>
                </a:moveTo>
                <a:lnTo>
                  <a:pt x="267" y="57"/>
                </a:lnTo>
                <a:lnTo>
                  <a:pt x="208" y="80"/>
                </a:lnTo>
                <a:lnTo>
                  <a:pt x="149" y="57"/>
                </a:lnTo>
                <a:lnTo>
                  <a:pt x="206" y="35"/>
                </a:lnTo>
                <a:cubicBezTo>
                  <a:pt x="207" y="34"/>
                  <a:pt x="209" y="34"/>
                  <a:pt x="210" y="35"/>
                </a:cubicBezTo>
                <a:moveTo>
                  <a:pt x="98" y="68"/>
                </a:moveTo>
                <a:lnTo>
                  <a:pt x="98" y="149"/>
                </a:lnTo>
                <a:cubicBezTo>
                  <a:pt x="97" y="149"/>
                  <a:pt x="96" y="149"/>
                  <a:pt x="95" y="150"/>
                </a:cubicBezTo>
                <a:lnTo>
                  <a:pt x="26" y="176"/>
                </a:lnTo>
                <a:cubicBezTo>
                  <a:pt x="10" y="182"/>
                  <a:pt x="0" y="197"/>
                  <a:pt x="0" y="214"/>
                </a:cubicBezTo>
                <a:lnTo>
                  <a:pt x="0" y="300"/>
                </a:lnTo>
                <a:cubicBezTo>
                  <a:pt x="0" y="316"/>
                  <a:pt x="9" y="331"/>
                  <a:pt x="24" y="337"/>
                </a:cubicBezTo>
                <a:lnTo>
                  <a:pt x="93" y="368"/>
                </a:lnTo>
                <a:cubicBezTo>
                  <a:pt x="104" y="372"/>
                  <a:pt x="116" y="372"/>
                  <a:pt x="126" y="368"/>
                </a:cubicBezTo>
                <a:lnTo>
                  <a:pt x="208" y="332"/>
                </a:lnTo>
                <a:lnTo>
                  <a:pt x="290" y="368"/>
                </a:lnTo>
                <a:cubicBezTo>
                  <a:pt x="301" y="372"/>
                  <a:pt x="312" y="372"/>
                  <a:pt x="323" y="368"/>
                </a:cubicBezTo>
                <a:lnTo>
                  <a:pt x="393" y="337"/>
                </a:lnTo>
                <a:cubicBezTo>
                  <a:pt x="408" y="331"/>
                  <a:pt x="418" y="316"/>
                  <a:pt x="418" y="300"/>
                </a:cubicBezTo>
                <a:lnTo>
                  <a:pt x="418" y="214"/>
                </a:lnTo>
                <a:cubicBezTo>
                  <a:pt x="418" y="197"/>
                  <a:pt x="407" y="182"/>
                  <a:pt x="391" y="176"/>
                </a:cubicBezTo>
                <a:lnTo>
                  <a:pt x="321" y="150"/>
                </a:lnTo>
                <a:cubicBezTo>
                  <a:pt x="320" y="149"/>
                  <a:pt x="319" y="149"/>
                  <a:pt x="318" y="149"/>
                </a:cubicBezTo>
                <a:lnTo>
                  <a:pt x="318" y="68"/>
                </a:lnTo>
                <a:cubicBezTo>
                  <a:pt x="318" y="51"/>
                  <a:pt x="308" y="35"/>
                  <a:pt x="292" y="29"/>
                </a:cubicBezTo>
                <a:lnTo>
                  <a:pt x="223" y="2"/>
                </a:lnTo>
                <a:cubicBezTo>
                  <a:pt x="213" y="-1"/>
                  <a:pt x="203" y="-1"/>
                  <a:pt x="194" y="2"/>
                </a:cubicBezTo>
                <a:lnTo>
                  <a:pt x="124" y="29"/>
                </a:lnTo>
                <a:cubicBezTo>
                  <a:pt x="109" y="35"/>
                  <a:pt x="98" y="51"/>
                  <a:pt x="98" y="68"/>
                </a:cubicBezTo>
                <a:moveTo>
                  <a:pt x="283" y="153"/>
                </a:moveTo>
                <a:lnTo>
                  <a:pt x="224" y="176"/>
                </a:lnTo>
                <a:lnTo>
                  <a:pt x="224" y="111"/>
                </a:lnTo>
                <a:lnTo>
                  <a:pt x="283" y="88"/>
                </a:lnTo>
                <a:lnTo>
                  <a:pt x="283" y="153"/>
                </a:lnTo>
                <a:moveTo>
                  <a:pt x="112" y="182"/>
                </a:moveTo>
                <a:lnTo>
                  <a:pt x="168" y="204"/>
                </a:lnTo>
                <a:lnTo>
                  <a:pt x="110" y="226"/>
                </a:lnTo>
                <a:lnTo>
                  <a:pt x="51" y="204"/>
                </a:lnTo>
                <a:lnTo>
                  <a:pt x="108" y="182"/>
                </a:lnTo>
                <a:cubicBezTo>
                  <a:pt x="109" y="182"/>
                  <a:pt x="110" y="182"/>
                  <a:pt x="112" y="182"/>
                </a:cubicBezTo>
                <a:moveTo>
                  <a:pt x="125" y="330"/>
                </a:moveTo>
                <a:lnTo>
                  <a:pt x="125" y="257"/>
                </a:lnTo>
                <a:lnTo>
                  <a:pt x="185" y="234"/>
                </a:lnTo>
                <a:lnTo>
                  <a:pt x="185" y="304"/>
                </a:lnTo>
                <a:lnTo>
                  <a:pt x="125" y="330"/>
                </a:lnTo>
                <a:moveTo>
                  <a:pt x="304" y="182"/>
                </a:moveTo>
                <a:cubicBezTo>
                  <a:pt x="306" y="182"/>
                  <a:pt x="307" y="182"/>
                  <a:pt x="309" y="182"/>
                </a:cubicBezTo>
                <a:lnTo>
                  <a:pt x="366" y="204"/>
                </a:lnTo>
                <a:lnTo>
                  <a:pt x="306" y="226"/>
                </a:lnTo>
                <a:lnTo>
                  <a:pt x="248" y="204"/>
                </a:lnTo>
                <a:lnTo>
                  <a:pt x="304" y="182"/>
                </a:lnTo>
                <a:moveTo>
                  <a:pt x="379" y="305"/>
                </a:moveTo>
                <a:lnTo>
                  <a:pt x="322" y="330"/>
                </a:lnTo>
                <a:lnTo>
                  <a:pt x="322" y="257"/>
                </a:lnTo>
                <a:lnTo>
                  <a:pt x="383" y="234"/>
                </a:lnTo>
                <a:lnTo>
                  <a:pt x="383" y="300"/>
                </a:lnTo>
                <a:cubicBezTo>
                  <a:pt x="383" y="302"/>
                  <a:pt x="381" y="304"/>
                  <a:pt x="379" y="305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8" name="文本框 757"/>
          <p:cNvSpPr txBox="1"/>
          <p:nvPr/>
        </p:nvSpPr>
        <p:spPr>
          <a:xfrm>
            <a:off x="5029200" y="1424880"/>
            <a:ext cx="61020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符合要求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9" name="任意多边形 758"/>
          <p:cNvSpPr/>
          <p:nvPr/>
        </p:nvSpPr>
        <p:spPr>
          <a:xfrm>
            <a:off x="761760" y="222876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3"/>
                </a:moveTo>
                <a:cubicBezTo>
                  <a:pt x="107" y="61"/>
                  <a:pt x="106" y="67"/>
                  <a:pt x="103" y="74"/>
                </a:cubicBezTo>
                <a:cubicBezTo>
                  <a:pt x="100" y="80"/>
                  <a:pt x="96" y="86"/>
                  <a:pt x="92" y="91"/>
                </a:cubicBezTo>
                <a:cubicBezTo>
                  <a:pt x="87" y="96"/>
                  <a:pt x="81" y="100"/>
                  <a:pt x="74" y="103"/>
                </a:cubicBezTo>
                <a:cubicBezTo>
                  <a:pt x="68" y="105"/>
                  <a:pt x="61" y="107"/>
                  <a:pt x="54" y="107"/>
                </a:cubicBezTo>
                <a:cubicBezTo>
                  <a:pt x="47" y="107"/>
                  <a:pt x="40" y="105"/>
                  <a:pt x="33" y="103"/>
                </a:cubicBezTo>
                <a:cubicBezTo>
                  <a:pt x="26" y="100"/>
                  <a:pt x="21" y="96"/>
                  <a:pt x="16" y="91"/>
                </a:cubicBezTo>
                <a:cubicBezTo>
                  <a:pt x="11" y="86"/>
                  <a:pt x="7" y="80"/>
                  <a:pt x="4" y="74"/>
                </a:cubicBezTo>
                <a:cubicBezTo>
                  <a:pt x="2" y="67"/>
                  <a:pt x="0" y="61"/>
                  <a:pt x="0" y="53"/>
                </a:cubicBezTo>
                <a:cubicBezTo>
                  <a:pt x="0" y="46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40" y="1"/>
                  <a:pt x="47" y="0"/>
                  <a:pt x="54" y="0"/>
                </a:cubicBezTo>
                <a:cubicBezTo>
                  <a:pt x="61" y="0"/>
                  <a:pt x="68" y="1"/>
                  <a:pt x="74" y="4"/>
                </a:cubicBezTo>
                <a:cubicBezTo>
                  <a:pt x="81" y="6"/>
                  <a:pt x="87" y="10"/>
                  <a:pt x="92" y="15"/>
                </a:cubicBezTo>
                <a:cubicBezTo>
                  <a:pt x="96" y="20"/>
                  <a:pt x="100" y="26"/>
                  <a:pt x="103" y="32"/>
                </a:cubicBezTo>
                <a:cubicBezTo>
                  <a:pt x="106" y="39"/>
                  <a:pt x="107" y="46"/>
                  <a:pt x="107" y="53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0" name="文本框 759"/>
          <p:cNvSpPr txBox="1"/>
          <p:nvPr/>
        </p:nvSpPr>
        <p:spPr>
          <a:xfrm>
            <a:off x="952560" y="1890720"/>
            <a:ext cx="796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项目成果总结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1" name="任意多边形 760"/>
          <p:cNvSpPr/>
          <p:nvPr/>
        </p:nvSpPr>
        <p:spPr>
          <a:xfrm>
            <a:off x="761760" y="245736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4"/>
                </a:moveTo>
                <a:cubicBezTo>
                  <a:pt x="107" y="61"/>
                  <a:pt x="106" y="67"/>
                  <a:pt x="103" y="74"/>
                </a:cubicBezTo>
                <a:cubicBezTo>
                  <a:pt x="100" y="80"/>
                  <a:pt x="96" y="86"/>
                  <a:pt x="92" y="91"/>
                </a:cubicBezTo>
                <a:cubicBezTo>
                  <a:pt x="87" y="96"/>
                  <a:pt x="81" y="100"/>
                  <a:pt x="74" y="103"/>
                </a:cubicBezTo>
                <a:cubicBezTo>
                  <a:pt x="68" y="105"/>
                  <a:pt x="61" y="107"/>
                  <a:pt x="54" y="107"/>
                </a:cubicBezTo>
                <a:cubicBezTo>
                  <a:pt x="47" y="107"/>
                  <a:pt x="40" y="105"/>
                  <a:pt x="33" y="103"/>
                </a:cubicBezTo>
                <a:cubicBezTo>
                  <a:pt x="26" y="100"/>
                  <a:pt x="21" y="96"/>
                  <a:pt x="16" y="91"/>
                </a:cubicBezTo>
                <a:cubicBezTo>
                  <a:pt x="11" y="86"/>
                  <a:pt x="7" y="80"/>
                  <a:pt x="4" y="74"/>
                </a:cubicBezTo>
                <a:cubicBezTo>
                  <a:pt x="2" y="67"/>
                  <a:pt x="0" y="61"/>
                  <a:pt x="0" y="54"/>
                </a:cubicBezTo>
                <a:cubicBezTo>
                  <a:pt x="0" y="46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40" y="1"/>
                  <a:pt x="47" y="0"/>
                  <a:pt x="54" y="0"/>
                </a:cubicBezTo>
                <a:cubicBezTo>
                  <a:pt x="61" y="0"/>
                  <a:pt x="68" y="1"/>
                  <a:pt x="74" y="4"/>
                </a:cubicBezTo>
                <a:cubicBezTo>
                  <a:pt x="81" y="6"/>
                  <a:pt x="87" y="10"/>
                  <a:pt x="92" y="15"/>
                </a:cubicBezTo>
                <a:cubicBezTo>
                  <a:pt x="96" y="20"/>
                  <a:pt x="100" y="26"/>
                  <a:pt x="103" y="32"/>
                </a:cubicBezTo>
                <a:cubicBezTo>
                  <a:pt x="106" y="39"/>
                  <a:pt x="107" y="46"/>
                  <a:pt x="107" y="54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2" name="文本框 761"/>
          <p:cNvSpPr txBox="1"/>
          <p:nvPr/>
        </p:nvSpPr>
        <p:spPr>
          <a:xfrm>
            <a:off x="942840" y="2157480"/>
            <a:ext cx="31834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功能成果：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100%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覆盖核心需求，小程序成功上线试点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4" name="文本框 763"/>
          <p:cNvSpPr txBox="1"/>
          <p:nvPr/>
        </p:nvSpPr>
        <p:spPr>
          <a:xfrm>
            <a:off x="942840" y="2386080"/>
            <a:ext cx="25207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质量成果：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测试通过率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100%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，无严重缺陷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7" name="任意多边形 766"/>
          <p:cNvSpPr/>
          <p:nvPr/>
        </p:nvSpPr>
        <p:spPr>
          <a:xfrm>
            <a:off x="716400" y="3250080"/>
            <a:ext cx="129240" cy="129240"/>
          </a:xfrm>
          <a:custGeom>
            <a:avLst/>
            <a:gdLst/>
            <a:ahLst/>
            <a:cxnLst/>
            <a:rect l="0" t="0" r="r" b="b"/>
            <a:pathLst>
              <a:path w="359" h="359">
                <a:moveTo>
                  <a:pt x="107" y="319"/>
                </a:moveTo>
                <a:lnTo>
                  <a:pt x="98" y="340"/>
                </a:lnTo>
                <a:cubicBezTo>
                  <a:pt x="84" y="333"/>
                  <a:pt x="72" y="325"/>
                  <a:pt x="61" y="315"/>
                </a:cubicBezTo>
                <a:lnTo>
                  <a:pt x="77" y="298"/>
                </a:lnTo>
                <a:cubicBezTo>
                  <a:pt x="86" y="306"/>
                  <a:pt x="96" y="313"/>
                  <a:pt x="107" y="319"/>
                </a:cubicBezTo>
                <a:moveTo>
                  <a:pt x="23" y="192"/>
                </a:moveTo>
                <a:lnTo>
                  <a:pt x="0" y="192"/>
                </a:lnTo>
                <a:cubicBezTo>
                  <a:pt x="1" y="207"/>
                  <a:pt x="4" y="222"/>
                  <a:pt x="8" y="236"/>
                </a:cubicBezTo>
                <a:lnTo>
                  <a:pt x="30" y="227"/>
                </a:lnTo>
                <a:cubicBezTo>
                  <a:pt x="27" y="216"/>
                  <a:pt x="24" y="204"/>
                  <a:pt x="23" y="192"/>
                </a:cubicBezTo>
                <a:moveTo>
                  <a:pt x="23" y="168"/>
                </a:moveTo>
                <a:cubicBezTo>
                  <a:pt x="24" y="155"/>
                  <a:pt x="27" y="142"/>
                  <a:pt x="31" y="129"/>
                </a:cubicBezTo>
                <a:lnTo>
                  <a:pt x="10" y="120"/>
                </a:lnTo>
                <a:cubicBezTo>
                  <a:pt x="5" y="135"/>
                  <a:pt x="1" y="152"/>
                  <a:pt x="0" y="168"/>
                </a:cubicBezTo>
                <a:lnTo>
                  <a:pt x="23" y="168"/>
                </a:lnTo>
                <a:moveTo>
                  <a:pt x="40" y="108"/>
                </a:moveTo>
                <a:cubicBezTo>
                  <a:pt x="46" y="96"/>
                  <a:pt x="53" y="86"/>
                  <a:pt x="61" y="77"/>
                </a:cubicBezTo>
                <a:lnTo>
                  <a:pt x="44" y="61"/>
                </a:lnTo>
                <a:cubicBezTo>
                  <a:pt x="34" y="72"/>
                  <a:pt x="26" y="84"/>
                  <a:pt x="19" y="98"/>
                </a:cubicBezTo>
                <a:lnTo>
                  <a:pt x="40" y="108"/>
                </a:lnTo>
                <a:moveTo>
                  <a:pt x="281" y="298"/>
                </a:moveTo>
                <a:cubicBezTo>
                  <a:pt x="271" y="307"/>
                  <a:pt x="260" y="314"/>
                  <a:pt x="248" y="320"/>
                </a:cubicBezTo>
                <a:lnTo>
                  <a:pt x="256" y="342"/>
                </a:lnTo>
                <a:cubicBezTo>
                  <a:pt x="271" y="335"/>
                  <a:pt x="285" y="326"/>
                  <a:pt x="298" y="315"/>
                </a:cubicBezTo>
                <a:lnTo>
                  <a:pt x="281" y="298"/>
                </a:lnTo>
                <a:moveTo>
                  <a:pt x="77" y="61"/>
                </a:moveTo>
                <a:cubicBezTo>
                  <a:pt x="87" y="52"/>
                  <a:pt x="98" y="45"/>
                  <a:pt x="110" y="39"/>
                </a:cubicBezTo>
                <a:lnTo>
                  <a:pt x="102" y="17"/>
                </a:lnTo>
                <a:cubicBezTo>
                  <a:pt x="87" y="24"/>
                  <a:pt x="73" y="33"/>
                  <a:pt x="61" y="44"/>
                </a:cubicBezTo>
                <a:lnTo>
                  <a:pt x="77" y="61"/>
                </a:lnTo>
                <a:moveTo>
                  <a:pt x="318" y="252"/>
                </a:moveTo>
                <a:cubicBezTo>
                  <a:pt x="312" y="263"/>
                  <a:pt x="305" y="273"/>
                  <a:pt x="297" y="282"/>
                </a:cubicBezTo>
                <a:lnTo>
                  <a:pt x="314" y="298"/>
                </a:lnTo>
                <a:cubicBezTo>
                  <a:pt x="324" y="287"/>
                  <a:pt x="332" y="275"/>
                  <a:pt x="340" y="261"/>
                </a:cubicBezTo>
                <a:lnTo>
                  <a:pt x="318" y="252"/>
                </a:lnTo>
                <a:moveTo>
                  <a:pt x="335" y="192"/>
                </a:moveTo>
                <a:cubicBezTo>
                  <a:pt x="334" y="205"/>
                  <a:pt x="331" y="218"/>
                  <a:pt x="327" y="231"/>
                </a:cubicBezTo>
                <a:lnTo>
                  <a:pt x="349" y="240"/>
                </a:lnTo>
                <a:cubicBezTo>
                  <a:pt x="355" y="225"/>
                  <a:pt x="358" y="208"/>
                  <a:pt x="359" y="192"/>
                </a:cubicBezTo>
                <a:lnTo>
                  <a:pt x="335" y="192"/>
                </a:lnTo>
                <a:moveTo>
                  <a:pt x="226" y="329"/>
                </a:moveTo>
                <a:cubicBezTo>
                  <a:pt x="215" y="333"/>
                  <a:pt x="203" y="335"/>
                  <a:pt x="191" y="336"/>
                </a:cubicBezTo>
                <a:lnTo>
                  <a:pt x="191" y="359"/>
                </a:lnTo>
                <a:cubicBezTo>
                  <a:pt x="206" y="358"/>
                  <a:pt x="221" y="355"/>
                  <a:pt x="235" y="351"/>
                </a:cubicBezTo>
                <a:lnTo>
                  <a:pt x="226" y="329"/>
                </a:lnTo>
                <a:moveTo>
                  <a:pt x="168" y="336"/>
                </a:moveTo>
                <a:cubicBezTo>
                  <a:pt x="154" y="335"/>
                  <a:pt x="141" y="332"/>
                  <a:pt x="128" y="328"/>
                </a:cubicBezTo>
                <a:lnTo>
                  <a:pt x="119" y="349"/>
                </a:lnTo>
                <a:cubicBezTo>
                  <a:pt x="135" y="355"/>
                  <a:pt x="151" y="358"/>
                  <a:pt x="168" y="359"/>
                </a:cubicBezTo>
                <a:lnTo>
                  <a:pt x="168" y="336"/>
                </a:lnTo>
                <a:moveTo>
                  <a:pt x="328" y="133"/>
                </a:moveTo>
                <a:cubicBezTo>
                  <a:pt x="332" y="144"/>
                  <a:pt x="334" y="156"/>
                  <a:pt x="335" y="168"/>
                </a:cubicBezTo>
                <a:lnTo>
                  <a:pt x="359" y="168"/>
                </a:lnTo>
                <a:cubicBezTo>
                  <a:pt x="358" y="153"/>
                  <a:pt x="355" y="138"/>
                  <a:pt x="351" y="124"/>
                </a:cubicBezTo>
                <a:lnTo>
                  <a:pt x="328" y="133"/>
                </a:lnTo>
                <a:moveTo>
                  <a:pt x="61" y="282"/>
                </a:moveTo>
                <a:cubicBezTo>
                  <a:pt x="52" y="272"/>
                  <a:pt x="45" y="261"/>
                  <a:pt x="39" y="249"/>
                </a:cubicBezTo>
                <a:lnTo>
                  <a:pt x="17" y="257"/>
                </a:lnTo>
                <a:cubicBezTo>
                  <a:pt x="24" y="272"/>
                  <a:pt x="34" y="286"/>
                  <a:pt x="44" y="298"/>
                </a:cubicBezTo>
                <a:lnTo>
                  <a:pt x="61" y="282"/>
                </a:lnTo>
                <a:moveTo>
                  <a:pt x="191" y="23"/>
                </a:moveTo>
                <a:cubicBezTo>
                  <a:pt x="204" y="24"/>
                  <a:pt x="217" y="27"/>
                  <a:pt x="230" y="31"/>
                </a:cubicBezTo>
                <a:lnTo>
                  <a:pt x="239" y="10"/>
                </a:lnTo>
                <a:cubicBezTo>
                  <a:pt x="224" y="4"/>
                  <a:pt x="208" y="1"/>
                  <a:pt x="191" y="0"/>
                </a:cubicBezTo>
                <a:lnTo>
                  <a:pt x="191" y="23"/>
                </a:lnTo>
                <a:moveTo>
                  <a:pt x="132" y="30"/>
                </a:moveTo>
                <a:cubicBezTo>
                  <a:pt x="143" y="26"/>
                  <a:pt x="155" y="24"/>
                  <a:pt x="168" y="23"/>
                </a:cubicBezTo>
                <a:lnTo>
                  <a:pt x="168" y="0"/>
                </a:lnTo>
                <a:cubicBezTo>
                  <a:pt x="152" y="1"/>
                  <a:pt x="137" y="4"/>
                  <a:pt x="123" y="8"/>
                </a:cubicBezTo>
                <a:lnTo>
                  <a:pt x="132" y="30"/>
                </a:lnTo>
                <a:moveTo>
                  <a:pt x="314" y="61"/>
                </a:moveTo>
                <a:lnTo>
                  <a:pt x="297" y="77"/>
                </a:lnTo>
                <a:cubicBezTo>
                  <a:pt x="306" y="87"/>
                  <a:pt x="314" y="98"/>
                  <a:pt x="320" y="111"/>
                </a:cubicBezTo>
                <a:lnTo>
                  <a:pt x="342" y="103"/>
                </a:lnTo>
                <a:cubicBezTo>
                  <a:pt x="334" y="87"/>
                  <a:pt x="325" y="73"/>
                  <a:pt x="314" y="61"/>
                </a:cubicBezTo>
                <a:moveTo>
                  <a:pt x="281" y="61"/>
                </a:moveTo>
                <a:lnTo>
                  <a:pt x="298" y="44"/>
                </a:lnTo>
                <a:cubicBezTo>
                  <a:pt x="286" y="34"/>
                  <a:pt x="274" y="26"/>
                  <a:pt x="260" y="19"/>
                </a:cubicBezTo>
                <a:lnTo>
                  <a:pt x="251" y="40"/>
                </a:lnTo>
                <a:cubicBezTo>
                  <a:pt x="262" y="46"/>
                  <a:pt x="272" y="53"/>
                  <a:pt x="281" y="61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8" name="任意多边形 767"/>
          <p:cNvSpPr/>
          <p:nvPr/>
        </p:nvSpPr>
        <p:spPr>
          <a:xfrm>
            <a:off x="773640" y="3335400"/>
            <a:ext cx="14760" cy="14760"/>
          </a:xfrm>
          <a:custGeom>
            <a:avLst/>
            <a:gdLst/>
            <a:ahLst/>
            <a:cxnLst/>
            <a:rect l="0" t="0" r="r" b="b"/>
            <a:pathLst>
              <a:path w="41" h="41">
                <a:moveTo>
                  <a:pt x="41" y="20"/>
                </a:moveTo>
                <a:cubicBezTo>
                  <a:pt x="41" y="26"/>
                  <a:pt x="39" y="31"/>
                  <a:pt x="35" y="34"/>
                </a:cubicBezTo>
                <a:cubicBezTo>
                  <a:pt x="30" y="39"/>
                  <a:pt x="26" y="41"/>
                  <a:pt x="20" y="41"/>
                </a:cubicBezTo>
                <a:cubicBezTo>
                  <a:pt x="14" y="41"/>
                  <a:pt x="10" y="39"/>
                  <a:pt x="6" y="34"/>
                </a:cubicBezTo>
                <a:cubicBezTo>
                  <a:pt x="2" y="31"/>
                  <a:pt x="0" y="26"/>
                  <a:pt x="0" y="20"/>
                </a:cubicBezTo>
                <a:cubicBezTo>
                  <a:pt x="0" y="15"/>
                  <a:pt x="2" y="10"/>
                  <a:pt x="6" y="6"/>
                </a:cubicBezTo>
                <a:cubicBezTo>
                  <a:pt x="10" y="2"/>
                  <a:pt x="14" y="0"/>
                  <a:pt x="20" y="0"/>
                </a:cubicBezTo>
                <a:cubicBezTo>
                  <a:pt x="26" y="0"/>
                  <a:pt x="30" y="2"/>
                  <a:pt x="35" y="6"/>
                </a:cubicBezTo>
                <a:cubicBezTo>
                  <a:pt x="39" y="10"/>
                  <a:pt x="41" y="15"/>
                  <a:pt x="41" y="20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9" name="任意多边形 768"/>
          <p:cNvSpPr/>
          <p:nvPr/>
        </p:nvSpPr>
        <p:spPr>
          <a:xfrm>
            <a:off x="774720" y="3279600"/>
            <a:ext cx="12600" cy="50400"/>
          </a:xfrm>
          <a:custGeom>
            <a:avLst/>
            <a:gdLst/>
            <a:ahLst/>
            <a:cxnLst/>
            <a:rect l="0" t="0" r="r" b="b"/>
            <a:pathLst>
              <a:path w="35" h="140">
                <a:moveTo>
                  <a:pt x="0" y="9"/>
                </a:moveTo>
                <a:lnTo>
                  <a:pt x="5" y="132"/>
                </a:lnTo>
                <a:cubicBezTo>
                  <a:pt x="5" y="136"/>
                  <a:pt x="10" y="140"/>
                  <a:pt x="15" y="140"/>
                </a:cubicBezTo>
                <a:lnTo>
                  <a:pt x="21" y="140"/>
                </a:lnTo>
                <a:cubicBezTo>
                  <a:pt x="26" y="140"/>
                  <a:pt x="30" y="136"/>
                  <a:pt x="30" y="132"/>
                </a:cubicBezTo>
                <a:lnTo>
                  <a:pt x="35" y="9"/>
                </a:lnTo>
                <a:cubicBezTo>
                  <a:pt x="35" y="4"/>
                  <a:pt x="31" y="0"/>
                  <a:pt x="26" y="0"/>
                </a:cubicBezTo>
                <a:lnTo>
                  <a:pt x="10" y="0"/>
                </a:lnTo>
                <a:cubicBezTo>
                  <a:pt x="4" y="0"/>
                  <a:pt x="0" y="4"/>
                  <a:pt x="0" y="9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1" name="任意多边形 770"/>
          <p:cNvSpPr/>
          <p:nvPr/>
        </p:nvSpPr>
        <p:spPr>
          <a:xfrm>
            <a:off x="761760" y="356220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4"/>
                </a:moveTo>
                <a:cubicBezTo>
                  <a:pt x="107" y="61"/>
                  <a:pt x="106" y="68"/>
                  <a:pt x="103" y="74"/>
                </a:cubicBezTo>
                <a:cubicBezTo>
                  <a:pt x="100" y="81"/>
                  <a:pt x="96" y="86"/>
                  <a:pt x="92" y="91"/>
                </a:cubicBezTo>
                <a:cubicBezTo>
                  <a:pt x="87" y="96"/>
                  <a:pt x="81" y="100"/>
                  <a:pt x="74" y="103"/>
                </a:cubicBezTo>
                <a:cubicBezTo>
                  <a:pt x="68" y="105"/>
                  <a:pt x="61" y="107"/>
                  <a:pt x="54" y="107"/>
                </a:cubicBezTo>
                <a:cubicBezTo>
                  <a:pt x="47" y="107"/>
                  <a:pt x="40" y="105"/>
                  <a:pt x="33" y="103"/>
                </a:cubicBezTo>
                <a:cubicBezTo>
                  <a:pt x="26" y="100"/>
                  <a:pt x="21" y="96"/>
                  <a:pt x="16" y="91"/>
                </a:cubicBezTo>
                <a:cubicBezTo>
                  <a:pt x="11" y="86"/>
                  <a:pt x="7" y="81"/>
                  <a:pt x="4" y="74"/>
                </a:cubicBezTo>
                <a:cubicBezTo>
                  <a:pt x="2" y="68"/>
                  <a:pt x="0" y="61"/>
                  <a:pt x="0" y="54"/>
                </a:cubicBezTo>
                <a:cubicBezTo>
                  <a:pt x="0" y="47"/>
                  <a:pt x="2" y="40"/>
                  <a:pt x="4" y="34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7"/>
                  <a:pt x="33" y="4"/>
                </a:cubicBezTo>
                <a:cubicBezTo>
                  <a:pt x="40" y="1"/>
                  <a:pt x="47" y="0"/>
                  <a:pt x="54" y="0"/>
                </a:cubicBezTo>
                <a:cubicBezTo>
                  <a:pt x="61" y="0"/>
                  <a:pt x="68" y="1"/>
                  <a:pt x="74" y="4"/>
                </a:cubicBezTo>
                <a:cubicBezTo>
                  <a:pt x="81" y="7"/>
                  <a:pt x="87" y="10"/>
                  <a:pt x="92" y="15"/>
                </a:cubicBezTo>
                <a:cubicBezTo>
                  <a:pt x="96" y="20"/>
                  <a:pt x="100" y="26"/>
                  <a:pt x="103" y="34"/>
                </a:cubicBezTo>
                <a:cubicBezTo>
                  <a:pt x="106" y="40"/>
                  <a:pt x="107" y="47"/>
                  <a:pt x="107" y="54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2" name="文本框 771"/>
          <p:cNvSpPr txBox="1"/>
          <p:nvPr/>
        </p:nvSpPr>
        <p:spPr>
          <a:xfrm>
            <a:off x="952560" y="3224520"/>
            <a:ext cx="796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项目价值体现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3" name="任意多边形 772"/>
          <p:cNvSpPr/>
          <p:nvPr/>
        </p:nvSpPr>
        <p:spPr>
          <a:xfrm>
            <a:off x="761760" y="379080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107" y="54"/>
                </a:moveTo>
                <a:cubicBezTo>
                  <a:pt x="107" y="61"/>
                  <a:pt x="106" y="68"/>
                  <a:pt x="103" y="74"/>
                </a:cubicBezTo>
                <a:cubicBezTo>
                  <a:pt x="100" y="81"/>
                  <a:pt x="96" y="86"/>
                  <a:pt x="92" y="91"/>
                </a:cubicBezTo>
                <a:cubicBezTo>
                  <a:pt x="87" y="96"/>
                  <a:pt x="81" y="100"/>
                  <a:pt x="74" y="103"/>
                </a:cubicBezTo>
                <a:cubicBezTo>
                  <a:pt x="68" y="105"/>
                  <a:pt x="61" y="107"/>
                  <a:pt x="54" y="107"/>
                </a:cubicBezTo>
                <a:cubicBezTo>
                  <a:pt x="47" y="107"/>
                  <a:pt x="40" y="105"/>
                  <a:pt x="33" y="103"/>
                </a:cubicBezTo>
                <a:cubicBezTo>
                  <a:pt x="26" y="100"/>
                  <a:pt x="21" y="96"/>
                  <a:pt x="16" y="91"/>
                </a:cubicBezTo>
                <a:cubicBezTo>
                  <a:pt x="11" y="86"/>
                  <a:pt x="7" y="81"/>
                  <a:pt x="4" y="74"/>
                </a:cubicBezTo>
                <a:cubicBezTo>
                  <a:pt x="2" y="68"/>
                  <a:pt x="0" y="61"/>
                  <a:pt x="0" y="54"/>
                </a:cubicBezTo>
                <a:cubicBezTo>
                  <a:pt x="0" y="47"/>
                  <a:pt x="2" y="40"/>
                  <a:pt x="4" y="34"/>
                </a:cubicBezTo>
                <a:cubicBezTo>
                  <a:pt x="7" y="27"/>
                  <a:pt x="11" y="20"/>
                  <a:pt x="16" y="15"/>
                </a:cubicBezTo>
                <a:cubicBezTo>
                  <a:pt x="21" y="10"/>
                  <a:pt x="26" y="7"/>
                  <a:pt x="33" y="4"/>
                </a:cubicBezTo>
                <a:cubicBezTo>
                  <a:pt x="40" y="1"/>
                  <a:pt x="47" y="0"/>
                  <a:pt x="54" y="0"/>
                </a:cubicBezTo>
                <a:cubicBezTo>
                  <a:pt x="61" y="0"/>
                  <a:pt x="68" y="1"/>
                  <a:pt x="74" y="4"/>
                </a:cubicBezTo>
                <a:cubicBezTo>
                  <a:pt x="81" y="7"/>
                  <a:pt x="87" y="10"/>
                  <a:pt x="92" y="15"/>
                </a:cubicBezTo>
                <a:cubicBezTo>
                  <a:pt x="96" y="20"/>
                  <a:pt x="100" y="27"/>
                  <a:pt x="103" y="34"/>
                </a:cubicBezTo>
                <a:cubicBezTo>
                  <a:pt x="106" y="40"/>
                  <a:pt x="107" y="47"/>
                  <a:pt x="107" y="54"/>
                </a:cubicBezTo>
                <a:close/>
              </a:path>
            </a:pathLst>
          </a:custGeom>
          <a:solidFill>
            <a:srgbClr val="4E59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4" name="文本框 773"/>
          <p:cNvSpPr txBox="1"/>
          <p:nvPr/>
        </p:nvSpPr>
        <p:spPr>
          <a:xfrm>
            <a:off x="942840" y="3490920"/>
            <a:ext cx="21222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学术价值：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完整的软件工程实践案例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6" name="文本框 775"/>
          <p:cNvSpPr txBox="1"/>
          <p:nvPr/>
        </p:nvSpPr>
        <p:spPr>
          <a:xfrm>
            <a:off x="942840" y="3719520"/>
            <a:ext cx="2652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实用价值：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解决校园零食采购痛点，提升便利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7" name="任意多边形 776"/>
          <p:cNvSpPr/>
          <p:nvPr/>
        </p:nvSpPr>
        <p:spPr>
          <a:xfrm>
            <a:off x="6248160" y="1085760"/>
            <a:ext cx="5563080" cy="5391360"/>
          </a:xfrm>
          <a:custGeom>
            <a:avLst/>
            <a:gdLst/>
            <a:ahLst/>
            <a:cxnLst/>
            <a:rect l="0" t="0" r="r" b="b"/>
            <a:pathLst>
              <a:path w="15453" h="14976">
                <a:moveTo>
                  <a:pt x="0" y="14659"/>
                </a:moveTo>
                <a:lnTo>
                  <a:pt x="0" y="317"/>
                </a:lnTo>
                <a:cubicBezTo>
                  <a:pt x="0" y="296"/>
                  <a:pt x="2" y="276"/>
                  <a:pt x="6" y="255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6"/>
                  <a:pt x="42" y="158"/>
                  <a:pt x="54" y="141"/>
                </a:cubicBezTo>
                <a:cubicBezTo>
                  <a:pt x="65" y="124"/>
                  <a:pt x="78" y="107"/>
                  <a:pt x="93" y="93"/>
                </a:cubicBezTo>
                <a:cubicBezTo>
                  <a:pt x="108" y="78"/>
                  <a:pt x="124" y="65"/>
                  <a:pt x="141" y="53"/>
                </a:cubicBezTo>
                <a:cubicBezTo>
                  <a:pt x="159" y="42"/>
                  <a:pt x="177" y="32"/>
                  <a:pt x="196" y="24"/>
                </a:cubicBezTo>
                <a:cubicBezTo>
                  <a:pt x="215" y="16"/>
                  <a:pt x="235" y="10"/>
                  <a:pt x="256" y="6"/>
                </a:cubicBezTo>
                <a:cubicBezTo>
                  <a:pt x="276" y="2"/>
                  <a:pt x="297" y="0"/>
                  <a:pt x="318" y="0"/>
                </a:cubicBezTo>
                <a:lnTo>
                  <a:pt x="15135" y="0"/>
                </a:lnTo>
                <a:cubicBezTo>
                  <a:pt x="15156" y="0"/>
                  <a:pt x="15177" y="2"/>
                  <a:pt x="15197" y="6"/>
                </a:cubicBezTo>
                <a:cubicBezTo>
                  <a:pt x="15218" y="10"/>
                  <a:pt x="15238" y="16"/>
                  <a:pt x="15257" y="24"/>
                </a:cubicBezTo>
                <a:cubicBezTo>
                  <a:pt x="15276" y="32"/>
                  <a:pt x="15294" y="42"/>
                  <a:pt x="15312" y="53"/>
                </a:cubicBezTo>
                <a:cubicBezTo>
                  <a:pt x="15329" y="65"/>
                  <a:pt x="15345" y="78"/>
                  <a:pt x="15360" y="93"/>
                </a:cubicBezTo>
                <a:cubicBezTo>
                  <a:pt x="15375" y="107"/>
                  <a:pt x="15388" y="124"/>
                  <a:pt x="15399" y="141"/>
                </a:cubicBezTo>
                <a:cubicBezTo>
                  <a:pt x="15411" y="158"/>
                  <a:pt x="15421" y="176"/>
                  <a:pt x="15429" y="196"/>
                </a:cubicBezTo>
                <a:cubicBezTo>
                  <a:pt x="15437" y="215"/>
                  <a:pt x="15443" y="235"/>
                  <a:pt x="15447" y="255"/>
                </a:cubicBezTo>
                <a:cubicBezTo>
                  <a:pt x="15451" y="276"/>
                  <a:pt x="15453" y="296"/>
                  <a:pt x="15453" y="317"/>
                </a:cubicBezTo>
                <a:lnTo>
                  <a:pt x="15453" y="14659"/>
                </a:lnTo>
                <a:cubicBezTo>
                  <a:pt x="15453" y="14680"/>
                  <a:pt x="15451" y="14700"/>
                  <a:pt x="15447" y="14721"/>
                </a:cubicBezTo>
                <a:cubicBezTo>
                  <a:pt x="15443" y="14741"/>
                  <a:pt x="15437" y="14761"/>
                  <a:pt x="15429" y="14780"/>
                </a:cubicBezTo>
                <a:cubicBezTo>
                  <a:pt x="15421" y="14799"/>
                  <a:pt x="15411" y="14818"/>
                  <a:pt x="15399" y="14835"/>
                </a:cubicBezTo>
                <a:cubicBezTo>
                  <a:pt x="15388" y="14852"/>
                  <a:pt x="15375" y="14868"/>
                  <a:pt x="15360" y="14883"/>
                </a:cubicBezTo>
                <a:cubicBezTo>
                  <a:pt x="15345" y="14898"/>
                  <a:pt x="15329" y="14911"/>
                  <a:pt x="15312" y="14923"/>
                </a:cubicBezTo>
                <a:cubicBezTo>
                  <a:pt x="15294" y="14934"/>
                  <a:pt x="15276" y="14944"/>
                  <a:pt x="15257" y="14952"/>
                </a:cubicBezTo>
                <a:cubicBezTo>
                  <a:pt x="15238" y="14960"/>
                  <a:pt x="15218" y="14966"/>
                  <a:pt x="15197" y="14970"/>
                </a:cubicBezTo>
                <a:cubicBezTo>
                  <a:pt x="15177" y="14974"/>
                  <a:pt x="15156" y="14976"/>
                  <a:pt x="15135" y="14976"/>
                </a:cubicBezTo>
                <a:lnTo>
                  <a:pt x="318" y="14976"/>
                </a:lnTo>
                <a:cubicBezTo>
                  <a:pt x="297" y="14976"/>
                  <a:pt x="276" y="14974"/>
                  <a:pt x="256" y="14970"/>
                </a:cubicBezTo>
                <a:cubicBezTo>
                  <a:pt x="235" y="14966"/>
                  <a:pt x="215" y="14960"/>
                  <a:pt x="196" y="14952"/>
                </a:cubicBezTo>
                <a:cubicBezTo>
                  <a:pt x="177" y="14944"/>
                  <a:pt x="159" y="14934"/>
                  <a:pt x="141" y="14923"/>
                </a:cubicBezTo>
                <a:cubicBezTo>
                  <a:pt x="124" y="14911"/>
                  <a:pt x="108" y="14898"/>
                  <a:pt x="93" y="14883"/>
                </a:cubicBezTo>
                <a:cubicBezTo>
                  <a:pt x="78" y="14868"/>
                  <a:pt x="65" y="14852"/>
                  <a:pt x="54" y="14835"/>
                </a:cubicBezTo>
                <a:cubicBezTo>
                  <a:pt x="42" y="14818"/>
                  <a:pt x="32" y="14799"/>
                  <a:pt x="24" y="14780"/>
                </a:cubicBezTo>
                <a:cubicBezTo>
                  <a:pt x="16" y="14761"/>
                  <a:pt x="10" y="14741"/>
                  <a:pt x="6" y="14721"/>
                </a:cubicBezTo>
                <a:cubicBezTo>
                  <a:pt x="2" y="14700"/>
                  <a:pt x="0" y="14680"/>
                  <a:pt x="0" y="1465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9" name="任意多边形 778"/>
          <p:cNvSpPr/>
          <p:nvPr/>
        </p:nvSpPr>
        <p:spPr>
          <a:xfrm>
            <a:off x="10667880" y="1447560"/>
            <a:ext cx="152640" cy="152640"/>
          </a:xfrm>
          <a:custGeom>
            <a:avLst/>
            <a:gdLst/>
            <a:ahLst/>
            <a:cxnLst/>
            <a:rect l="0" t="0" r="r" b="b"/>
            <a:pathLst>
              <a:path w="424" h="424">
                <a:moveTo>
                  <a:pt x="212" y="424"/>
                </a:moveTo>
                <a:cubicBezTo>
                  <a:pt x="226" y="424"/>
                  <a:pt x="240" y="423"/>
                  <a:pt x="254" y="419"/>
                </a:cubicBezTo>
                <a:cubicBezTo>
                  <a:pt x="267" y="417"/>
                  <a:pt x="281" y="413"/>
                  <a:pt x="294" y="407"/>
                </a:cubicBezTo>
                <a:cubicBezTo>
                  <a:pt x="306" y="402"/>
                  <a:pt x="319" y="396"/>
                  <a:pt x="330" y="388"/>
                </a:cubicBezTo>
                <a:cubicBezTo>
                  <a:pt x="342" y="380"/>
                  <a:pt x="352" y="371"/>
                  <a:pt x="362" y="362"/>
                </a:cubicBezTo>
                <a:cubicBezTo>
                  <a:pt x="372" y="352"/>
                  <a:pt x="381" y="341"/>
                  <a:pt x="388" y="329"/>
                </a:cubicBezTo>
                <a:cubicBezTo>
                  <a:pt x="396" y="318"/>
                  <a:pt x="403" y="306"/>
                  <a:pt x="408" y="293"/>
                </a:cubicBezTo>
                <a:cubicBezTo>
                  <a:pt x="413" y="280"/>
                  <a:pt x="417" y="267"/>
                  <a:pt x="420" y="253"/>
                </a:cubicBezTo>
                <a:cubicBezTo>
                  <a:pt x="423" y="239"/>
                  <a:pt x="424" y="226"/>
                  <a:pt x="424" y="212"/>
                </a:cubicBezTo>
                <a:cubicBezTo>
                  <a:pt x="424" y="198"/>
                  <a:pt x="423" y="184"/>
                  <a:pt x="420" y="171"/>
                </a:cubicBezTo>
                <a:cubicBezTo>
                  <a:pt x="417" y="157"/>
                  <a:pt x="413" y="144"/>
                  <a:pt x="408" y="131"/>
                </a:cubicBezTo>
                <a:cubicBezTo>
                  <a:pt x="403" y="118"/>
                  <a:pt x="396" y="106"/>
                  <a:pt x="388" y="94"/>
                </a:cubicBezTo>
                <a:cubicBezTo>
                  <a:pt x="381" y="83"/>
                  <a:pt x="372" y="72"/>
                  <a:pt x="362" y="62"/>
                </a:cubicBezTo>
                <a:cubicBezTo>
                  <a:pt x="352" y="52"/>
                  <a:pt x="342" y="44"/>
                  <a:pt x="330" y="36"/>
                </a:cubicBezTo>
                <a:cubicBezTo>
                  <a:pt x="319" y="28"/>
                  <a:pt x="306" y="22"/>
                  <a:pt x="294" y="16"/>
                </a:cubicBezTo>
                <a:cubicBezTo>
                  <a:pt x="281" y="11"/>
                  <a:pt x="267" y="7"/>
                  <a:pt x="254" y="4"/>
                </a:cubicBezTo>
                <a:cubicBezTo>
                  <a:pt x="240" y="2"/>
                  <a:pt x="226" y="0"/>
                  <a:pt x="212" y="0"/>
                </a:cubicBezTo>
                <a:cubicBezTo>
                  <a:pt x="199" y="0"/>
                  <a:pt x="184" y="2"/>
                  <a:pt x="170" y="4"/>
                </a:cubicBezTo>
                <a:cubicBezTo>
                  <a:pt x="157" y="7"/>
                  <a:pt x="143" y="11"/>
                  <a:pt x="130" y="16"/>
                </a:cubicBezTo>
                <a:cubicBezTo>
                  <a:pt x="118" y="22"/>
                  <a:pt x="105" y="28"/>
                  <a:pt x="94" y="36"/>
                </a:cubicBezTo>
                <a:cubicBezTo>
                  <a:pt x="82" y="44"/>
                  <a:pt x="72" y="52"/>
                  <a:pt x="62" y="62"/>
                </a:cubicBezTo>
                <a:cubicBezTo>
                  <a:pt x="52" y="72"/>
                  <a:pt x="43" y="83"/>
                  <a:pt x="36" y="94"/>
                </a:cubicBezTo>
                <a:cubicBezTo>
                  <a:pt x="28" y="106"/>
                  <a:pt x="21" y="118"/>
                  <a:pt x="16" y="131"/>
                </a:cubicBezTo>
                <a:cubicBezTo>
                  <a:pt x="11" y="144"/>
                  <a:pt x="7" y="157"/>
                  <a:pt x="4" y="171"/>
                </a:cubicBezTo>
                <a:cubicBezTo>
                  <a:pt x="1" y="184"/>
                  <a:pt x="0" y="198"/>
                  <a:pt x="0" y="212"/>
                </a:cubicBezTo>
                <a:cubicBezTo>
                  <a:pt x="0" y="226"/>
                  <a:pt x="1" y="239"/>
                  <a:pt x="4" y="253"/>
                </a:cubicBezTo>
                <a:cubicBezTo>
                  <a:pt x="7" y="267"/>
                  <a:pt x="11" y="280"/>
                  <a:pt x="16" y="293"/>
                </a:cubicBezTo>
                <a:cubicBezTo>
                  <a:pt x="21" y="306"/>
                  <a:pt x="28" y="318"/>
                  <a:pt x="36" y="329"/>
                </a:cubicBezTo>
                <a:cubicBezTo>
                  <a:pt x="43" y="341"/>
                  <a:pt x="52" y="352"/>
                  <a:pt x="62" y="362"/>
                </a:cubicBezTo>
                <a:cubicBezTo>
                  <a:pt x="72" y="371"/>
                  <a:pt x="82" y="380"/>
                  <a:pt x="94" y="388"/>
                </a:cubicBezTo>
                <a:cubicBezTo>
                  <a:pt x="105" y="396"/>
                  <a:pt x="118" y="402"/>
                  <a:pt x="130" y="407"/>
                </a:cubicBezTo>
                <a:cubicBezTo>
                  <a:pt x="143" y="413"/>
                  <a:pt x="157" y="417"/>
                  <a:pt x="170" y="419"/>
                </a:cubicBezTo>
                <a:cubicBezTo>
                  <a:pt x="184" y="423"/>
                  <a:pt x="199" y="424"/>
                  <a:pt x="212" y="424"/>
                </a:cubicBezTo>
                <a:moveTo>
                  <a:pt x="306" y="173"/>
                </a:moveTo>
                <a:lnTo>
                  <a:pt x="200" y="279"/>
                </a:lnTo>
                <a:cubicBezTo>
                  <a:pt x="192" y="287"/>
                  <a:pt x="179" y="287"/>
                  <a:pt x="171" y="279"/>
                </a:cubicBezTo>
                <a:lnTo>
                  <a:pt x="118" y="226"/>
                </a:lnTo>
                <a:cubicBezTo>
                  <a:pt x="110" y="218"/>
                  <a:pt x="110" y="206"/>
                  <a:pt x="118" y="198"/>
                </a:cubicBezTo>
                <a:cubicBezTo>
                  <a:pt x="126" y="190"/>
                  <a:pt x="138" y="190"/>
                  <a:pt x="146" y="198"/>
                </a:cubicBezTo>
                <a:lnTo>
                  <a:pt x="185" y="237"/>
                </a:lnTo>
                <a:lnTo>
                  <a:pt x="278" y="145"/>
                </a:lnTo>
                <a:cubicBezTo>
                  <a:pt x="286" y="137"/>
                  <a:pt x="298" y="137"/>
                  <a:pt x="306" y="145"/>
                </a:cubicBezTo>
                <a:cubicBezTo>
                  <a:pt x="314" y="153"/>
                  <a:pt x="314" y="165"/>
                  <a:pt x="306" y="173"/>
                </a:cubicBez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0" name="文本框 779"/>
          <p:cNvSpPr txBox="1"/>
          <p:nvPr/>
        </p:nvSpPr>
        <p:spPr>
          <a:xfrm>
            <a:off x="6553080" y="1397520"/>
            <a:ext cx="1143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D2129"/>
                </a:solidFill>
                <a:effectLst/>
                <a:uFillTx/>
                <a:latin typeface="WenQuanYiZenHei"/>
                <a:ea typeface="WenQuanYiZenHei"/>
              </a:rPr>
              <a:t>项目成员评价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1" name="任意多边形 780"/>
          <p:cNvSpPr/>
          <p:nvPr/>
        </p:nvSpPr>
        <p:spPr>
          <a:xfrm>
            <a:off x="6553080" y="1885680"/>
            <a:ext cx="2362320" cy="914760"/>
          </a:xfrm>
          <a:custGeom>
            <a:avLst/>
            <a:gdLst/>
            <a:ahLst/>
            <a:cxnLst/>
            <a:rect l="0" t="0" r="r" b="b"/>
            <a:pathLst>
              <a:path w="6562" h="2541">
                <a:moveTo>
                  <a:pt x="0" y="2330"/>
                </a:moveTo>
                <a:lnTo>
                  <a:pt x="0" y="212"/>
                </a:lnTo>
                <a:cubicBezTo>
                  <a:pt x="0" y="198"/>
                  <a:pt x="1" y="184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2"/>
                  <a:pt x="82" y="44"/>
                  <a:pt x="94" y="36"/>
                </a:cubicBezTo>
                <a:cubicBezTo>
                  <a:pt x="105" y="28"/>
                  <a:pt x="118" y="22"/>
                  <a:pt x="130" y="16"/>
                </a:cubicBezTo>
                <a:cubicBezTo>
                  <a:pt x="143" y="11"/>
                  <a:pt x="157" y="7"/>
                  <a:pt x="170" y="4"/>
                </a:cubicBezTo>
                <a:cubicBezTo>
                  <a:pt x="184" y="2"/>
                  <a:pt x="198" y="0"/>
                  <a:pt x="211" y="0"/>
                </a:cubicBezTo>
                <a:lnTo>
                  <a:pt x="6351" y="0"/>
                </a:lnTo>
                <a:cubicBezTo>
                  <a:pt x="6365" y="0"/>
                  <a:pt x="6378" y="2"/>
                  <a:pt x="6392" y="4"/>
                </a:cubicBezTo>
                <a:cubicBezTo>
                  <a:pt x="6406" y="7"/>
                  <a:pt x="6419" y="11"/>
                  <a:pt x="6432" y="16"/>
                </a:cubicBezTo>
                <a:cubicBezTo>
                  <a:pt x="6445" y="22"/>
                  <a:pt x="6457" y="28"/>
                  <a:pt x="6468" y="36"/>
                </a:cubicBezTo>
                <a:cubicBezTo>
                  <a:pt x="6480" y="44"/>
                  <a:pt x="6491" y="52"/>
                  <a:pt x="6501" y="62"/>
                </a:cubicBezTo>
                <a:cubicBezTo>
                  <a:pt x="6510" y="72"/>
                  <a:pt x="6519" y="83"/>
                  <a:pt x="6527" y="94"/>
                </a:cubicBezTo>
                <a:cubicBezTo>
                  <a:pt x="6535" y="106"/>
                  <a:pt x="6541" y="118"/>
                  <a:pt x="6546" y="131"/>
                </a:cubicBezTo>
                <a:cubicBezTo>
                  <a:pt x="6552" y="144"/>
                  <a:pt x="6556" y="157"/>
                  <a:pt x="6558" y="171"/>
                </a:cubicBezTo>
                <a:cubicBezTo>
                  <a:pt x="6561" y="184"/>
                  <a:pt x="6562" y="198"/>
                  <a:pt x="6562" y="212"/>
                </a:cubicBezTo>
                <a:lnTo>
                  <a:pt x="6562" y="2330"/>
                </a:lnTo>
                <a:cubicBezTo>
                  <a:pt x="6562" y="2343"/>
                  <a:pt x="6561" y="2357"/>
                  <a:pt x="6558" y="2371"/>
                </a:cubicBezTo>
                <a:cubicBezTo>
                  <a:pt x="6556" y="2385"/>
                  <a:pt x="6552" y="2398"/>
                  <a:pt x="6546" y="2411"/>
                </a:cubicBezTo>
                <a:cubicBezTo>
                  <a:pt x="6541" y="2423"/>
                  <a:pt x="6535" y="2436"/>
                  <a:pt x="6527" y="2447"/>
                </a:cubicBezTo>
                <a:cubicBezTo>
                  <a:pt x="6519" y="2459"/>
                  <a:pt x="6510" y="2469"/>
                  <a:pt x="6501" y="2479"/>
                </a:cubicBezTo>
                <a:cubicBezTo>
                  <a:pt x="6491" y="2489"/>
                  <a:pt x="6480" y="2498"/>
                  <a:pt x="6468" y="2506"/>
                </a:cubicBezTo>
                <a:cubicBezTo>
                  <a:pt x="6457" y="2513"/>
                  <a:pt x="6445" y="2520"/>
                  <a:pt x="6432" y="2525"/>
                </a:cubicBezTo>
                <a:cubicBezTo>
                  <a:pt x="6419" y="2530"/>
                  <a:pt x="6406" y="2534"/>
                  <a:pt x="6392" y="2537"/>
                </a:cubicBezTo>
                <a:cubicBezTo>
                  <a:pt x="6378" y="2540"/>
                  <a:pt x="6365" y="2541"/>
                  <a:pt x="6351" y="2541"/>
                </a:cubicBezTo>
                <a:lnTo>
                  <a:pt x="211" y="2541"/>
                </a:lnTo>
                <a:cubicBezTo>
                  <a:pt x="198" y="2541"/>
                  <a:pt x="184" y="2540"/>
                  <a:pt x="170" y="2537"/>
                </a:cubicBezTo>
                <a:cubicBezTo>
                  <a:pt x="157" y="2534"/>
                  <a:pt x="143" y="2530"/>
                  <a:pt x="130" y="2525"/>
                </a:cubicBezTo>
                <a:cubicBezTo>
                  <a:pt x="118" y="2520"/>
                  <a:pt x="105" y="2513"/>
                  <a:pt x="94" y="2506"/>
                </a:cubicBezTo>
                <a:cubicBezTo>
                  <a:pt x="82" y="2498"/>
                  <a:pt x="72" y="2489"/>
                  <a:pt x="62" y="2479"/>
                </a:cubicBezTo>
                <a:cubicBezTo>
                  <a:pt x="52" y="2469"/>
                  <a:pt x="43" y="2459"/>
                  <a:pt x="36" y="2447"/>
                </a:cubicBezTo>
                <a:cubicBezTo>
                  <a:pt x="28" y="2436"/>
                  <a:pt x="21" y="2423"/>
                  <a:pt x="16" y="2411"/>
                </a:cubicBezTo>
                <a:cubicBezTo>
                  <a:pt x="11" y="2398"/>
                  <a:pt x="7" y="2385"/>
                  <a:pt x="4" y="2371"/>
                </a:cubicBezTo>
                <a:cubicBezTo>
                  <a:pt x="1" y="2357"/>
                  <a:pt x="0" y="2343"/>
                  <a:pt x="0" y="2330"/>
                </a:cubicBezTo>
                <a:close/>
              </a:path>
            </a:pathLst>
          </a:custGeom>
          <a:solidFill>
            <a:srgbClr val="165DFF">
              <a:alpha val="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2" name="文本框 781"/>
          <p:cNvSpPr txBox="1"/>
          <p:nvPr/>
        </p:nvSpPr>
        <p:spPr>
          <a:xfrm>
            <a:off x="10896480" y="1424880"/>
            <a:ext cx="61020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00B42A"/>
                </a:solidFill>
                <a:effectLst/>
                <a:uFillTx/>
                <a:latin typeface="WenQuanYiZenHei"/>
                <a:ea typeface="WenQuanYiZenHei"/>
              </a:rPr>
              <a:t>符合要求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3" name="文本框 782"/>
          <p:cNvSpPr txBox="1"/>
          <p:nvPr/>
        </p:nvSpPr>
        <p:spPr>
          <a:xfrm>
            <a:off x="6705720" y="2043360"/>
            <a:ext cx="802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杨俊杰 </a:t>
            </a:r>
            <a:r>
              <a:rPr lang="en-US" sz="105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(30%)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4" name="文本框 783"/>
          <p:cNvSpPr txBox="1"/>
          <p:nvPr/>
        </p:nvSpPr>
        <p:spPr>
          <a:xfrm>
            <a:off x="6705720" y="2271960"/>
            <a:ext cx="2000250" cy="16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架构设计、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前端开发、进度管控。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5" name="任意多边形 784"/>
          <p:cNvSpPr/>
          <p:nvPr/>
        </p:nvSpPr>
        <p:spPr>
          <a:xfrm>
            <a:off x="9143640" y="1885680"/>
            <a:ext cx="2362680" cy="914760"/>
          </a:xfrm>
          <a:custGeom>
            <a:avLst/>
            <a:gdLst/>
            <a:ahLst/>
            <a:cxnLst/>
            <a:rect l="0" t="0" r="r" b="b"/>
            <a:pathLst>
              <a:path w="6563" h="2541">
                <a:moveTo>
                  <a:pt x="0" y="2330"/>
                </a:moveTo>
                <a:lnTo>
                  <a:pt x="0" y="212"/>
                </a:lnTo>
                <a:cubicBezTo>
                  <a:pt x="0" y="198"/>
                  <a:pt x="2" y="184"/>
                  <a:pt x="5" y="171"/>
                </a:cubicBezTo>
                <a:cubicBezTo>
                  <a:pt x="7" y="157"/>
                  <a:pt x="11" y="144"/>
                  <a:pt x="17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3"/>
                  <a:pt x="53" y="72"/>
                  <a:pt x="62" y="62"/>
                </a:cubicBezTo>
                <a:cubicBezTo>
                  <a:pt x="72" y="52"/>
                  <a:pt x="83" y="44"/>
                  <a:pt x="95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5" y="2"/>
                  <a:pt x="198" y="0"/>
                  <a:pt x="212" y="0"/>
                </a:cubicBezTo>
                <a:lnTo>
                  <a:pt x="6351" y="0"/>
                </a:lnTo>
                <a:cubicBezTo>
                  <a:pt x="6365" y="0"/>
                  <a:pt x="6379" y="2"/>
                  <a:pt x="6393" y="4"/>
                </a:cubicBezTo>
                <a:cubicBezTo>
                  <a:pt x="6406" y="7"/>
                  <a:pt x="6420" y="11"/>
                  <a:pt x="6432" y="16"/>
                </a:cubicBezTo>
                <a:cubicBezTo>
                  <a:pt x="6445" y="22"/>
                  <a:pt x="6458" y="28"/>
                  <a:pt x="6469" y="36"/>
                </a:cubicBezTo>
                <a:cubicBezTo>
                  <a:pt x="6481" y="44"/>
                  <a:pt x="6491" y="52"/>
                  <a:pt x="6501" y="62"/>
                </a:cubicBezTo>
                <a:cubicBezTo>
                  <a:pt x="6511" y="72"/>
                  <a:pt x="6520" y="83"/>
                  <a:pt x="6527" y="94"/>
                </a:cubicBezTo>
                <a:cubicBezTo>
                  <a:pt x="6535" y="106"/>
                  <a:pt x="6542" y="118"/>
                  <a:pt x="6547" y="131"/>
                </a:cubicBezTo>
                <a:cubicBezTo>
                  <a:pt x="6552" y="144"/>
                  <a:pt x="6556" y="157"/>
                  <a:pt x="6559" y="171"/>
                </a:cubicBezTo>
                <a:cubicBezTo>
                  <a:pt x="6562" y="184"/>
                  <a:pt x="6563" y="198"/>
                  <a:pt x="6563" y="212"/>
                </a:cubicBezTo>
                <a:lnTo>
                  <a:pt x="6563" y="2330"/>
                </a:lnTo>
                <a:cubicBezTo>
                  <a:pt x="6563" y="2343"/>
                  <a:pt x="6562" y="2357"/>
                  <a:pt x="6559" y="2371"/>
                </a:cubicBezTo>
                <a:cubicBezTo>
                  <a:pt x="6556" y="2385"/>
                  <a:pt x="6552" y="2398"/>
                  <a:pt x="6547" y="2411"/>
                </a:cubicBezTo>
                <a:cubicBezTo>
                  <a:pt x="6542" y="2423"/>
                  <a:pt x="6535" y="2436"/>
                  <a:pt x="6527" y="2447"/>
                </a:cubicBezTo>
                <a:cubicBezTo>
                  <a:pt x="6520" y="2459"/>
                  <a:pt x="6511" y="2469"/>
                  <a:pt x="6501" y="2479"/>
                </a:cubicBezTo>
                <a:cubicBezTo>
                  <a:pt x="6491" y="2489"/>
                  <a:pt x="6481" y="2498"/>
                  <a:pt x="6469" y="2506"/>
                </a:cubicBezTo>
                <a:cubicBezTo>
                  <a:pt x="6458" y="2513"/>
                  <a:pt x="6445" y="2520"/>
                  <a:pt x="6432" y="2525"/>
                </a:cubicBezTo>
                <a:cubicBezTo>
                  <a:pt x="6420" y="2530"/>
                  <a:pt x="6406" y="2534"/>
                  <a:pt x="6393" y="2537"/>
                </a:cubicBezTo>
                <a:cubicBezTo>
                  <a:pt x="6379" y="2540"/>
                  <a:pt x="6365" y="2541"/>
                  <a:pt x="6351" y="2541"/>
                </a:cubicBezTo>
                <a:lnTo>
                  <a:pt x="212" y="2541"/>
                </a:lnTo>
                <a:cubicBezTo>
                  <a:pt x="198" y="2541"/>
                  <a:pt x="185" y="2540"/>
                  <a:pt x="171" y="2537"/>
                </a:cubicBezTo>
                <a:cubicBezTo>
                  <a:pt x="157" y="2534"/>
                  <a:pt x="144" y="2530"/>
                  <a:pt x="131" y="2525"/>
                </a:cubicBezTo>
                <a:cubicBezTo>
                  <a:pt x="118" y="2520"/>
                  <a:pt x="106" y="2513"/>
                  <a:pt x="95" y="2506"/>
                </a:cubicBezTo>
                <a:cubicBezTo>
                  <a:pt x="83" y="2498"/>
                  <a:pt x="72" y="2489"/>
                  <a:pt x="62" y="2479"/>
                </a:cubicBezTo>
                <a:cubicBezTo>
                  <a:pt x="53" y="2469"/>
                  <a:pt x="44" y="2459"/>
                  <a:pt x="36" y="2447"/>
                </a:cubicBezTo>
                <a:cubicBezTo>
                  <a:pt x="28" y="2436"/>
                  <a:pt x="22" y="2423"/>
                  <a:pt x="17" y="2411"/>
                </a:cubicBezTo>
                <a:cubicBezTo>
                  <a:pt x="11" y="2398"/>
                  <a:pt x="7" y="2385"/>
                  <a:pt x="5" y="2371"/>
                </a:cubicBezTo>
                <a:cubicBezTo>
                  <a:pt x="2" y="2357"/>
                  <a:pt x="0" y="2343"/>
                  <a:pt x="0" y="2330"/>
                </a:cubicBezTo>
                <a:close/>
              </a:path>
            </a:pathLst>
          </a:custGeom>
          <a:solidFill>
            <a:srgbClr val="165DFF">
              <a:alpha val="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6" name="文本框 785"/>
          <p:cNvSpPr txBox="1"/>
          <p:nvPr/>
        </p:nvSpPr>
        <p:spPr>
          <a:xfrm>
            <a:off x="6705720" y="2462400"/>
            <a:ext cx="14590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技术能力强，责任心强。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7" name="文本框 786"/>
          <p:cNvSpPr txBox="1"/>
          <p:nvPr/>
        </p:nvSpPr>
        <p:spPr>
          <a:xfrm>
            <a:off x="9296280" y="2043360"/>
            <a:ext cx="846455" cy="16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王杰</a:t>
            </a:r>
            <a:r>
              <a:rPr lang="zh-CN" sz="105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铭 </a:t>
            </a:r>
            <a:r>
              <a:rPr lang="en-US" sz="105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(30%)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8" name="文本框 787"/>
          <p:cNvSpPr txBox="1"/>
          <p:nvPr/>
        </p:nvSpPr>
        <p:spPr>
          <a:xfrm>
            <a:off x="9296280" y="2271960"/>
            <a:ext cx="1866900" cy="16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后端开发、用户手册、图形化设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9" name="任意多边形 788"/>
          <p:cNvSpPr/>
          <p:nvPr/>
        </p:nvSpPr>
        <p:spPr>
          <a:xfrm>
            <a:off x="6553080" y="2990520"/>
            <a:ext cx="2362320" cy="914760"/>
          </a:xfrm>
          <a:custGeom>
            <a:avLst/>
            <a:gdLst/>
            <a:ahLst/>
            <a:cxnLst/>
            <a:rect l="0" t="0" r="r" b="b"/>
            <a:pathLst>
              <a:path w="6562" h="2541">
                <a:moveTo>
                  <a:pt x="0" y="2330"/>
                </a:moveTo>
                <a:lnTo>
                  <a:pt x="0" y="212"/>
                </a:lnTo>
                <a:cubicBezTo>
                  <a:pt x="0" y="198"/>
                  <a:pt x="1" y="184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4"/>
                </a:cubicBezTo>
                <a:cubicBezTo>
                  <a:pt x="184" y="2"/>
                  <a:pt x="198" y="0"/>
                  <a:pt x="211" y="0"/>
                </a:cubicBezTo>
                <a:lnTo>
                  <a:pt x="6351" y="0"/>
                </a:lnTo>
                <a:cubicBezTo>
                  <a:pt x="6365" y="0"/>
                  <a:pt x="6378" y="2"/>
                  <a:pt x="6392" y="4"/>
                </a:cubicBezTo>
                <a:cubicBezTo>
                  <a:pt x="6406" y="7"/>
                  <a:pt x="6419" y="11"/>
                  <a:pt x="6432" y="17"/>
                </a:cubicBezTo>
                <a:cubicBezTo>
                  <a:pt x="6445" y="22"/>
                  <a:pt x="6457" y="28"/>
                  <a:pt x="6468" y="36"/>
                </a:cubicBezTo>
                <a:cubicBezTo>
                  <a:pt x="6480" y="44"/>
                  <a:pt x="6491" y="53"/>
                  <a:pt x="6501" y="62"/>
                </a:cubicBezTo>
                <a:cubicBezTo>
                  <a:pt x="6510" y="72"/>
                  <a:pt x="6519" y="83"/>
                  <a:pt x="6527" y="94"/>
                </a:cubicBezTo>
                <a:cubicBezTo>
                  <a:pt x="6535" y="106"/>
                  <a:pt x="6541" y="118"/>
                  <a:pt x="6546" y="131"/>
                </a:cubicBezTo>
                <a:cubicBezTo>
                  <a:pt x="6552" y="144"/>
                  <a:pt x="6556" y="157"/>
                  <a:pt x="6558" y="171"/>
                </a:cubicBezTo>
                <a:cubicBezTo>
                  <a:pt x="6561" y="184"/>
                  <a:pt x="6562" y="198"/>
                  <a:pt x="6562" y="212"/>
                </a:cubicBezTo>
                <a:lnTo>
                  <a:pt x="6562" y="2330"/>
                </a:lnTo>
                <a:cubicBezTo>
                  <a:pt x="6562" y="2344"/>
                  <a:pt x="6561" y="2357"/>
                  <a:pt x="6558" y="2371"/>
                </a:cubicBezTo>
                <a:cubicBezTo>
                  <a:pt x="6556" y="2385"/>
                  <a:pt x="6552" y="2398"/>
                  <a:pt x="6546" y="2411"/>
                </a:cubicBezTo>
                <a:cubicBezTo>
                  <a:pt x="6541" y="2424"/>
                  <a:pt x="6535" y="2436"/>
                  <a:pt x="6527" y="2447"/>
                </a:cubicBezTo>
                <a:cubicBezTo>
                  <a:pt x="6519" y="2459"/>
                  <a:pt x="6510" y="2470"/>
                  <a:pt x="6501" y="2479"/>
                </a:cubicBezTo>
                <a:cubicBezTo>
                  <a:pt x="6491" y="2489"/>
                  <a:pt x="6480" y="2498"/>
                  <a:pt x="6468" y="2506"/>
                </a:cubicBezTo>
                <a:cubicBezTo>
                  <a:pt x="6457" y="2513"/>
                  <a:pt x="6445" y="2520"/>
                  <a:pt x="6432" y="2525"/>
                </a:cubicBezTo>
                <a:cubicBezTo>
                  <a:pt x="6419" y="2531"/>
                  <a:pt x="6406" y="2535"/>
                  <a:pt x="6392" y="2537"/>
                </a:cubicBezTo>
                <a:cubicBezTo>
                  <a:pt x="6378" y="2540"/>
                  <a:pt x="6365" y="2541"/>
                  <a:pt x="6351" y="2541"/>
                </a:cubicBezTo>
                <a:lnTo>
                  <a:pt x="211" y="2541"/>
                </a:lnTo>
                <a:cubicBezTo>
                  <a:pt x="198" y="2541"/>
                  <a:pt x="184" y="2540"/>
                  <a:pt x="170" y="2537"/>
                </a:cubicBezTo>
                <a:cubicBezTo>
                  <a:pt x="157" y="2535"/>
                  <a:pt x="143" y="2531"/>
                  <a:pt x="130" y="2525"/>
                </a:cubicBezTo>
                <a:cubicBezTo>
                  <a:pt x="118" y="2520"/>
                  <a:pt x="105" y="2513"/>
                  <a:pt x="94" y="2506"/>
                </a:cubicBezTo>
                <a:cubicBezTo>
                  <a:pt x="82" y="2498"/>
                  <a:pt x="72" y="2489"/>
                  <a:pt x="62" y="2479"/>
                </a:cubicBezTo>
                <a:cubicBezTo>
                  <a:pt x="52" y="2470"/>
                  <a:pt x="43" y="2459"/>
                  <a:pt x="36" y="2447"/>
                </a:cubicBezTo>
                <a:cubicBezTo>
                  <a:pt x="28" y="2436"/>
                  <a:pt x="21" y="2424"/>
                  <a:pt x="16" y="2411"/>
                </a:cubicBezTo>
                <a:cubicBezTo>
                  <a:pt x="11" y="2398"/>
                  <a:pt x="7" y="2385"/>
                  <a:pt x="4" y="2371"/>
                </a:cubicBezTo>
                <a:cubicBezTo>
                  <a:pt x="1" y="2357"/>
                  <a:pt x="0" y="2344"/>
                  <a:pt x="0" y="2330"/>
                </a:cubicBezTo>
                <a:close/>
              </a:path>
            </a:pathLst>
          </a:custGeom>
          <a:solidFill>
            <a:srgbClr val="165DFF">
              <a:alpha val="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0" name="文本框 789"/>
          <p:cNvSpPr txBox="1"/>
          <p:nvPr/>
        </p:nvSpPr>
        <p:spPr>
          <a:xfrm>
            <a:off x="9296280" y="2462400"/>
            <a:ext cx="1591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计。设计能力强，体验好。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1" name="文本框 790"/>
          <p:cNvSpPr txBox="1"/>
          <p:nvPr/>
        </p:nvSpPr>
        <p:spPr>
          <a:xfrm>
            <a:off x="6705720" y="3148200"/>
            <a:ext cx="802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陈鹏宇 </a:t>
            </a:r>
            <a:r>
              <a:rPr lang="en-US" sz="105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(25%)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2" name="文本框 791"/>
          <p:cNvSpPr txBox="1"/>
          <p:nvPr/>
        </p:nvSpPr>
        <p:spPr>
          <a:xfrm>
            <a:off x="6705720" y="3376800"/>
            <a:ext cx="2005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测试管理、文档编写、</a:t>
            </a:r>
            <a:r>
              <a:rPr 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PPT</a:t>
            </a:r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制作。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3" name="任意多边形 792"/>
          <p:cNvSpPr/>
          <p:nvPr/>
        </p:nvSpPr>
        <p:spPr>
          <a:xfrm>
            <a:off x="9143640" y="2990520"/>
            <a:ext cx="2362680" cy="914760"/>
          </a:xfrm>
          <a:custGeom>
            <a:avLst/>
            <a:gdLst/>
            <a:ahLst/>
            <a:cxnLst/>
            <a:rect l="0" t="0" r="r" b="b"/>
            <a:pathLst>
              <a:path w="6563" h="2541">
                <a:moveTo>
                  <a:pt x="0" y="2330"/>
                </a:moveTo>
                <a:lnTo>
                  <a:pt x="0" y="212"/>
                </a:lnTo>
                <a:cubicBezTo>
                  <a:pt x="0" y="198"/>
                  <a:pt x="2" y="184"/>
                  <a:pt x="5" y="171"/>
                </a:cubicBezTo>
                <a:cubicBezTo>
                  <a:pt x="7" y="157"/>
                  <a:pt x="11" y="144"/>
                  <a:pt x="17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3"/>
                  <a:pt x="53" y="72"/>
                  <a:pt x="62" y="62"/>
                </a:cubicBezTo>
                <a:cubicBezTo>
                  <a:pt x="72" y="53"/>
                  <a:pt x="83" y="44"/>
                  <a:pt x="95" y="36"/>
                </a:cubicBezTo>
                <a:cubicBezTo>
                  <a:pt x="106" y="28"/>
                  <a:pt x="118" y="22"/>
                  <a:pt x="131" y="17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5" y="2"/>
                  <a:pt x="198" y="0"/>
                  <a:pt x="212" y="0"/>
                </a:cubicBezTo>
                <a:lnTo>
                  <a:pt x="6351" y="0"/>
                </a:lnTo>
                <a:cubicBezTo>
                  <a:pt x="6365" y="0"/>
                  <a:pt x="6379" y="2"/>
                  <a:pt x="6393" y="4"/>
                </a:cubicBezTo>
                <a:cubicBezTo>
                  <a:pt x="6406" y="7"/>
                  <a:pt x="6420" y="11"/>
                  <a:pt x="6432" y="17"/>
                </a:cubicBezTo>
                <a:cubicBezTo>
                  <a:pt x="6445" y="22"/>
                  <a:pt x="6458" y="28"/>
                  <a:pt x="6469" y="36"/>
                </a:cubicBezTo>
                <a:cubicBezTo>
                  <a:pt x="6481" y="44"/>
                  <a:pt x="6491" y="53"/>
                  <a:pt x="6501" y="62"/>
                </a:cubicBezTo>
                <a:cubicBezTo>
                  <a:pt x="6511" y="72"/>
                  <a:pt x="6520" y="83"/>
                  <a:pt x="6527" y="94"/>
                </a:cubicBezTo>
                <a:cubicBezTo>
                  <a:pt x="6535" y="106"/>
                  <a:pt x="6542" y="118"/>
                  <a:pt x="6547" y="131"/>
                </a:cubicBezTo>
                <a:cubicBezTo>
                  <a:pt x="6552" y="144"/>
                  <a:pt x="6556" y="157"/>
                  <a:pt x="6559" y="171"/>
                </a:cubicBezTo>
                <a:cubicBezTo>
                  <a:pt x="6562" y="184"/>
                  <a:pt x="6563" y="198"/>
                  <a:pt x="6563" y="212"/>
                </a:cubicBezTo>
                <a:lnTo>
                  <a:pt x="6563" y="2330"/>
                </a:lnTo>
                <a:cubicBezTo>
                  <a:pt x="6563" y="2344"/>
                  <a:pt x="6562" y="2357"/>
                  <a:pt x="6559" y="2371"/>
                </a:cubicBezTo>
                <a:cubicBezTo>
                  <a:pt x="6556" y="2385"/>
                  <a:pt x="6552" y="2398"/>
                  <a:pt x="6547" y="2411"/>
                </a:cubicBezTo>
                <a:cubicBezTo>
                  <a:pt x="6542" y="2424"/>
                  <a:pt x="6535" y="2436"/>
                  <a:pt x="6527" y="2447"/>
                </a:cubicBezTo>
                <a:cubicBezTo>
                  <a:pt x="6520" y="2459"/>
                  <a:pt x="6511" y="2470"/>
                  <a:pt x="6501" y="2479"/>
                </a:cubicBezTo>
                <a:cubicBezTo>
                  <a:pt x="6491" y="2489"/>
                  <a:pt x="6481" y="2498"/>
                  <a:pt x="6469" y="2506"/>
                </a:cubicBezTo>
                <a:cubicBezTo>
                  <a:pt x="6458" y="2513"/>
                  <a:pt x="6445" y="2520"/>
                  <a:pt x="6432" y="2525"/>
                </a:cubicBezTo>
                <a:cubicBezTo>
                  <a:pt x="6420" y="2531"/>
                  <a:pt x="6406" y="2535"/>
                  <a:pt x="6393" y="2537"/>
                </a:cubicBezTo>
                <a:cubicBezTo>
                  <a:pt x="6379" y="2540"/>
                  <a:pt x="6365" y="2541"/>
                  <a:pt x="6351" y="2541"/>
                </a:cubicBezTo>
                <a:lnTo>
                  <a:pt x="212" y="2541"/>
                </a:lnTo>
                <a:cubicBezTo>
                  <a:pt x="198" y="2541"/>
                  <a:pt x="185" y="2540"/>
                  <a:pt x="171" y="2537"/>
                </a:cubicBezTo>
                <a:cubicBezTo>
                  <a:pt x="157" y="2535"/>
                  <a:pt x="144" y="2531"/>
                  <a:pt x="131" y="2525"/>
                </a:cubicBezTo>
                <a:cubicBezTo>
                  <a:pt x="118" y="2520"/>
                  <a:pt x="106" y="2513"/>
                  <a:pt x="95" y="2506"/>
                </a:cubicBezTo>
                <a:cubicBezTo>
                  <a:pt x="83" y="2498"/>
                  <a:pt x="72" y="2489"/>
                  <a:pt x="62" y="2479"/>
                </a:cubicBezTo>
                <a:cubicBezTo>
                  <a:pt x="53" y="2470"/>
                  <a:pt x="44" y="2459"/>
                  <a:pt x="36" y="2447"/>
                </a:cubicBezTo>
                <a:cubicBezTo>
                  <a:pt x="28" y="2436"/>
                  <a:pt x="22" y="2424"/>
                  <a:pt x="17" y="2411"/>
                </a:cubicBezTo>
                <a:cubicBezTo>
                  <a:pt x="11" y="2398"/>
                  <a:pt x="7" y="2385"/>
                  <a:pt x="5" y="2371"/>
                </a:cubicBezTo>
                <a:cubicBezTo>
                  <a:pt x="2" y="2357"/>
                  <a:pt x="0" y="2344"/>
                  <a:pt x="0" y="2330"/>
                </a:cubicBezTo>
                <a:close/>
              </a:path>
            </a:pathLst>
          </a:custGeom>
          <a:solidFill>
            <a:srgbClr val="165DFF">
              <a:alpha val="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4" name="文本框 793"/>
          <p:cNvSpPr txBox="1"/>
          <p:nvPr/>
        </p:nvSpPr>
        <p:spPr>
          <a:xfrm>
            <a:off x="6705720" y="3567240"/>
            <a:ext cx="666750" cy="16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测试认真。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5" name="文本框 794"/>
          <p:cNvSpPr txBox="1"/>
          <p:nvPr/>
        </p:nvSpPr>
        <p:spPr>
          <a:xfrm>
            <a:off x="9296280" y="3148200"/>
            <a:ext cx="846455" cy="16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潘攀</a:t>
            </a:r>
            <a:r>
              <a:rPr lang="zh-CN" sz="105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兆 </a:t>
            </a:r>
            <a:r>
              <a:rPr lang="en-US" sz="105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(15%)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6" name="文本框 795"/>
          <p:cNvSpPr txBox="1"/>
          <p:nvPr/>
        </p:nvSpPr>
        <p:spPr>
          <a:xfrm>
            <a:off x="9296280" y="3376800"/>
            <a:ext cx="1301750" cy="16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联调支支持，</a:t>
            </a:r>
            <a:r>
              <a:rPr lang="en-US" alt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ppt</a:t>
            </a:r>
            <a:r>
              <a:rPr lang="zh-CN" altLang="en-US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制作</a:t>
            </a:r>
            <a:endParaRPr lang="zh-CN" altLang="en-US" sz="1050" b="0" u="none" strike="noStrike">
              <a:solidFill>
                <a:srgbClr val="4E5969"/>
              </a:solidFill>
              <a:effectLst/>
              <a:uFillTx/>
              <a:latin typeface="WenQuanYiZenHei"/>
              <a:ea typeface="WenQuanYiZenHei"/>
            </a:endParaRPr>
          </a:p>
        </p:txBody>
      </p:sp>
      <p:sp>
        <p:nvSpPr>
          <p:cNvPr id="797" name="任意多边形 796"/>
          <p:cNvSpPr/>
          <p:nvPr/>
        </p:nvSpPr>
        <p:spPr>
          <a:xfrm>
            <a:off x="6553080" y="5371920"/>
            <a:ext cx="190800" cy="152640"/>
          </a:xfrm>
          <a:custGeom>
            <a:avLst/>
            <a:gdLst/>
            <a:ahLst/>
            <a:cxnLst/>
            <a:rect l="0" t="0" r="r" b="b"/>
            <a:pathLst>
              <a:path w="530" h="424">
                <a:moveTo>
                  <a:pt x="120" y="0"/>
                </a:moveTo>
                <a:cubicBezTo>
                  <a:pt x="129" y="0"/>
                  <a:pt x="137" y="2"/>
                  <a:pt x="145" y="5"/>
                </a:cubicBezTo>
                <a:cubicBezTo>
                  <a:pt x="153" y="8"/>
                  <a:pt x="160" y="13"/>
                  <a:pt x="167" y="19"/>
                </a:cubicBezTo>
                <a:cubicBezTo>
                  <a:pt x="173" y="26"/>
                  <a:pt x="178" y="33"/>
                  <a:pt x="181" y="41"/>
                </a:cubicBezTo>
                <a:cubicBezTo>
                  <a:pt x="184" y="49"/>
                  <a:pt x="186" y="57"/>
                  <a:pt x="186" y="66"/>
                </a:cubicBezTo>
                <a:cubicBezTo>
                  <a:pt x="186" y="75"/>
                  <a:pt x="184" y="83"/>
                  <a:pt x="181" y="91"/>
                </a:cubicBezTo>
                <a:cubicBezTo>
                  <a:pt x="178" y="101"/>
                  <a:pt x="173" y="108"/>
                  <a:pt x="167" y="114"/>
                </a:cubicBezTo>
                <a:cubicBezTo>
                  <a:pt x="160" y="120"/>
                  <a:pt x="153" y="125"/>
                  <a:pt x="145" y="128"/>
                </a:cubicBezTo>
                <a:cubicBezTo>
                  <a:pt x="137" y="132"/>
                  <a:pt x="129" y="133"/>
                  <a:pt x="120" y="133"/>
                </a:cubicBezTo>
                <a:cubicBezTo>
                  <a:pt x="111" y="133"/>
                  <a:pt x="103" y="132"/>
                  <a:pt x="95" y="128"/>
                </a:cubicBezTo>
                <a:cubicBezTo>
                  <a:pt x="86" y="125"/>
                  <a:pt x="79" y="120"/>
                  <a:pt x="73" y="114"/>
                </a:cubicBezTo>
                <a:cubicBezTo>
                  <a:pt x="67" y="108"/>
                  <a:pt x="62" y="101"/>
                  <a:pt x="59" y="91"/>
                </a:cubicBezTo>
                <a:cubicBezTo>
                  <a:pt x="55" y="83"/>
                  <a:pt x="54" y="75"/>
                  <a:pt x="54" y="66"/>
                </a:cubicBezTo>
                <a:cubicBezTo>
                  <a:pt x="54" y="57"/>
                  <a:pt x="55" y="49"/>
                  <a:pt x="59" y="41"/>
                </a:cubicBezTo>
                <a:cubicBezTo>
                  <a:pt x="62" y="33"/>
                  <a:pt x="67" y="26"/>
                  <a:pt x="73" y="19"/>
                </a:cubicBezTo>
                <a:cubicBezTo>
                  <a:pt x="79" y="13"/>
                  <a:pt x="86" y="8"/>
                  <a:pt x="95" y="5"/>
                </a:cubicBezTo>
                <a:cubicBezTo>
                  <a:pt x="103" y="2"/>
                  <a:pt x="111" y="0"/>
                  <a:pt x="120" y="0"/>
                </a:cubicBezTo>
                <a:moveTo>
                  <a:pt x="424" y="0"/>
                </a:moveTo>
                <a:cubicBezTo>
                  <a:pt x="433" y="0"/>
                  <a:pt x="441" y="2"/>
                  <a:pt x="449" y="5"/>
                </a:cubicBezTo>
                <a:cubicBezTo>
                  <a:pt x="458" y="8"/>
                  <a:pt x="465" y="13"/>
                  <a:pt x="471" y="19"/>
                </a:cubicBezTo>
                <a:cubicBezTo>
                  <a:pt x="477" y="26"/>
                  <a:pt x="482" y="33"/>
                  <a:pt x="485" y="41"/>
                </a:cubicBezTo>
                <a:cubicBezTo>
                  <a:pt x="489" y="49"/>
                  <a:pt x="490" y="57"/>
                  <a:pt x="490" y="66"/>
                </a:cubicBezTo>
                <a:cubicBezTo>
                  <a:pt x="490" y="75"/>
                  <a:pt x="489" y="83"/>
                  <a:pt x="485" y="91"/>
                </a:cubicBezTo>
                <a:cubicBezTo>
                  <a:pt x="482" y="101"/>
                  <a:pt x="477" y="108"/>
                  <a:pt x="471" y="114"/>
                </a:cubicBezTo>
                <a:cubicBezTo>
                  <a:pt x="465" y="120"/>
                  <a:pt x="458" y="125"/>
                  <a:pt x="449" y="128"/>
                </a:cubicBezTo>
                <a:cubicBezTo>
                  <a:pt x="441" y="132"/>
                  <a:pt x="433" y="133"/>
                  <a:pt x="424" y="133"/>
                </a:cubicBezTo>
                <a:cubicBezTo>
                  <a:pt x="415" y="133"/>
                  <a:pt x="407" y="132"/>
                  <a:pt x="399" y="128"/>
                </a:cubicBezTo>
                <a:cubicBezTo>
                  <a:pt x="391" y="125"/>
                  <a:pt x="384" y="120"/>
                  <a:pt x="377" y="114"/>
                </a:cubicBezTo>
                <a:cubicBezTo>
                  <a:pt x="371" y="108"/>
                  <a:pt x="366" y="101"/>
                  <a:pt x="363" y="91"/>
                </a:cubicBezTo>
                <a:cubicBezTo>
                  <a:pt x="360" y="83"/>
                  <a:pt x="358" y="75"/>
                  <a:pt x="358" y="66"/>
                </a:cubicBezTo>
                <a:cubicBezTo>
                  <a:pt x="358" y="57"/>
                  <a:pt x="360" y="49"/>
                  <a:pt x="363" y="41"/>
                </a:cubicBezTo>
                <a:cubicBezTo>
                  <a:pt x="366" y="33"/>
                  <a:pt x="371" y="26"/>
                  <a:pt x="377" y="19"/>
                </a:cubicBezTo>
                <a:cubicBezTo>
                  <a:pt x="384" y="13"/>
                  <a:pt x="391" y="8"/>
                  <a:pt x="399" y="5"/>
                </a:cubicBezTo>
                <a:cubicBezTo>
                  <a:pt x="407" y="2"/>
                  <a:pt x="415" y="0"/>
                  <a:pt x="424" y="0"/>
                </a:cubicBezTo>
                <a:moveTo>
                  <a:pt x="0" y="248"/>
                </a:moveTo>
                <a:cubicBezTo>
                  <a:pt x="0" y="199"/>
                  <a:pt x="39" y="160"/>
                  <a:pt x="89" y="160"/>
                </a:cubicBezTo>
                <a:lnTo>
                  <a:pt x="124" y="160"/>
                </a:lnTo>
                <a:cubicBezTo>
                  <a:pt x="138" y="160"/>
                  <a:pt x="150" y="163"/>
                  <a:pt x="161" y="168"/>
                </a:cubicBezTo>
                <a:cubicBezTo>
                  <a:pt x="160" y="174"/>
                  <a:pt x="160" y="180"/>
                  <a:pt x="160" y="186"/>
                </a:cubicBezTo>
                <a:cubicBezTo>
                  <a:pt x="160" y="218"/>
                  <a:pt x="174" y="246"/>
                  <a:pt x="195" y="266"/>
                </a:cubicBezTo>
                <a:lnTo>
                  <a:pt x="17" y="266"/>
                </a:lnTo>
                <a:cubicBezTo>
                  <a:pt x="8" y="266"/>
                  <a:pt x="0" y="258"/>
                  <a:pt x="0" y="248"/>
                </a:cubicBezTo>
                <a:moveTo>
                  <a:pt x="336" y="266"/>
                </a:moveTo>
                <a:lnTo>
                  <a:pt x="335" y="266"/>
                </a:lnTo>
                <a:cubicBezTo>
                  <a:pt x="357" y="246"/>
                  <a:pt x="371" y="218"/>
                  <a:pt x="371" y="186"/>
                </a:cubicBezTo>
                <a:cubicBezTo>
                  <a:pt x="371" y="180"/>
                  <a:pt x="371" y="174"/>
                  <a:pt x="370" y="168"/>
                </a:cubicBezTo>
                <a:cubicBezTo>
                  <a:pt x="381" y="163"/>
                  <a:pt x="393" y="160"/>
                  <a:pt x="406" y="160"/>
                </a:cubicBezTo>
                <a:lnTo>
                  <a:pt x="442" y="160"/>
                </a:lnTo>
                <a:cubicBezTo>
                  <a:pt x="490" y="160"/>
                  <a:pt x="530" y="199"/>
                  <a:pt x="530" y="248"/>
                </a:cubicBezTo>
                <a:cubicBezTo>
                  <a:pt x="530" y="258"/>
                  <a:pt x="522" y="266"/>
                  <a:pt x="512" y="266"/>
                </a:cubicBezTo>
                <a:lnTo>
                  <a:pt x="336" y="266"/>
                </a:lnTo>
                <a:moveTo>
                  <a:pt x="186" y="186"/>
                </a:moveTo>
                <a:cubicBezTo>
                  <a:pt x="186" y="176"/>
                  <a:pt x="188" y="166"/>
                  <a:pt x="192" y="156"/>
                </a:cubicBezTo>
                <a:cubicBezTo>
                  <a:pt x="196" y="146"/>
                  <a:pt x="202" y="138"/>
                  <a:pt x="209" y="130"/>
                </a:cubicBezTo>
                <a:cubicBezTo>
                  <a:pt x="217" y="123"/>
                  <a:pt x="225" y="117"/>
                  <a:pt x="235" y="113"/>
                </a:cubicBezTo>
                <a:cubicBezTo>
                  <a:pt x="245" y="109"/>
                  <a:pt x="255" y="107"/>
                  <a:pt x="265" y="107"/>
                </a:cubicBezTo>
                <a:cubicBezTo>
                  <a:pt x="276" y="107"/>
                  <a:pt x="286" y="109"/>
                  <a:pt x="296" y="113"/>
                </a:cubicBezTo>
                <a:cubicBezTo>
                  <a:pt x="306" y="117"/>
                  <a:pt x="314" y="123"/>
                  <a:pt x="322" y="130"/>
                </a:cubicBezTo>
                <a:cubicBezTo>
                  <a:pt x="329" y="138"/>
                  <a:pt x="335" y="146"/>
                  <a:pt x="339" y="156"/>
                </a:cubicBezTo>
                <a:cubicBezTo>
                  <a:pt x="343" y="166"/>
                  <a:pt x="345" y="176"/>
                  <a:pt x="345" y="186"/>
                </a:cubicBezTo>
                <a:cubicBezTo>
                  <a:pt x="345" y="197"/>
                  <a:pt x="343" y="207"/>
                  <a:pt x="339" y="217"/>
                </a:cubicBezTo>
                <a:cubicBezTo>
                  <a:pt x="335" y="226"/>
                  <a:pt x="329" y="235"/>
                  <a:pt x="322" y="242"/>
                </a:cubicBezTo>
                <a:cubicBezTo>
                  <a:pt x="314" y="250"/>
                  <a:pt x="306" y="256"/>
                  <a:pt x="296" y="260"/>
                </a:cubicBezTo>
                <a:cubicBezTo>
                  <a:pt x="286" y="264"/>
                  <a:pt x="276" y="266"/>
                  <a:pt x="265" y="266"/>
                </a:cubicBezTo>
                <a:cubicBezTo>
                  <a:pt x="255" y="266"/>
                  <a:pt x="245" y="264"/>
                  <a:pt x="235" y="260"/>
                </a:cubicBezTo>
                <a:cubicBezTo>
                  <a:pt x="225" y="256"/>
                  <a:pt x="217" y="250"/>
                  <a:pt x="209" y="242"/>
                </a:cubicBezTo>
                <a:cubicBezTo>
                  <a:pt x="202" y="235"/>
                  <a:pt x="196" y="226"/>
                  <a:pt x="192" y="217"/>
                </a:cubicBezTo>
                <a:cubicBezTo>
                  <a:pt x="188" y="207"/>
                  <a:pt x="186" y="197"/>
                  <a:pt x="186" y="186"/>
                </a:cubicBezTo>
                <a:moveTo>
                  <a:pt x="107" y="402"/>
                </a:moveTo>
                <a:cubicBezTo>
                  <a:pt x="107" y="341"/>
                  <a:pt x="156" y="292"/>
                  <a:pt x="217" y="292"/>
                </a:cubicBezTo>
                <a:lnTo>
                  <a:pt x="314" y="292"/>
                </a:lnTo>
                <a:cubicBezTo>
                  <a:pt x="375" y="292"/>
                  <a:pt x="424" y="341"/>
                  <a:pt x="424" y="402"/>
                </a:cubicBezTo>
                <a:cubicBezTo>
                  <a:pt x="424" y="414"/>
                  <a:pt x="414" y="424"/>
                  <a:pt x="402" y="424"/>
                </a:cubicBezTo>
                <a:lnTo>
                  <a:pt x="129" y="424"/>
                </a:lnTo>
                <a:cubicBezTo>
                  <a:pt x="117" y="424"/>
                  <a:pt x="107" y="414"/>
                  <a:pt x="107" y="402"/>
                </a:cubicBezTo>
                <a:close/>
              </a:path>
            </a:pathLst>
          </a:custGeom>
          <a:solidFill>
            <a:srgbClr val="165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8" name="文本框 797"/>
          <p:cNvSpPr txBox="1"/>
          <p:nvPr/>
        </p:nvSpPr>
        <p:spPr>
          <a:xfrm>
            <a:off x="9296280" y="3567240"/>
            <a:ext cx="666750" cy="16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配合默契。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9" name="任意多边形 798"/>
          <p:cNvSpPr/>
          <p:nvPr/>
        </p:nvSpPr>
        <p:spPr>
          <a:xfrm>
            <a:off x="6553080" y="5705280"/>
            <a:ext cx="133920" cy="95760"/>
          </a:xfrm>
          <a:custGeom>
            <a:avLst/>
            <a:gdLst/>
            <a:ahLst/>
            <a:cxnLst/>
            <a:rect l="0" t="0" r="r" b="b"/>
            <a:pathLst>
              <a:path w="372" h="266">
                <a:moveTo>
                  <a:pt x="363" y="8"/>
                </a:moveTo>
                <a:cubicBezTo>
                  <a:pt x="374" y="18"/>
                  <a:pt x="374" y="35"/>
                  <a:pt x="363" y="45"/>
                </a:cubicBezTo>
                <a:lnTo>
                  <a:pt x="152" y="258"/>
                </a:lnTo>
                <a:cubicBezTo>
                  <a:pt x="141" y="268"/>
                  <a:pt x="125" y="268"/>
                  <a:pt x="114" y="258"/>
                </a:cubicBezTo>
                <a:lnTo>
                  <a:pt x="8" y="152"/>
                </a:lnTo>
                <a:cubicBezTo>
                  <a:pt x="-3" y="142"/>
                  <a:pt x="-3" y="125"/>
                  <a:pt x="8" y="114"/>
                </a:cubicBezTo>
                <a:cubicBezTo>
                  <a:pt x="18" y="103"/>
                  <a:pt x="35" y="103"/>
                  <a:pt x="45" y="114"/>
                </a:cubicBezTo>
                <a:lnTo>
                  <a:pt x="133" y="202"/>
                </a:lnTo>
                <a:lnTo>
                  <a:pt x="326" y="8"/>
                </a:lnTo>
                <a:cubicBezTo>
                  <a:pt x="336" y="-3"/>
                  <a:pt x="353" y="-3"/>
                  <a:pt x="364" y="8"/>
                </a:cubicBezTo>
                <a:lnTo>
                  <a:pt x="363" y="8"/>
                </a:ln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0" name="文本框 799"/>
          <p:cNvSpPr txBox="1"/>
          <p:nvPr/>
        </p:nvSpPr>
        <p:spPr>
          <a:xfrm>
            <a:off x="6819840" y="5349240"/>
            <a:ext cx="9151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65DFF"/>
                </a:solidFill>
                <a:effectLst/>
                <a:uFillTx/>
                <a:latin typeface="WenQuanYiZenHei"/>
                <a:ea typeface="WenQuanYiZenHei"/>
              </a:rPr>
              <a:t>团队协作评价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1" name="任意多边形 800"/>
          <p:cNvSpPr/>
          <p:nvPr/>
        </p:nvSpPr>
        <p:spPr>
          <a:xfrm>
            <a:off x="9067680" y="5705280"/>
            <a:ext cx="133920" cy="95760"/>
          </a:xfrm>
          <a:custGeom>
            <a:avLst/>
            <a:gdLst/>
            <a:ahLst/>
            <a:cxnLst/>
            <a:rect l="0" t="0" r="r" b="b"/>
            <a:pathLst>
              <a:path w="372" h="266">
                <a:moveTo>
                  <a:pt x="363" y="8"/>
                </a:moveTo>
                <a:cubicBezTo>
                  <a:pt x="374" y="18"/>
                  <a:pt x="374" y="35"/>
                  <a:pt x="363" y="45"/>
                </a:cubicBezTo>
                <a:lnTo>
                  <a:pt x="151" y="258"/>
                </a:lnTo>
                <a:cubicBezTo>
                  <a:pt x="140" y="268"/>
                  <a:pt x="124" y="268"/>
                  <a:pt x="113" y="258"/>
                </a:cubicBezTo>
                <a:lnTo>
                  <a:pt x="8" y="152"/>
                </a:lnTo>
                <a:cubicBezTo>
                  <a:pt x="-3" y="142"/>
                  <a:pt x="-3" y="125"/>
                  <a:pt x="8" y="114"/>
                </a:cubicBezTo>
                <a:cubicBezTo>
                  <a:pt x="18" y="103"/>
                  <a:pt x="35" y="103"/>
                  <a:pt x="45" y="114"/>
                </a:cubicBezTo>
                <a:lnTo>
                  <a:pt x="132" y="202"/>
                </a:lnTo>
                <a:lnTo>
                  <a:pt x="326" y="8"/>
                </a:lnTo>
                <a:cubicBezTo>
                  <a:pt x="336" y="-3"/>
                  <a:pt x="353" y="-3"/>
                  <a:pt x="364" y="8"/>
                </a:cubicBezTo>
                <a:lnTo>
                  <a:pt x="363" y="8"/>
                </a:ln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2" name="文本框 801"/>
          <p:cNvSpPr txBox="1"/>
          <p:nvPr/>
        </p:nvSpPr>
        <p:spPr>
          <a:xfrm>
            <a:off x="6762600" y="5653800"/>
            <a:ext cx="13723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分工明确，职责清晰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3" name="任意多边形 802"/>
          <p:cNvSpPr/>
          <p:nvPr/>
        </p:nvSpPr>
        <p:spPr>
          <a:xfrm>
            <a:off x="6553080" y="6010200"/>
            <a:ext cx="133920" cy="95760"/>
          </a:xfrm>
          <a:custGeom>
            <a:avLst/>
            <a:gdLst/>
            <a:ahLst/>
            <a:cxnLst/>
            <a:rect l="0" t="0" r="r" b="b"/>
            <a:pathLst>
              <a:path w="372" h="266">
                <a:moveTo>
                  <a:pt x="363" y="8"/>
                </a:moveTo>
                <a:cubicBezTo>
                  <a:pt x="374" y="19"/>
                  <a:pt x="374" y="36"/>
                  <a:pt x="363" y="46"/>
                </a:cubicBezTo>
                <a:lnTo>
                  <a:pt x="152" y="259"/>
                </a:lnTo>
                <a:cubicBezTo>
                  <a:pt x="141" y="269"/>
                  <a:pt x="125" y="269"/>
                  <a:pt x="114" y="259"/>
                </a:cubicBezTo>
                <a:lnTo>
                  <a:pt x="8" y="153"/>
                </a:lnTo>
                <a:cubicBezTo>
                  <a:pt x="-3" y="142"/>
                  <a:pt x="-3" y="126"/>
                  <a:pt x="8" y="115"/>
                </a:cubicBezTo>
                <a:cubicBezTo>
                  <a:pt x="18" y="105"/>
                  <a:pt x="35" y="105"/>
                  <a:pt x="45" y="115"/>
                </a:cubicBezTo>
                <a:lnTo>
                  <a:pt x="133" y="202"/>
                </a:lnTo>
                <a:lnTo>
                  <a:pt x="326" y="8"/>
                </a:lnTo>
                <a:cubicBezTo>
                  <a:pt x="336" y="-2"/>
                  <a:pt x="353" y="-2"/>
                  <a:pt x="364" y="8"/>
                </a:cubicBezTo>
                <a:lnTo>
                  <a:pt x="363" y="8"/>
                </a:ln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4" name="文本框 803"/>
          <p:cNvSpPr txBox="1"/>
          <p:nvPr/>
        </p:nvSpPr>
        <p:spPr>
          <a:xfrm>
            <a:off x="9277200" y="5653800"/>
            <a:ext cx="13723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协作高效，沟通顺畅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5" name="任意多边形 804"/>
          <p:cNvSpPr/>
          <p:nvPr/>
        </p:nvSpPr>
        <p:spPr>
          <a:xfrm>
            <a:off x="9067680" y="6010200"/>
            <a:ext cx="133920" cy="95760"/>
          </a:xfrm>
          <a:custGeom>
            <a:avLst/>
            <a:gdLst/>
            <a:ahLst/>
            <a:cxnLst/>
            <a:rect l="0" t="0" r="r" b="b"/>
            <a:pathLst>
              <a:path w="372" h="266">
                <a:moveTo>
                  <a:pt x="363" y="8"/>
                </a:moveTo>
                <a:cubicBezTo>
                  <a:pt x="374" y="19"/>
                  <a:pt x="374" y="36"/>
                  <a:pt x="363" y="46"/>
                </a:cubicBezTo>
                <a:lnTo>
                  <a:pt x="151" y="259"/>
                </a:lnTo>
                <a:cubicBezTo>
                  <a:pt x="140" y="269"/>
                  <a:pt x="124" y="269"/>
                  <a:pt x="113" y="259"/>
                </a:cubicBezTo>
                <a:lnTo>
                  <a:pt x="8" y="153"/>
                </a:lnTo>
                <a:cubicBezTo>
                  <a:pt x="-3" y="142"/>
                  <a:pt x="-3" y="126"/>
                  <a:pt x="8" y="115"/>
                </a:cubicBezTo>
                <a:cubicBezTo>
                  <a:pt x="18" y="105"/>
                  <a:pt x="35" y="105"/>
                  <a:pt x="45" y="115"/>
                </a:cubicBezTo>
                <a:lnTo>
                  <a:pt x="132" y="202"/>
                </a:lnTo>
                <a:lnTo>
                  <a:pt x="326" y="8"/>
                </a:lnTo>
                <a:cubicBezTo>
                  <a:pt x="336" y="-2"/>
                  <a:pt x="353" y="-2"/>
                  <a:pt x="364" y="8"/>
                </a:cubicBezTo>
                <a:lnTo>
                  <a:pt x="363" y="8"/>
                </a:lnTo>
                <a:close/>
              </a:path>
            </a:pathLst>
          </a:custGeom>
          <a:solidFill>
            <a:srgbClr val="00B4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6" name="文本框 805"/>
          <p:cNvSpPr txBox="1"/>
          <p:nvPr/>
        </p:nvSpPr>
        <p:spPr>
          <a:xfrm>
            <a:off x="6762600" y="5958720"/>
            <a:ext cx="13723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相互学习，共同进步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7" name="文本框 806"/>
          <p:cNvSpPr txBox="1"/>
          <p:nvPr/>
        </p:nvSpPr>
        <p:spPr>
          <a:xfrm>
            <a:off x="9277200" y="5958720"/>
            <a:ext cx="1372320" cy="19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E5969"/>
                </a:solidFill>
                <a:effectLst/>
                <a:uFillTx/>
                <a:latin typeface="WenQuanYiZenHei"/>
                <a:ea typeface="WenQuanYiZenHei"/>
              </a:rPr>
              <a:t>整体能力，显著提升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91135" y="3327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参考</a:t>
            </a:r>
            <a:r>
              <a:rPr lang="zh-CN" altLang="en-US"/>
              <a:t>文献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95325" y="10528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软件工程项目评审表</a:t>
            </a:r>
            <a:r>
              <a:rPr lang="en-US" altLang="zh-CN"/>
              <a:t>—</a:t>
            </a:r>
            <a:r>
              <a:rPr lang="zh-CN" altLang="en-US"/>
              <a:t>总结</a:t>
            </a:r>
            <a:r>
              <a:rPr lang="zh-CN" altLang="en-US"/>
              <a:t>评审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90500" y="-19050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8.86889763779527,&quot;left&quot;:29.990551181102365,&quot;top&quot;:95.98110236220472,&quot;width&quot;:781.4114173228346}"/>
</p:tagLst>
</file>

<file path=ppt/tags/tag2.xml><?xml version="1.0" encoding="utf-8"?>
<p:tagLst xmlns:p="http://schemas.openxmlformats.org/presentationml/2006/main">
  <p:tag name="KSO_WM_DIAGRAM_VIRTUALLY_FRAME" val="{&quot;height&quot;:368.86889763779527,&quot;left&quot;:29.990551181102365,&quot;top&quot;:95.98110236220472,&quot;width&quot;:781.4114173228346}"/>
</p:tagLst>
</file>

<file path=ppt/tags/tag3.xml><?xml version="1.0" encoding="utf-8"?>
<p:tagLst xmlns:p="http://schemas.openxmlformats.org/presentationml/2006/main">
  <p:tag name="KSO_WM_DIAGRAM_VIRTUALLY_FRAME" val="{&quot;height&quot;:368.86889763779527,&quot;left&quot;:29.990551181102365,&quot;top&quot;:95.98110236220472,&quot;width&quot;:781.4114173228346}"/>
</p:tagLst>
</file>

<file path=ppt/tags/tag4.xml><?xml version="1.0" encoding="utf-8"?>
<p:tagLst xmlns:p="http://schemas.openxmlformats.org/presentationml/2006/main">
  <p:tag name="KSO_WM_DIAGRAM_VIRTUALLY_FRAME" val="{&quot;height&quot;:368.86889763779527,&quot;left&quot;:29.990551181102365,&quot;top&quot;:95.98110236220472,&quot;width&quot;:781.4114173228346}"/>
</p:tagLst>
</file>

<file path=ppt/tags/tag5.xml><?xml version="1.0" encoding="utf-8"?>
<p:tagLst xmlns:p="http://schemas.openxmlformats.org/presentationml/2006/main">
  <p:tag name="KSO_WM_DIAGRAM_VIRTUALLY_FRAME" val="{&quot;height&quot;:368.86889763779527,&quot;left&quot;:29.990551181102365,&quot;top&quot;:95.98110236220472,&quot;width&quot;:781.4114173228346}"/>
</p:tagLst>
</file>

<file path=ppt/tags/tag6.xml><?xml version="1.0" encoding="utf-8"?>
<p:tagLst xmlns:p="http://schemas.openxmlformats.org/presentationml/2006/main">
  <p:tag name="KSO_WM_DIAGRAM_VIRTUALLY_FRAME" val="{&quot;height&quot;:368.86889763779527,&quot;left&quot;:29.990551181102365,&quot;top&quot;:95.98110236220472,&quot;width&quot;:781.4114173228346}"/>
</p:tagLst>
</file>

<file path=ppt/tags/tag7.xml><?xml version="1.0" encoding="utf-8"?>
<p:tagLst xmlns:p="http://schemas.openxmlformats.org/presentationml/2006/main">
  <p:tag name="KSO_WM_DIAGRAM_VIRTUALLY_FRAME" val="{&quot;height&quot;:368.86889763779527,&quot;left&quot;:29.990551181102365,&quot;top&quot;:95.98110236220472,&quot;width&quot;:781.4114173228346}"/>
</p:tagLst>
</file>

<file path=ppt/tags/tag8.xml><?xml version="1.0" encoding="utf-8"?>
<p:tagLst xmlns:p="http://schemas.openxmlformats.org/presentationml/2006/main">
  <p:tag name="KSO_WM_DIAGRAM_VIRTUALLY_FRAME" val="{&quot;height&quot;:368.86889763779527,&quot;left&quot;:29.990551181102365,&quot;top&quot;:95.98110236220472,&quot;width&quot;:781.4114173228346}"/>
</p:tagLst>
</file>

<file path=ppt/tags/tag9.xml><?xml version="1.0" encoding="utf-8"?>
<p:tagLst xmlns:p="http://schemas.openxmlformats.org/presentationml/2006/main">
  <p:tag name="KSO_WM_DIAGRAM_VIRTUALLY_FRAME" val="{&quot;height&quot;:368.86889763779527,&quot;left&quot;:29.990551181102365,&quot;top&quot;:95.98110236220472,&quot;width&quot;:781.4114173228346}"/>
</p:tagLst>
</file>

<file path=ppt/tags/tag10.xml><?xml version="1.0" encoding="utf-8"?>
<p:tagLst xmlns:p="http://schemas.openxmlformats.org/presentationml/2006/main">
  <p:tag name="KSO_WM_DIAGRAM_VIRTUALLY_FRAME" val="{&quot;height&quot;:368.86889763779527,&quot;left&quot;:29.990551181102365,&quot;top&quot;:95.98110236220472,&quot;width&quot;:781.4114173228346}"/>
</p:tagLst>
</file>

<file path=ppt/tags/tag11.xml><?xml version="1.0" encoding="utf-8"?>
<p:tagLst xmlns:p="http://schemas.openxmlformats.org/presentationml/2006/main">
  <p:tag name="KSO_WM_DIAGRAM_VIRTUALLY_FRAME" val="{&quot;height&quot;:368.86889763779527,&quot;left&quot;:29.990551181102365,&quot;top&quot;:95.98110236220472,&quot;width&quot;:781.4114173228346}"/>
</p:tagLst>
</file>

<file path=ppt/tags/tag12.xml><?xml version="1.0" encoding="utf-8"?>
<p:tagLst xmlns:p="http://schemas.openxmlformats.org/presentationml/2006/main">
  <p:tag name="KSO_WM_DIAGRAM_VIRTUALLY_FRAME" val="{&quot;height&quot;:368.86889763779527,&quot;left&quot;:29.990551181102365,&quot;top&quot;:95.98110236220472,&quot;width&quot;:781.4114173228346}"/>
</p:tagLst>
</file>

<file path=ppt/tags/tag13.xml><?xml version="1.0" encoding="utf-8"?>
<p:tagLst xmlns:p="http://schemas.openxmlformats.org/presentationml/2006/main">
  <p:tag name="KSO_WM_DIAGRAM_VIRTUALLY_FRAME" val="{&quot;height&quot;:368.86889763779527,&quot;left&quot;:29.990551181102365,&quot;top&quot;:95.98110236220472,&quot;width&quot;:781.4114173228346}"/>
</p:tagLst>
</file>

<file path=ppt/tags/tag14.xml><?xml version="1.0" encoding="utf-8"?>
<p:tagLst xmlns:p="http://schemas.openxmlformats.org/presentationml/2006/main">
  <p:tag name="KSO_WM_DIAGRAM_VIRTUALLY_FRAME" val="{&quot;height&quot;:368.86889763779527,&quot;left&quot;:29.990551181102365,&quot;top&quot;:95.98110236220472,&quot;width&quot;:781.4114173228346}"/>
</p:tagLst>
</file>

<file path=ppt/tags/tag15.xml><?xml version="1.0" encoding="utf-8"?>
<p:tagLst xmlns:p="http://schemas.openxmlformats.org/presentationml/2006/main">
  <p:tag name="KSO_WM_DIAGRAM_VIRTUALLY_FRAME" val="{&quot;height&quot;:368.86889763779527,&quot;left&quot;:29.990551181102365,&quot;top&quot;:95.98110236220472,&quot;width&quot;:781.4114173228346}"/>
</p:tagLst>
</file>

<file path=ppt/tags/tag16.xml><?xml version="1.0" encoding="utf-8"?>
<p:tagLst xmlns:p="http://schemas.openxmlformats.org/presentationml/2006/main">
  <p:tag name="KSO_WM_DIAGRAM_VIRTUALLY_FRAME" val="{&quot;height&quot;:368.86889763779527,&quot;left&quot;:29.990551181102365,&quot;top&quot;:95.98110236220472,&quot;width&quot;:781.4114173228346}"/>
</p:tagLst>
</file>

<file path=ppt/tags/tag17.xml><?xml version="1.0" encoding="utf-8"?>
<p:tagLst xmlns:p="http://schemas.openxmlformats.org/presentationml/2006/main">
  <p:tag name="KSO_WM_DIAGRAM_VIRTUALLY_FRAME" val="{&quot;height&quot;:368.86889763779527,&quot;left&quot;:29.990551181102365,&quot;top&quot;:95.98110236220472,&quot;width&quot;:781.4114173228346}"/>
</p:tagLst>
</file>

<file path=ppt/tags/tag18.xml><?xml version="1.0" encoding="utf-8"?>
<p:tagLst xmlns:p="http://schemas.openxmlformats.org/presentationml/2006/main">
  <p:tag name="KSO_WM_DIAGRAM_VIRTUALLY_FRAME" val="{&quot;height&quot;:368.86889763779527,&quot;left&quot;:29.990551181102365,&quot;top&quot;:95.98110236220472,&quot;width&quot;:781.4114173228346}"/>
</p:tagLst>
</file>

<file path=ppt/tags/tag19.xml><?xml version="1.0" encoding="utf-8"?>
<p:tagLst xmlns:p="http://schemas.openxmlformats.org/presentationml/2006/main">
  <p:tag name="KSO_WM_DIAGRAM_VIRTUALLY_FRAME" val="{&quot;height&quot;:368.86889763779527,&quot;left&quot;:29.990551181102365,&quot;top&quot;:95.98110236220472,&quot;width&quot;:781.4114173228346}"/>
</p:tagLst>
</file>

<file path=ppt/tags/tag20.xml><?xml version="1.0" encoding="utf-8"?>
<p:tagLst xmlns:p="http://schemas.openxmlformats.org/presentationml/2006/main">
  <p:tag name="KSO_WM_DIAGRAM_VIRTUALLY_FRAME" val="{&quot;height&quot;:368.86889763779527,&quot;left&quot;:29.990551181102365,&quot;top&quot;:95.98110236220472,&quot;width&quot;:781.4114173228346}"/>
</p:tagLst>
</file>

<file path=ppt/tags/tag21.xml><?xml version="1.0" encoding="utf-8"?>
<p:tagLst xmlns:p="http://schemas.openxmlformats.org/presentationml/2006/main">
  <p:tag name="KSO_WM_DIAGRAM_VIRTUALLY_FRAME" val="{&quot;height&quot;:368.86889763779527,&quot;left&quot;:29.990551181102365,&quot;top&quot;:95.98110236220472,&quot;width&quot;:781.4114173228346}"/>
</p:tagLst>
</file>

<file path=ppt/tags/tag22.xml><?xml version="1.0" encoding="utf-8"?>
<p:tagLst xmlns:p="http://schemas.openxmlformats.org/presentationml/2006/main">
  <p:tag name="KSO_WM_DIAGRAM_VIRTUALLY_FRAME" val="{&quot;height&quot;:368.86889763779527,&quot;left&quot;:29.990551181102365,&quot;top&quot;:95.98110236220472,&quot;width&quot;:781.4114173228346}"/>
</p:tagLst>
</file>

<file path=ppt/tags/tag23.xml><?xml version="1.0" encoding="utf-8"?>
<p:tagLst xmlns:p="http://schemas.openxmlformats.org/presentationml/2006/main">
  <p:tag name="KSO_WM_DIAGRAM_VIRTUALLY_FRAME" val="{&quot;height&quot;:368.86889763779527,&quot;left&quot;:29.990551181102365,&quot;top&quot;:95.98110236220472,&quot;width&quot;:779.6976377952756}"/>
</p:tagLst>
</file>

<file path=ppt/tags/tag24.xml><?xml version="1.0" encoding="utf-8"?>
<p:tagLst xmlns:p="http://schemas.openxmlformats.org/presentationml/2006/main">
  <p:tag name="KSO_WM_DIAGRAM_VIRTUALLY_FRAME" val="{&quot;height&quot;:368.86889763779527,&quot;left&quot;:29.990551181102365,&quot;top&quot;:95.98110236220472,&quot;width&quot;:781.4114173228346}"/>
</p:tagLst>
</file>

<file path=ppt/tags/tag25.xml><?xml version="1.0" encoding="utf-8"?>
<p:tagLst xmlns:p="http://schemas.openxmlformats.org/presentationml/2006/main">
  <p:tag name="KSO_WM_DIAGRAM_VIRTUALLY_FRAME" val="{&quot;height&quot;:368.86889763779527,&quot;left&quot;:29.990551181102365,&quot;top&quot;:95.98110236220472,&quot;width&quot;:781.4114173228346}"/>
</p:tagLst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3783</Words>
  <Application>WPS 演示</Application>
  <PresentationFormat/>
  <Paragraphs>726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Arial</vt:lpstr>
      <vt:lpstr>宋体</vt:lpstr>
      <vt:lpstr>Wingdings</vt:lpstr>
      <vt:lpstr>Arial</vt:lpstr>
      <vt:lpstr>Symbol</vt:lpstr>
      <vt:lpstr>Times New Roman</vt:lpstr>
      <vt:lpstr>NotoSansSC</vt:lpstr>
      <vt:lpstr>Segoe Print</vt:lpstr>
      <vt:lpstr>WenQuanYiZenHei</vt:lpstr>
      <vt:lpstr>Courier New</vt:lpstr>
      <vt:lpstr>WenQuanYiZenHeiMono</vt:lpstr>
      <vt:lpstr>微软雅黑</vt:lpstr>
      <vt:lpstr>Arial Unicode MS</vt:lpstr>
      <vt:lpstr>Calibri</vt:lpstr>
      <vt:lpstr>DejaVu Sans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微信用户</cp:lastModifiedBy>
  <cp:revision>2</cp:revision>
  <dcterms:created xsi:type="dcterms:W3CDTF">2026-01-06T10:36:41Z</dcterms:created>
  <dcterms:modified xsi:type="dcterms:W3CDTF">2026-01-06T13:24:26Z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E523C31F2BE84FA1A296CEAFAA6E7035_13</vt:lpwstr>
  </property>
  <property fmtid="{D5CDD505-2E9C-101B-9397-08002B2CF9AE}" pid="3" name="KSOProductBuildVer">
    <vt:lpwstr>2052-12.1.0.24034</vt:lpwstr>
  </property>
</Properties>
</file>